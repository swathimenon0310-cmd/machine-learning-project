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Lst>
  <p:notesMasterIdLst>
    <p:notesMasterId r:id="rId22"/>
  </p:notesMasterIdLst>
  <p:handoutMasterIdLst>
    <p:handoutMasterId r:id="rId23"/>
  </p:handoutMasterIdLst>
  <p:sldIdLst>
    <p:sldId id="311" r:id="rId5"/>
    <p:sldId id="397" r:id="rId6"/>
    <p:sldId id="369" r:id="rId7"/>
    <p:sldId id="391" r:id="rId8"/>
    <p:sldId id="398" r:id="rId9"/>
    <p:sldId id="310" r:id="rId10"/>
    <p:sldId id="392" r:id="rId11"/>
    <p:sldId id="393" r:id="rId12"/>
    <p:sldId id="372" r:id="rId13"/>
    <p:sldId id="362" r:id="rId14"/>
    <p:sldId id="348" r:id="rId15"/>
    <p:sldId id="373" r:id="rId16"/>
    <p:sldId id="376" r:id="rId17"/>
    <p:sldId id="394" r:id="rId18"/>
    <p:sldId id="395" r:id="rId19"/>
    <p:sldId id="343" r:id="rId20"/>
    <p:sldId id="381" r:id="rId21"/>
  </p:sldIdLst>
  <p:sldSz cx="12192000" cy="6858000"/>
  <p:notesSz cx="6858000" cy="9144000"/>
  <p:custDataLst>
    <p:tags r:id="rId24"/>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A77D4"/>
  </p:clrMru>
  <p:extLst>
    <p:ext uri="{E76CE94A-603C-4142-B9EB-6D1370010A27}">
      <p14:discardImageEditData xmlns:p14="http://schemas.microsoft.com/office/powerpoint/2010/main" val="1"/>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4B9166C-A6CA-4396-9AEA-12E36C7E71AF}" v="252" dt="2026-03-03T16:43:34.197"/>
    <p1510:client id="{B6E0FF26-A471-49D4-842C-70FBF5647996}" v="91" dt="2026-03-05T10:00:59.608"/>
    <p1510:client id="{CABCD491-E888-4CD9-ADD1-72447F6F045E}" v="102" dt="2026-03-05T10:45:02.19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530"/>
    <p:restoredTop sz="94700"/>
  </p:normalViewPr>
  <p:slideViewPr>
    <p:cSldViewPr snapToGrid="0" showGuides="1">
      <p:cViewPr varScale="1">
        <p:scale>
          <a:sx n="79" d="100"/>
          <a:sy n="79" d="100"/>
        </p:scale>
        <p:origin x="678" y="294"/>
      </p:cViewPr>
      <p:guideLst/>
    </p:cSldViewPr>
  </p:slideViewPr>
  <p:notesTextViewPr>
    <p:cViewPr>
      <p:scale>
        <a:sx n="1" d="1"/>
        <a:sy n="1" d="1"/>
      </p:scale>
      <p:origin x="0" y="0"/>
    </p:cViewPr>
  </p:notesTextViewPr>
  <p:notesViewPr>
    <p:cSldViewPr snapToGrid="0" showGuides="1">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gs" Target="tags/tag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handoutMaster" Target="handoutMasters/handoutMaster1.xml"/><Relationship Id="rId28"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notesMaster" Target="notesMasters/notesMaster1.xml"/><Relationship Id="rId27"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6368F83A-302B-D5C7-8388-31A7738B9491}"/>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55529D8-29D3-4EF8-AFE4-9B04C334D78A}" type="datetimeFigureOut">
              <a:rPr lang="en-US" smtClean="0"/>
              <a:t>3/5/2026</a:t>
            </a:fld>
            <a:endParaRPr lang="en-US" dirty="0"/>
          </a:p>
        </p:txBody>
      </p:sp>
      <p:sp>
        <p:nvSpPr>
          <p:cNvPr id="4" name="Footer Placeholder 3">
            <a:extLst>
              <a:ext uri="{FF2B5EF4-FFF2-40B4-BE49-F238E27FC236}">
                <a16:creationId xmlns:a16="http://schemas.microsoft.com/office/drawing/2014/main" id="{A90593AB-C6A0-9A15-AB36-A73DC45ECA7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r>
              <a:rPr lang="en-US" dirty="0"/>
              <a:t>Footer</a:t>
            </a:r>
          </a:p>
        </p:txBody>
      </p:sp>
      <p:sp>
        <p:nvSpPr>
          <p:cNvPr id="5" name="Slide Number Placeholder 4">
            <a:extLst>
              <a:ext uri="{FF2B5EF4-FFF2-40B4-BE49-F238E27FC236}">
                <a16:creationId xmlns:a16="http://schemas.microsoft.com/office/drawing/2014/main" id="{EEFA4FD5-91A7-B4C3-9946-947BB86E9AE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BCE52CC-DD0F-44B3-B13D-E7228EEC80E7}" type="slidenum">
              <a:rPr lang="en-US" smtClean="0"/>
              <a:t>‹#›</a:t>
            </a:fld>
            <a:endParaRPr lang="en-US" dirty="0"/>
          </a:p>
        </p:txBody>
      </p:sp>
      <p:sp>
        <p:nvSpPr>
          <p:cNvPr id="6" name="Header Placeholder 5">
            <a:extLst>
              <a:ext uri="{FF2B5EF4-FFF2-40B4-BE49-F238E27FC236}">
                <a16:creationId xmlns:a16="http://schemas.microsoft.com/office/drawing/2014/main" id="{7D257EEE-7A71-A801-1D30-27730853F455}"/>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US" altLang="zh-CN" dirty="0"/>
              <a:t>Header</a:t>
            </a:r>
            <a:endParaRPr lang="en-US" dirty="0"/>
          </a:p>
        </p:txBody>
      </p:sp>
    </p:spTree>
    <p:extLst>
      <p:ext uri="{BB962C8B-B14F-4D97-AF65-F5344CB8AC3E}">
        <p14:creationId xmlns:p14="http://schemas.microsoft.com/office/powerpoint/2010/main" val="332336346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ltLang="zh-CN" dirty="0"/>
              <a:t>Click to edit Master text styles</a:t>
            </a:r>
            <a:endParaRPr lang="zh-CN" altLang="en-US" dirty="0"/>
          </a:p>
          <a:p>
            <a:pPr lvl="1"/>
            <a:r>
              <a:rPr lang="en-US" altLang="zh-CN" dirty="0"/>
              <a:t>Second</a:t>
            </a:r>
            <a:r>
              <a:rPr lang="zh-CN" altLang="en-US" dirty="0"/>
              <a:t> </a:t>
            </a:r>
            <a:r>
              <a:rPr lang="en-US" altLang="zh-CN" dirty="0"/>
              <a:t>level</a:t>
            </a:r>
            <a:endParaRPr lang="zh-CN" altLang="en-US" dirty="0"/>
          </a:p>
          <a:p>
            <a:pPr lvl="2"/>
            <a:r>
              <a:rPr lang="en-US" altLang="zh-CN" dirty="0"/>
              <a:t>Third</a:t>
            </a:r>
            <a:r>
              <a:rPr lang="zh-CN" altLang="en-US" dirty="0"/>
              <a:t> </a:t>
            </a:r>
            <a:r>
              <a:rPr lang="en-US" altLang="zh-CN" dirty="0"/>
              <a:t>level</a:t>
            </a:r>
            <a:endParaRPr lang="zh-CN" altLang="en-US" dirty="0"/>
          </a:p>
          <a:p>
            <a:pPr lvl="3"/>
            <a:r>
              <a:rPr lang="en-US" altLang="zh-CN" dirty="0"/>
              <a:t>Fourth level</a:t>
            </a:r>
            <a:endParaRPr lang="zh-CN" altLang="en-US" dirty="0"/>
          </a:p>
          <a:p>
            <a:pPr lvl="4"/>
            <a:r>
              <a:rPr lang="en-US" altLang="zh-CN" dirty="0"/>
              <a:t>Fifth level</a:t>
            </a:r>
            <a:endParaRPr lang="zh-CN" altLang="en-US" dirty="0"/>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93DABDA-89F0-4727-B28F-05A90B0069BB}" type="slidenum">
              <a:rPr lang="zh-CN" altLang="en-US" smtClean="0"/>
              <a:t>‹#›</a:t>
            </a:fld>
            <a:endParaRPr lang="zh-CN" altLang="en-US"/>
          </a:p>
        </p:txBody>
      </p:sp>
      <p:sp>
        <p:nvSpPr>
          <p:cNvPr id="8" name="Date Placeholder 7">
            <a:extLst>
              <a:ext uri="{FF2B5EF4-FFF2-40B4-BE49-F238E27FC236}">
                <a16:creationId xmlns:a16="http://schemas.microsoft.com/office/drawing/2014/main" id="{2D11F53F-2F00-3651-F337-81306AF8F1EE}"/>
              </a:ext>
            </a:extLst>
          </p:cNvPr>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9EF805B-254D-4FE1-8316-FEA92B4B8253}" type="datetimeFigureOut">
              <a:rPr lang="en-US" smtClean="0"/>
              <a:t>3/5/2026</a:t>
            </a:fld>
            <a:endParaRPr lang="en-US"/>
          </a:p>
        </p:txBody>
      </p:sp>
    </p:spTree>
    <p:extLst>
      <p:ext uri="{BB962C8B-B14F-4D97-AF65-F5344CB8AC3E}">
        <p14:creationId xmlns:p14="http://schemas.microsoft.com/office/powerpoint/2010/main" val="4698959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1">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C4D56CB-7729-4F9B-B383-5D5EDD1C4FA8}"/>
              </a:ext>
              <a:ext uri="{C183D7F6-B498-43B3-948B-1728B52AA6E4}">
                <adec:decorative xmlns:adec="http://schemas.microsoft.com/office/drawing/2017/decorative" val="1"/>
              </a:ext>
            </a:extLst>
          </p:cNvPr>
          <p:cNvSpPr/>
          <p:nvPr userDrawn="1"/>
        </p:nvSpPr>
        <p:spPr>
          <a:xfrm rot="10800000" flipV="1">
            <a:off x="9821333" y="4558433"/>
            <a:ext cx="2370667" cy="2299568"/>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Freeform: Shape 59">
            <a:extLst>
              <a:ext uri="{FF2B5EF4-FFF2-40B4-BE49-F238E27FC236}">
                <a16:creationId xmlns:a16="http://schemas.microsoft.com/office/drawing/2014/main" id="{39E53A78-6591-EEDA-1DFD-F106ECC52DBC}"/>
              </a:ext>
              <a:ext uri="{C183D7F6-B498-43B3-948B-1728B52AA6E4}">
                <adec:decorative xmlns:adec="http://schemas.microsoft.com/office/drawing/2017/decorative" val="1"/>
              </a:ext>
            </a:extLst>
          </p:cNvPr>
          <p:cNvSpPr/>
          <p:nvPr userDrawn="1"/>
        </p:nvSpPr>
        <p:spPr>
          <a:xfrm flipH="1" flipV="1">
            <a:off x="9821333" y="4558438"/>
            <a:ext cx="2370667" cy="2299562"/>
          </a:xfrm>
          <a:custGeom>
            <a:avLst/>
            <a:gdLst>
              <a:gd name="connsiteX0" fmla="*/ 1497298 w 1497298"/>
              <a:gd name="connsiteY0" fmla="*/ 0 h 1457281"/>
              <a:gd name="connsiteX1" fmla="*/ 0 w 1497298"/>
              <a:gd name="connsiteY1" fmla="*/ 0 h 1457281"/>
              <a:gd name="connsiteX2" fmla="*/ 0 w 1497298"/>
              <a:gd name="connsiteY2" fmla="*/ 1457281 h 1457281"/>
            </a:gdLst>
            <a:ahLst/>
            <a:cxnLst>
              <a:cxn ang="0">
                <a:pos x="connsiteX0" y="connsiteY0"/>
              </a:cxn>
              <a:cxn ang="0">
                <a:pos x="connsiteX1" y="connsiteY1"/>
              </a:cxn>
              <a:cxn ang="0">
                <a:pos x="connsiteX2" y="connsiteY2"/>
              </a:cxn>
            </a:cxnLst>
            <a:rect l="l" t="t" r="r" b="b"/>
            <a:pathLst>
              <a:path w="1497298" h="1457281">
                <a:moveTo>
                  <a:pt x="1497298" y="0"/>
                </a:moveTo>
                <a:lnTo>
                  <a:pt x="0" y="0"/>
                </a:lnTo>
                <a:lnTo>
                  <a:pt x="0" y="1457281"/>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zh-CN" altLang="en-US">
              <a:solidFill>
                <a:schemeClr val="lt1"/>
              </a:solidFill>
            </a:endParaRPr>
          </a:p>
        </p:txBody>
      </p:sp>
      <p:sp>
        <p:nvSpPr>
          <p:cNvPr id="13" name="Title 1">
            <a:extLst>
              <a:ext uri="{FF2B5EF4-FFF2-40B4-BE49-F238E27FC236}">
                <a16:creationId xmlns:a16="http://schemas.microsoft.com/office/drawing/2014/main" id="{6F5ADCC5-3878-853E-8614-59CF8B281060}"/>
              </a:ext>
            </a:extLst>
          </p:cNvPr>
          <p:cNvSpPr>
            <a:spLocks noGrp="1"/>
          </p:cNvSpPr>
          <p:nvPr>
            <p:ph type="ctrTitle" hasCustomPrompt="1"/>
          </p:nvPr>
        </p:nvSpPr>
        <p:spPr>
          <a:xfrm>
            <a:off x="521208" y="837382"/>
            <a:ext cx="7837069" cy="3696518"/>
          </a:xfrm>
        </p:spPr>
        <p:txBody>
          <a:bodyPr anchor="t">
            <a:noAutofit/>
          </a:bodyPr>
          <a:lstStyle>
            <a:lvl1pPr algn="l">
              <a:defRPr sz="5400"/>
            </a:lvl1pPr>
          </a:lstStyle>
          <a:p>
            <a:r>
              <a:rPr lang="en-US"/>
              <a:t>Click to edit Master title style</a:t>
            </a:r>
            <a:endParaRPr lang="en-CN"/>
          </a:p>
        </p:txBody>
      </p:sp>
      <p:sp>
        <p:nvSpPr>
          <p:cNvPr id="14" name="Subtitle 2">
            <a:extLst>
              <a:ext uri="{FF2B5EF4-FFF2-40B4-BE49-F238E27FC236}">
                <a16:creationId xmlns:a16="http://schemas.microsoft.com/office/drawing/2014/main" id="{899E747C-251E-F759-ABCD-CD941BA33A57}"/>
              </a:ext>
            </a:extLst>
          </p:cNvPr>
          <p:cNvSpPr>
            <a:spLocks noGrp="1"/>
          </p:cNvSpPr>
          <p:nvPr>
            <p:ph type="subTitle" idx="1" hasCustomPrompt="1"/>
          </p:nvPr>
        </p:nvSpPr>
        <p:spPr>
          <a:xfrm>
            <a:off x="521208" y="4648199"/>
            <a:ext cx="7837070" cy="891581"/>
          </a:xfrm>
        </p:spPr>
        <p:txBody>
          <a:bodyPr anchor="b">
            <a:noAutofit/>
          </a:bodyPr>
          <a:lstStyle>
            <a:lvl1pPr marL="0" indent="0" algn="l">
              <a:lnSpc>
                <a:spcPct val="100000"/>
              </a:lnSpc>
              <a:spcBef>
                <a:spcPts val="0"/>
              </a:spcBef>
              <a:buNone/>
              <a:defRPr sz="30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CN"/>
          </a:p>
        </p:txBody>
      </p:sp>
      <p:sp>
        <p:nvSpPr>
          <p:cNvPr id="5" name="Content Placeholder 8">
            <a:extLst>
              <a:ext uri="{FF2B5EF4-FFF2-40B4-BE49-F238E27FC236}">
                <a16:creationId xmlns:a16="http://schemas.microsoft.com/office/drawing/2014/main" id="{C031AA0C-A2A7-B56D-9661-B2A56DD37D19}"/>
              </a:ext>
              <a:ext uri="{C183D7F6-B498-43B3-948B-1728B52AA6E4}">
                <adec:decorative xmlns:adec="http://schemas.microsoft.com/office/drawing/2017/decorative" val="0"/>
              </a:ext>
            </a:extLst>
          </p:cNvPr>
          <p:cNvSpPr>
            <a:spLocks noGrp="1"/>
          </p:cNvSpPr>
          <p:nvPr>
            <p:ph sz="quarter" idx="17" hasCustomPrompt="1"/>
          </p:nvPr>
        </p:nvSpPr>
        <p:spPr>
          <a:xfrm>
            <a:off x="521208" y="5730282"/>
            <a:ext cx="2349499" cy="266701"/>
          </a:xfrm>
        </p:spPr>
        <p:txBody>
          <a:bodyPr lIns="0" tIns="0" rIns="0" bIns="0" anchor="b">
            <a:noAutofit/>
          </a:bodyPr>
          <a:lstStyle>
            <a:lvl1pPr marL="0" indent="0">
              <a:spcBef>
                <a:spcPts val="0"/>
              </a:spcBef>
              <a:buNone/>
              <a:defRPr sz="1600"/>
            </a:lvl1pPr>
            <a:lvl2pPr>
              <a:defRPr sz="1600"/>
            </a:lvl2pPr>
            <a:lvl3pPr>
              <a:defRPr sz="1600"/>
            </a:lvl3pPr>
            <a:lvl4pPr>
              <a:defRPr sz="1600"/>
            </a:lvl4pPr>
            <a:lvl5pPr>
              <a:defRPr sz="1600"/>
            </a:lvl5pPr>
          </a:lstStyle>
          <a:p>
            <a:r>
              <a:rPr lang="en-US" sz="1600"/>
              <a:t>Presenter Name</a:t>
            </a:r>
          </a:p>
        </p:txBody>
      </p:sp>
      <p:sp>
        <p:nvSpPr>
          <p:cNvPr id="4" name="Date Placeholder 3">
            <a:extLst>
              <a:ext uri="{FF2B5EF4-FFF2-40B4-BE49-F238E27FC236}">
                <a16:creationId xmlns:a16="http://schemas.microsoft.com/office/drawing/2014/main" id="{B018A332-DECC-D8DD-0E19-762C6FFB93F7}"/>
              </a:ext>
            </a:extLst>
          </p:cNvPr>
          <p:cNvSpPr>
            <a:spLocks noGrp="1"/>
          </p:cNvSpPr>
          <p:nvPr>
            <p:ph type="dt" sz="half" idx="10"/>
          </p:nvPr>
        </p:nvSpPr>
        <p:spPr>
          <a:xfrm>
            <a:off x="657225" y="6400800"/>
            <a:ext cx="2743200" cy="266700"/>
          </a:xfrm>
        </p:spPr>
        <p:txBody>
          <a:bodyPr lIns="0" tIns="0" rIns="0" bIns="0"/>
          <a:lstStyle/>
          <a:p>
            <a:r>
              <a:rPr lang="en-US" altLang="zh-CN" dirty="0"/>
              <a:t>03/12/2025</a:t>
            </a:r>
            <a:fld id="{FD138C57-8E3B-4697-92F8-0ED9B71F7E17}" type="datetime1">
              <a:rPr lang="en-US" smtClean="0"/>
              <a:t>3/5/2026</a:t>
            </a:fld>
            <a:endParaRPr lang="en-US"/>
          </a:p>
        </p:txBody>
      </p:sp>
      <p:sp>
        <p:nvSpPr>
          <p:cNvPr id="3" name="Footer Placeholder 4">
            <a:extLst>
              <a:ext uri="{FF2B5EF4-FFF2-40B4-BE49-F238E27FC236}">
                <a16:creationId xmlns:a16="http://schemas.microsoft.com/office/drawing/2014/main" id="{94EB1C08-1A28-5224-563E-C8AF24A3F32D}"/>
              </a:ext>
            </a:extLst>
          </p:cNvPr>
          <p:cNvSpPr>
            <a:spLocks noGrp="1"/>
          </p:cNvSpPr>
          <p:nvPr>
            <p:ph type="ftr" sz="quarter" idx="11"/>
          </p:nvPr>
        </p:nvSpPr>
        <p:spPr>
          <a:xfrm>
            <a:off x="4267200" y="6400800"/>
            <a:ext cx="3657600" cy="266700"/>
          </a:xfrm>
        </p:spPr>
        <p:txBody>
          <a:bodyPr lIns="0" tIns="0" rIns="0" bIns="0"/>
          <a:lstStyle>
            <a:lvl1pPr algn="ctr">
              <a:defRPr/>
            </a:lvl1pPr>
          </a:lstStyle>
          <a:p>
            <a:r>
              <a:rPr lang="en-US"/>
              <a:t>Sample Footer Text</a:t>
            </a:r>
          </a:p>
        </p:txBody>
      </p:sp>
      <p:sp>
        <p:nvSpPr>
          <p:cNvPr id="2" name="Slide Number Placeholder 5">
            <a:extLst>
              <a:ext uri="{FF2B5EF4-FFF2-40B4-BE49-F238E27FC236}">
                <a16:creationId xmlns:a16="http://schemas.microsoft.com/office/drawing/2014/main" id="{45529DAF-CFD3-BC3E-C570-099DAEEB004E}"/>
              </a:ext>
            </a:extLst>
          </p:cNvPr>
          <p:cNvSpPr>
            <a:spLocks noGrp="1"/>
          </p:cNvSpPr>
          <p:nvPr>
            <p:ph type="sldNum" sz="quarter" idx="12"/>
          </p:nvPr>
        </p:nvSpPr>
        <p:spPr>
          <a:xfrm>
            <a:off x="8274049" y="6400800"/>
            <a:ext cx="3241675" cy="266700"/>
          </a:xfrm>
        </p:spPr>
        <p:txBody>
          <a:bodyPr lIns="0" tIns="0" rIns="0" bIns="0"/>
          <a:lstStyle>
            <a:lvl1pPr algn="r">
              <a:defRPr>
                <a:solidFill>
                  <a:schemeClr val="bg1"/>
                </a:solidFill>
              </a:defRPr>
            </a:lvl1pPr>
          </a:lstStyle>
          <a:p>
            <a:fld id="{CC057153-B650-4DEB-B370-79DDCFDCE934}" type="slidenum">
              <a:rPr lang="en-US" smtClean="0"/>
              <a:pPr/>
              <a:t>‹#›</a:t>
            </a:fld>
            <a:endParaRPr lang="en-US"/>
          </a:p>
        </p:txBody>
      </p:sp>
      <p:sp>
        <p:nvSpPr>
          <p:cNvPr id="18" name="Rectangle 9">
            <a:extLst>
              <a:ext uri="{FF2B5EF4-FFF2-40B4-BE49-F238E27FC236}">
                <a16:creationId xmlns:a16="http://schemas.microsoft.com/office/drawing/2014/main" id="{1C113ED2-FAFE-A686-C43C-7C104C28E34D}"/>
              </a:ext>
              <a:ext uri="{C183D7F6-B498-43B3-948B-1728B52AA6E4}">
                <adec:decorative xmlns:adec="http://schemas.microsoft.com/office/drawing/2017/decorative" val="1"/>
              </a:ext>
            </a:extLst>
          </p:cNvPr>
          <p:cNvSpPr/>
          <p:nvPr userDrawn="1"/>
        </p:nvSpPr>
        <p:spPr>
          <a:xfrm rot="5400000">
            <a:off x="103515" y="-103514"/>
            <a:ext cx="274322" cy="481353"/>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17" name="Rectangle 8">
            <a:extLst>
              <a:ext uri="{FF2B5EF4-FFF2-40B4-BE49-F238E27FC236}">
                <a16:creationId xmlns:a16="http://schemas.microsoft.com/office/drawing/2014/main" id="{1580C5C3-0FF4-BA92-445D-48CC4C54FBD7}"/>
              </a:ext>
              <a:ext uri="{C183D7F6-B498-43B3-948B-1728B52AA6E4}">
                <adec:decorative xmlns:adec="http://schemas.microsoft.com/office/drawing/2017/decorative" val="1"/>
              </a:ext>
            </a:extLst>
          </p:cNvPr>
          <p:cNvSpPr/>
          <p:nvPr userDrawn="1"/>
        </p:nvSpPr>
        <p:spPr>
          <a:xfrm rot="5400000">
            <a:off x="1183663" y="-700191"/>
            <a:ext cx="274322" cy="167470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Rectangle 6">
            <a:extLst>
              <a:ext uri="{FF2B5EF4-FFF2-40B4-BE49-F238E27FC236}">
                <a16:creationId xmlns:a16="http://schemas.microsoft.com/office/drawing/2014/main" id="{EAB71EF6-F4ED-6CD6-E0C2-EAB75D0F052A}"/>
              </a:ext>
              <a:ext uri="{C183D7F6-B498-43B3-948B-1728B52AA6E4}">
                <adec:decorative xmlns:adec="http://schemas.microsoft.com/office/drawing/2017/decorative" val="1"/>
              </a:ext>
            </a:extLst>
          </p:cNvPr>
          <p:cNvSpPr/>
          <p:nvPr userDrawn="1"/>
        </p:nvSpPr>
        <p:spPr>
          <a:xfrm rot="10800000">
            <a:off x="9821333" y="0"/>
            <a:ext cx="2370665" cy="2456494"/>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zh-CN" altLang="en-US">
              <a:solidFill>
                <a:schemeClr val="lt1"/>
              </a:solidFill>
            </a:endParaRPr>
          </a:p>
        </p:txBody>
      </p:sp>
      <p:sp>
        <p:nvSpPr>
          <p:cNvPr id="11" name="Freeform: Shape 59">
            <a:extLst>
              <a:ext uri="{FF2B5EF4-FFF2-40B4-BE49-F238E27FC236}">
                <a16:creationId xmlns:a16="http://schemas.microsoft.com/office/drawing/2014/main" id="{B24268F0-A8A4-E399-5FC5-6384B8BD966E}"/>
              </a:ext>
              <a:ext uri="{C183D7F6-B498-43B3-948B-1728B52AA6E4}">
                <adec:decorative xmlns:adec="http://schemas.microsoft.com/office/drawing/2017/decorative" val="1"/>
              </a:ext>
            </a:extLst>
          </p:cNvPr>
          <p:cNvSpPr/>
          <p:nvPr userDrawn="1"/>
        </p:nvSpPr>
        <p:spPr>
          <a:xfrm flipH="1" flipV="1">
            <a:off x="9835107" y="-1"/>
            <a:ext cx="2356893" cy="2456489"/>
          </a:xfrm>
          <a:custGeom>
            <a:avLst/>
            <a:gdLst>
              <a:gd name="connsiteX0" fmla="*/ 1497298 w 1497298"/>
              <a:gd name="connsiteY0" fmla="*/ 0 h 1457281"/>
              <a:gd name="connsiteX1" fmla="*/ 0 w 1497298"/>
              <a:gd name="connsiteY1" fmla="*/ 0 h 1457281"/>
              <a:gd name="connsiteX2" fmla="*/ 0 w 1497298"/>
              <a:gd name="connsiteY2" fmla="*/ 1457281 h 1457281"/>
            </a:gdLst>
            <a:ahLst/>
            <a:cxnLst>
              <a:cxn ang="0">
                <a:pos x="connsiteX0" y="connsiteY0"/>
              </a:cxn>
              <a:cxn ang="0">
                <a:pos x="connsiteX1" y="connsiteY1"/>
              </a:cxn>
              <a:cxn ang="0">
                <a:pos x="connsiteX2" y="connsiteY2"/>
              </a:cxn>
            </a:cxnLst>
            <a:rect l="l" t="t" r="r" b="b"/>
            <a:pathLst>
              <a:path w="1497298" h="1457281">
                <a:moveTo>
                  <a:pt x="1497298" y="0"/>
                </a:moveTo>
                <a:lnTo>
                  <a:pt x="0" y="0"/>
                </a:lnTo>
                <a:lnTo>
                  <a:pt x="0" y="1457281"/>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zh-CN" altLang="en-US">
              <a:solidFill>
                <a:schemeClr val="lt1"/>
              </a:solidFill>
            </a:endParaRPr>
          </a:p>
        </p:txBody>
      </p:sp>
      <p:sp>
        <p:nvSpPr>
          <p:cNvPr id="7" name="Rectangle 6">
            <a:extLst>
              <a:ext uri="{FF2B5EF4-FFF2-40B4-BE49-F238E27FC236}">
                <a16:creationId xmlns:a16="http://schemas.microsoft.com/office/drawing/2014/main" id="{70AC4EA9-78A7-EDEB-A4B1-0E44AB2263C7}"/>
              </a:ext>
              <a:ext uri="{C183D7F6-B498-43B3-948B-1728B52AA6E4}">
                <adec:decorative xmlns:adec="http://schemas.microsoft.com/office/drawing/2017/decorative" val="1"/>
              </a:ext>
            </a:extLst>
          </p:cNvPr>
          <p:cNvSpPr/>
          <p:nvPr userDrawn="1"/>
        </p:nvSpPr>
        <p:spPr>
          <a:xfrm rot="10800000">
            <a:off x="9821331" y="2456493"/>
            <a:ext cx="2370668" cy="2101947"/>
          </a:xfrm>
          <a:prstGeom prst="rect">
            <a:avLst/>
          </a:prstGeom>
          <a:solidFill>
            <a:schemeClr val="accent3"/>
          </a:solidFill>
          <a:ln w="9525" cap="flat">
            <a:noFill/>
            <a:prstDash val="solid"/>
            <a:miter/>
          </a:ln>
        </p:spPr>
        <p:txBody>
          <a:bodyPr rtlCol="0" anchor="ctr"/>
          <a:lstStyle/>
          <a:p>
            <a:pPr lvl="0"/>
            <a:endParaRPr lang="zh-CN" altLang="en-US">
              <a:solidFill>
                <a:schemeClr val="tx1"/>
              </a:solidFill>
            </a:endParaRPr>
          </a:p>
        </p:txBody>
      </p:sp>
      <p:sp>
        <p:nvSpPr>
          <p:cNvPr id="10" name="Freeform: Shape 18">
            <a:extLst>
              <a:ext uri="{FF2B5EF4-FFF2-40B4-BE49-F238E27FC236}">
                <a16:creationId xmlns:a16="http://schemas.microsoft.com/office/drawing/2014/main" id="{ACCD3CEE-6646-969D-7160-69226A1B7832}"/>
              </a:ext>
              <a:ext uri="{C183D7F6-B498-43B3-948B-1728B52AA6E4}">
                <adec:decorative xmlns:adec="http://schemas.microsoft.com/office/drawing/2017/decorative" val="1"/>
              </a:ext>
            </a:extLst>
          </p:cNvPr>
          <p:cNvSpPr/>
          <p:nvPr userDrawn="1"/>
        </p:nvSpPr>
        <p:spPr>
          <a:xfrm rot="5400000" flipV="1">
            <a:off x="10444462" y="2810904"/>
            <a:ext cx="1124412" cy="2370664"/>
          </a:xfrm>
          <a:custGeom>
            <a:avLst/>
            <a:gdLst>
              <a:gd name="connsiteX0" fmla="*/ 600765 w 600765"/>
              <a:gd name="connsiteY0" fmla="*/ 0 h 1266628"/>
              <a:gd name="connsiteX1" fmla="*/ 600765 w 600765"/>
              <a:gd name="connsiteY1" fmla="*/ 1266628 h 1266628"/>
              <a:gd name="connsiteX2" fmla="*/ 508593 w 600765"/>
              <a:gd name="connsiteY2" fmla="*/ 1257336 h 1266628"/>
              <a:gd name="connsiteX3" fmla="*/ 0 w 600765"/>
              <a:gd name="connsiteY3" fmla="*/ 633314 h 1266628"/>
              <a:gd name="connsiteX4" fmla="*/ 508593 w 600765"/>
              <a:gd name="connsiteY4" fmla="*/ 9292 h 12666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0765" h="1266628">
                <a:moveTo>
                  <a:pt x="600765" y="0"/>
                </a:moveTo>
                <a:lnTo>
                  <a:pt x="600765" y="1266628"/>
                </a:lnTo>
                <a:lnTo>
                  <a:pt x="508593" y="1257336"/>
                </a:lnTo>
                <a:cubicBezTo>
                  <a:pt x="218339" y="1197942"/>
                  <a:pt x="0" y="941126"/>
                  <a:pt x="0" y="633314"/>
                </a:cubicBezTo>
                <a:cubicBezTo>
                  <a:pt x="0" y="325502"/>
                  <a:pt x="218339" y="68686"/>
                  <a:pt x="508593" y="9292"/>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Tree>
    <p:extLst>
      <p:ext uri="{BB962C8B-B14F-4D97-AF65-F5344CB8AC3E}">
        <p14:creationId xmlns:p14="http://schemas.microsoft.com/office/powerpoint/2010/main" val="3381193947"/>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2">
    <p:spTree>
      <p:nvGrpSpPr>
        <p:cNvPr id="1" name=""/>
        <p:cNvGrpSpPr/>
        <p:nvPr/>
      </p:nvGrpSpPr>
      <p:grpSpPr>
        <a:xfrm>
          <a:off x="0" y="0"/>
          <a:ext cx="0" cy="0"/>
          <a:chOff x="0" y="0"/>
          <a:chExt cx="0" cy="0"/>
        </a:xfrm>
      </p:grpSpPr>
      <p:sp>
        <p:nvSpPr>
          <p:cNvPr id="9" name="Rectangle 6">
            <a:extLst>
              <a:ext uri="{FF2B5EF4-FFF2-40B4-BE49-F238E27FC236}">
                <a16:creationId xmlns:a16="http://schemas.microsoft.com/office/drawing/2014/main" id="{3184A5B9-E2EB-CB8F-9FCE-B435678BB4BB}"/>
              </a:ext>
              <a:ext uri="{C183D7F6-B498-43B3-948B-1728B52AA6E4}">
                <adec:decorative xmlns:adec="http://schemas.microsoft.com/office/drawing/2017/decorative" val="1"/>
              </a:ext>
            </a:extLst>
          </p:cNvPr>
          <p:cNvSpPr/>
          <p:nvPr userDrawn="1"/>
        </p:nvSpPr>
        <p:spPr>
          <a:xfrm rot="10800000">
            <a:off x="9937750" y="3696527"/>
            <a:ext cx="2254248" cy="3163005"/>
          </a:xfrm>
          <a:prstGeom prst="rect">
            <a:avLst/>
          </a:prstGeom>
          <a:solidFill>
            <a:schemeClr val="accent1"/>
          </a:solidFill>
          <a:ln w="9525" cap="flat">
            <a:noFill/>
            <a:prstDash val="solid"/>
            <a:miter/>
          </a:ln>
        </p:spPr>
        <p:txBody>
          <a:bodyPr rtlCol="0" anchor="ctr"/>
          <a:lstStyle/>
          <a:p>
            <a:pPr lvl="0"/>
            <a:endParaRPr lang="zh-CN" altLang="en-US">
              <a:solidFill>
                <a:schemeClr val="tx1"/>
              </a:solidFill>
            </a:endParaRPr>
          </a:p>
        </p:txBody>
      </p:sp>
      <p:sp>
        <p:nvSpPr>
          <p:cNvPr id="14" name="Freeform: Shape 9">
            <a:extLst>
              <a:ext uri="{FF2B5EF4-FFF2-40B4-BE49-F238E27FC236}">
                <a16:creationId xmlns:a16="http://schemas.microsoft.com/office/drawing/2014/main" id="{BEF628E3-8F76-0E9D-3DEE-A459731EFF5F}"/>
              </a:ext>
              <a:ext uri="{C183D7F6-B498-43B3-948B-1728B52AA6E4}">
                <adec:decorative xmlns:adec="http://schemas.microsoft.com/office/drawing/2017/decorative" val="1"/>
              </a:ext>
            </a:extLst>
          </p:cNvPr>
          <p:cNvSpPr/>
          <p:nvPr userDrawn="1"/>
        </p:nvSpPr>
        <p:spPr>
          <a:xfrm flipV="1">
            <a:off x="9937750" y="5736197"/>
            <a:ext cx="2254250" cy="1121803"/>
          </a:xfrm>
          <a:custGeom>
            <a:avLst/>
            <a:gdLst>
              <a:gd name="connsiteX0" fmla="*/ 0 w 2351450"/>
              <a:gd name="connsiteY0" fmla="*/ 0 h 1170173"/>
              <a:gd name="connsiteX1" fmla="*/ 2351450 w 2351450"/>
              <a:gd name="connsiteY1" fmla="*/ 0 h 1170173"/>
              <a:gd name="connsiteX2" fmla="*/ 2345674 w 2351450"/>
              <a:gd name="connsiteY2" fmla="*/ 114394 h 1170173"/>
              <a:gd name="connsiteX3" fmla="*/ 1175725 w 2351450"/>
              <a:gd name="connsiteY3" fmla="*/ 1170173 h 1170173"/>
              <a:gd name="connsiteX4" fmla="*/ 5777 w 2351450"/>
              <a:gd name="connsiteY4" fmla="*/ 114394 h 11701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51450" h="1170173">
                <a:moveTo>
                  <a:pt x="0" y="0"/>
                </a:moveTo>
                <a:lnTo>
                  <a:pt x="2351450" y="0"/>
                </a:lnTo>
                <a:lnTo>
                  <a:pt x="2345674" y="114394"/>
                </a:lnTo>
                <a:cubicBezTo>
                  <a:pt x="2285450" y="707410"/>
                  <a:pt x="1784630" y="1170173"/>
                  <a:pt x="1175725" y="1170173"/>
                </a:cubicBezTo>
                <a:cubicBezTo>
                  <a:pt x="566821" y="1170173"/>
                  <a:pt x="66001" y="707410"/>
                  <a:pt x="5777" y="114394"/>
                </a:cubicBez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GB"/>
          </a:p>
        </p:txBody>
      </p:sp>
      <p:sp>
        <p:nvSpPr>
          <p:cNvPr id="11" name="Title 1">
            <a:extLst>
              <a:ext uri="{FF2B5EF4-FFF2-40B4-BE49-F238E27FC236}">
                <a16:creationId xmlns:a16="http://schemas.microsoft.com/office/drawing/2014/main" id="{794A9AA8-C219-474F-E074-634356B77D9C}"/>
              </a:ext>
            </a:extLst>
          </p:cNvPr>
          <p:cNvSpPr>
            <a:spLocks noGrp="1"/>
          </p:cNvSpPr>
          <p:nvPr>
            <p:ph type="ctrTitle" hasCustomPrompt="1"/>
          </p:nvPr>
        </p:nvSpPr>
        <p:spPr>
          <a:xfrm>
            <a:off x="657225" y="837382"/>
            <a:ext cx="7837069" cy="3696518"/>
          </a:xfrm>
        </p:spPr>
        <p:txBody>
          <a:bodyPr anchor="b">
            <a:noAutofit/>
          </a:bodyPr>
          <a:lstStyle>
            <a:lvl1pPr algn="l">
              <a:defRPr sz="5400"/>
            </a:lvl1pPr>
          </a:lstStyle>
          <a:p>
            <a:r>
              <a:rPr lang="en-US"/>
              <a:t>Click to edit Master title style</a:t>
            </a:r>
            <a:endParaRPr lang="en-CN"/>
          </a:p>
        </p:txBody>
      </p:sp>
      <p:sp>
        <p:nvSpPr>
          <p:cNvPr id="13" name="Subtitle 2">
            <a:extLst>
              <a:ext uri="{FF2B5EF4-FFF2-40B4-BE49-F238E27FC236}">
                <a16:creationId xmlns:a16="http://schemas.microsoft.com/office/drawing/2014/main" id="{12979924-61C7-4C37-EAF2-46A0A2A2D13E}"/>
              </a:ext>
            </a:extLst>
          </p:cNvPr>
          <p:cNvSpPr>
            <a:spLocks noGrp="1"/>
          </p:cNvSpPr>
          <p:nvPr>
            <p:ph type="subTitle" idx="1" hasCustomPrompt="1"/>
          </p:nvPr>
        </p:nvSpPr>
        <p:spPr>
          <a:xfrm>
            <a:off x="657225" y="4648199"/>
            <a:ext cx="7837070" cy="1042877"/>
          </a:xfrm>
        </p:spPr>
        <p:txBody>
          <a:bodyPr>
            <a:noAutofit/>
          </a:bodyPr>
          <a:lstStyle>
            <a:lvl1pPr marL="0" indent="0" algn="l">
              <a:lnSpc>
                <a:spcPct val="100000"/>
              </a:lnSpc>
              <a:spcBef>
                <a:spcPts val="0"/>
              </a:spcBef>
              <a:buNone/>
              <a:defRPr sz="3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CN"/>
          </a:p>
        </p:txBody>
      </p:sp>
      <p:sp>
        <p:nvSpPr>
          <p:cNvPr id="7" name="Content Placeholder 8">
            <a:extLst>
              <a:ext uri="{FF2B5EF4-FFF2-40B4-BE49-F238E27FC236}">
                <a16:creationId xmlns:a16="http://schemas.microsoft.com/office/drawing/2014/main" id="{946F423E-A433-4DDE-A3C0-3165FE754F65}"/>
              </a:ext>
              <a:ext uri="{C183D7F6-B498-43B3-948B-1728B52AA6E4}">
                <adec:decorative xmlns:adec="http://schemas.microsoft.com/office/drawing/2017/decorative" val="0"/>
              </a:ext>
            </a:extLst>
          </p:cNvPr>
          <p:cNvSpPr>
            <a:spLocks noGrp="1"/>
          </p:cNvSpPr>
          <p:nvPr>
            <p:ph sz="quarter" idx="17" hasCustomPrompt="1"/>
          </p:nvPr>
        </p:nvSpPr>
        <p:spPr>
          <a:xfrm>
            <a:off x="657225" y="5883110"/>
            <a:ext cx="2349499" cy="266701"/>
          </a:xfrm>
        </p:spPr>
        <p:txBody>
          <a:bodyPr lIns="0" tIns="0" rIns="0" bIns="0" anchor="b">
            <a:noAutofit/>
          </a:bodyPr>
          <a:lstStyle>
            <a:lvl1pPr marL="0" indent="0">
              <a:spcBef>
                <a:spcPts val="0"/>
              </a:spcBef>
              <a:buNone/>
              <a:defRPr sz="1600"/>
            </a:lvl1pPr>
            <a:lvl2pPr>
              <a:defRPr sz="1600"/>
            </a:lvl2pPr>
            <a:lvl3pPr>
              <a:defRPr sz="1600"/>
            </a:lvl3pPr>
            <a:lvl4pPr>
              <a:defRPr sz="1600"/>
            </a:lvl4pPr>
            <a:lvl5pPr>
              <a:defRPr sz="1600"/>
            </a:lvl5pPr>
          </a:lstStyle>
          <a:p>
            <a:r>
              <a:rPr lang="en-US" sz="1600"/>
              <a:t>Presenter Name</a:t>
            </a:r>
          </a:p>
        </p:txBody>
      </p:sp>
      <p:sp>
        <p:nvSpPr>
          <p:cNvPr id="6" name="Date Placeholder 3">
            <a:extLst>
              <a:ext uri="{FF2B5EF4-FFF2-40B4-BE49-F238E27FC236}">
                <a16:creationId xmlns:a16="http://schemas.microsoft.com/office/drawing/2014/main" id="{F24AAE30-F15B-1702-BB62-5EF514C38710}"/>
              </a:ext>
            </a:extLst>
          </p:cNvPr>
          <p:cNvSpPr>
            <a:spLocks noGrp="1"/>
          </p:cNvSpPr>
          <p:nvPr>
            <p:ph type="dt" sz="half" idx="10"/>
          </p:nvPr>
        </p:nvSpPr>
        <p:spPr>
          <a:xfrm>
            <a:off x="657225" y="6400800"/>
            <a:ext cx="2743200" cy="266700"/>
          </a:xfrm>
        </p:spPr>
        <p:txBody>
          <a:bodyPr lIns="0" tIns="0" rIns="0" bIns="0"/>
          <a:lstStyle/>
          <a:p>
            <a:r>
              <a:rPr lang="en-US" altLang="zh-CN" dirty="0"/>
              <a:t>03/12/2025</a:t>
            </a:r>
            <a:fld id="{FD138C57-8E3B-4697-92F8-0ED9B71F7E17}" type="datetime1">
              <a:rPr lang="en-US" smtClean="0"/>
              <a:t>3/5/2026</a:t>
            </a:fld>
            <a:endParaRPr lang="en-US"/>
          </a:p>
        </p:txBody>
      </p:sp>
      <p:sp>
        <p:nvSpPr>
          <p:cNvPr id="5" name="Footer Placeholder 4">
            <a:extLst>
              <a:ext uri="{FF2B5EF4-FFF2-40B4-BE49-F238E27FC236}">
                <a16:creationId xmlns:a16="http://schemas.microsoft.com/office/drawing/2014/main" id="{BFE3F5C5-ED4D-E322-2AF6-F166C684C082}"/>
              </a:ext>
            </a:extLst>
          </p:cNvPr>
          <p:cNvSpPr>
            <a:spLocks noGrp="1"/>
          </p:cNvSpPr>
          <p:nvPr>
            <p:ph type="ftr" sz="quarter" idx="11"/>
          </p:nvPr>
        </p:nvSpPr>
        <p:spPr>
          <a:xfrm>
            <a:off x="4267200" y="6400800"/>
            <a:ext cx="3657600" cy="266700"/>
          </a:xfrm>
        </p:spPr>
        <p:txBody>
          <a:bodyPr lIns="0" tIns="0" rIns="0" bIns="0"/>
          <a:lstStyle>
            <a:lvl1pPr algn="ctr">
              <a:defRPr/>
            </a:lvl1pPr>
          </a:lstStyle>
          <a:p>
            <a:r>
              <a:rPr lang="en-US"/>
              <a:t>Sample Footer Text</a:t>
            </a:r>
          </a:p>
        </p:txBody>
      </p:sp>
      <p:sp>
        <p:nvSpPr>
          <p:cNvPr id="4" name="Slide Number Placeholder 5">
            <a:extLst>
              <a:ext uri="{FF2B5EF4-FFF2-40B4-BE49-F238E27FC236}">
                <a16:creationId xmlns:a16="http://schemas.microsoft.com/office/drawing/2014/main" id="{C3C27666-6814-D528-A7CD-540241E7CA1E}"/>
              </a:ext>
            </a:extLst>
          </p:cNvPr>
          <p:cNvSpPr>
            <a:spLocks noGrp="1"/>
          </p:cNvSpPr>
          <p:nvPr>
            <p:ph type="sldNum" sz="quarter" idx="12"/>
          </p:nvPr>
        </p:nvSpPr>
        <p:spPr>
          <a:xfrm>
            <a:off x="8274049" y="6400800"/>
            <a:ext cx="3241675" cy="266700"/>
          </a:xfrm>
        </p:spPr>
        <p:txBody>
          <a:bodyPr lIns="0" tIns="0" rIns="0" bIns="0"/>
          <a:lstStyle>
            <a:lvl1pPr algn="r">
              <a:defRPr/>
            </a:lvl1pPr>
          </a:lstStyle>
          <a:p>
            <a:fld id="{CC057153-B650-4DEB-B370-79DDCFDCE934}" type="slidenum">
              <a:rPr lang="en-US" smtClean="0"/>
              <a:pPr/>
              <a:t>‹#›</a:t>
            </a:fld>
            <a:endParaRPr lang="en-US"/>
          </a:p>
        </p:txBody>
      </p:sp>
      <p:sp>
        <p:nvSpPr>
          <p:cNvPr id="32" name="Rectangle 8">
            <a:extLst>
              <a:ext uri="{FF2B5EF4-FFF2-40B4-BE49-F238E27FC236}">
                <a16:creationId xmlns:a16="http://schemas.microsoft.com/office/drawing/2014/main" id="{75F1C151-830E-3940-1AE4-FB8D2BD625B9}"/>
              </a:ext>
              <a:ext uri="{C183D7F6-B498-43B3-948B-1728B52AA6E4}">
                <adec:decorative xmlns:adec="http://schemas.microsoft.com/office/drawing/2017/decorative" val="1"/>
              </a:ext>
            </a:extLst>
          </p:cNvPr>
          <p:cNvSpPr/>
          <p:nvPr userDrawn="1"/>
        </p:nvSpPr>
        <p:spPr>
          <a:xfrm rot="5400000">
            <a:off x="1183663" y="-700191"/>
            <a:ext cx="274322" cy="167470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Rectangle 9">
            <a:extLst>
              <a:ext uri="{FF2B5EF4-FFF2-40B4-BE49-F238E27FC236}">
                <a16:creationId xmlns:a16="http://schemas.microsoft.com/office/drawing/2014/main" id="{219F9CAC-9EAC-C1A6-0F7E-3F8E87DFD824}"/>
              </a:ext>
              <a:ext uri="{C183D7F6-B498-43B3-948B-1728B52AA6E4}">
                <adec:decorative xmlns:adec="http://schemas.microsoft.com/office/drawing/2017/decorative" val="1"/>
              </a:ext>
            </a:extLst>
          </p:cNvPr>
          <p:cNvSpPr/>
          <p:nvPr userDrawn="1"/>
        </p:nvSpPr>
        <p:spPr>
          <a:xfrm rot="5400000">
            <a:off x="104574" y="-104573"/>
            <a:ext cx="274322" cy="483472"/>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10" name="Rectangle 6">
            <a:extLst>
              <a:ext uri="{FF2B5EF4-FFF2-40B4-BE49-F238E27FC236}">
                <a16:creationId xmlns:a16="http://schemas.microsoft.com/office/drawing/2014/main" id="{1173937D-CDC9-73E6-6B3E-2447EC17AC90}"/>
              </a:ext>
              <a:ext uri="{C183D7F6-B498-43B3-948B-1728B52AA6E4}">
                <adec:decorative xmlns:adec="http://schemas.microsoft.com/office/drawing/2017/decorative" val="1"/>
              </a:ext>
            </a:extLst>
          </p:cNvPr>
          <p:cNvSpPr/>
          <p:nvPr userDrawn="1"/>
        </p:nvSpPr>
        <p:spPr>
          <a:xfrm rot="10800000">
            <a:off x="9937750" y="1"/>
            <a:ext cx="2254248" cy="3694993"/>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zh-CN" altLang="en-US">
              <a:solidFill>
                <a:schemeClr val="lt1"/>
              </a:solidFill>
            </a:endParaRPr>
          </a:p>
        </p:txBody>
      </p:sp>
      <p:sp>
        <p:nvSpPr>
          <p:cNvPr id="12" name="Freeform: Shape 59">
            <a:extLst>
              <a:ext uri="{FF2B5EF4-FFF2-40B4-BE49-F238E27FC236}">
                <a16:creationId xmlns:a16="http://schemas.microsoft.com/office/drawing/2014/main" id="{CBC384E9-DFB8-C4B8-FD41-571F33CD64EF}"/>
              </a:ext>
              <a:ext uri="{C183D7F6-B498-43B3-948B-1728B52AA6E4}">
                <adec:decorative xmlns:adec="http://schemas.microsoft.com/office/drawing/2017/decorative" val="1"/>
              </a:ext>
            </a:extLst>
          </p:cNvPr>
          <p:cNvSpPr/>
          <p:nvPr userDrawn="1"/>
        </p:nvSpPr>
        <p:spPr>
          <a:xfrm>
            <a:off x="9937750" y="-2"/>
            <a:ext cx="2254250" cy="3696519"/>
          </a:xfrm>
          <a:custGeom>
            <a:avLst/>
            <a:gdLst>
              <a:gd name="connsiteX0" fmla="*/ 1497298 w 1497298"/>
              <a:gd name="connsiteY0" fmla="*/ 0 h 1457281"/>
              <a:gd name="connsiteX1" fmla="*/ 0 w 1497298"/>
              <a:gd name="connsiteY1" fmla="*/ 0 h 1457281"/>
              <a:gd name="connsiteX2" fmla="*/ 0 w 1497298"/>
              <a:gd name="connsiteY2" fmla="*/ 1457281 h 1457281"/>
            </a:gdLst>
            <a:ahLst/>
            <a:cxnLst>
              <a:cxn ang="0">
                <a:pos x="connsiteX0" y="connsiteY0"/>
              </a:cxn>
              <a:cxn ang="0">
                <a:pos x="connsiteX1" y="connsiteY1"/>
              </a:cxn>
              <a:cxn ang="0">
                <a:pos x="connsiteX2" y="connsiteY2"/>
              </a:cxn>
            </a:cxnLst>
            <a:rect l="l" t="t" r="r" b="b"/>
            <a:pathLst>
              <a:path w="1497298" h="1457281">
                <a:moveTo>
                  <a:pt x="1497298" y="0"/>
                </a:moveTo>
                <a:lnTo>
                  <a:pt x="0" y="0"/>
                </a:lnTo>
                <a:lnTo>
                  <a:pt x="0" y="1457281"/>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zh-CN" altLang="en-US">
              <a:solidFill>
                <a:schemeClr val="lt1"/>
              </a:solidFill>
            </a:endParaRPr>
          </a:p>
        </p:txBody>
      </p:sp>
    </p:spTree>
    <p:extLst>
      <p:ext uri="{BB962C8B-B14F-4D97-AF65-F5344CB8AC3E}">
        <p14:creationId xmlns:p14="http://schemas.microsoft.com/office/powerpoint/2010/main" val="4252745961"/>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3">
    <p:spTree>
      <p:nvGrpSpPr>
        <p:cNvPr id="1" name=""/>
        <p:cNvGrpSpPr/>
        <p:nvPr/>
      </p:nvGrpSpPr>
      <p:grpSpPr>
        <a:xfrm>
          <a:off x="0" y="0"/>
          <a:ext cx="0" cy="0"/>
          <a:chOff x="0" y="0"/>
          <a:chExt cx="0" cy="0"/>
        </a:xfrm>
      </p:grpSpPr>
      <p:sp>
        <p:nvSpPr>
          <p:cNvPr id="24" name="Rectangle 8">
            <a:extLst>
              <a:ext uri="{FF2B5EF4-FFF2-40B4-BE49-F238E27FC236}">
                <a16:creationId xmlns:a16="http://schemas.microsoft.com/office/drawing/2014/main" id="{B97416E4-EDCD-B6B0-871B-59B523934176}"/>
              </a:ext>
              <a:ext uri="{C183D7F6-B498-43B3-948B-1728B52AA6E4}">
                <adec:decorative xmlns:adec="http://schemas.microsoft.com/office/drawing/2017/decorative" val="1"/>
              </a:ext>
            </a:extLst>
          </p:cNvPr>
          <p:cNvSpPr/>
          <p:nvPr userDrawn="1"/>
        </p:nvSpPr>
        <p:spPr>
          <a:xfrm rot="10800000" flipH="1" flipV="1">
            <a:off x="0" y="4558433"/>
            <a:ext cx="1498042" cy="2299568"/>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Freeform: Shape 59">
            <a:extLst>
              <a:ext uri="{FF2B5EF4-FFF2-40B4-BE49-F238E27FC236}">
                <a16:creationId xmlns:a16="http://schemas.microsoft.com/office/drawing/2014/main" id="{E2D01E03-0AE5-38F7-B2E7-A561D2D8E803}"/>
              </a:ext>
              <a:ext uri="{C183D7F6-B498-43B3-948B-1728B52AA6E4}">
                <adec:decorative xmlns:adec="http://schemas.microsoft.com/office/drawing/2017/decorative" val="1"/>
              </a:ext>
            </a:extLst>
          </p:cNvPr>
          <p:cNvSpPr/>
          <p:nvPr userDrawn="1"/>
        </p:nvSpPr>
        <p:spPr>
          <a:xfrm flipV="1">
            <a:off x="0" y="4558438"/>
            <a:ext cx="1498042" cy="2299562"/>
          </a:xfrm>
          <a:custGeom>
            <a:avLst/>
            <a:gdLst>
              <a:gd name="connsiteX0" fmla="*/ 1497298 w 1497298"/>
              <a:gd name="connsiteY0" fmla="*/ 0 h 1457281"/>
              <a:gd name="connsiteX1" fmla="*/ 0 w 1497298"/>
              <a:gd name="connsiteY1" fmla="*/ 0 h 1457281"/>
              <a:gd name="connsiteX2" fmla="*/ 0 w 1497298"/>
              <a:gd name="connsiteY2" fmla="*/ 1457281 h 1457281"/>
            </a:gdLst>
            <a:ahLst/>
            <a:cxnLst>
              <a:cxn ang="0">
                <a:pos x="connsiteX0" y="connsiteY0"/>
              </a:cxn>
              <a:cxn ang="0">
                <a:pos x="connsiteX1" y="connsiteY1"/>
              </a:cxn>
              <a:cxn ang="0">
                <a:pos x="connsiteX2" y="connsiteY2"/>
              </a:cxn>
            </a:cxnLst>
            <a:rect l="l" t="t" r="r" b="b"/>
            <a:pathLst>
              <a:path w="1497298" h="1457281">
                <a:moveTo>
                  <a:pt x="1497298" y="0"/>
                </a:moveTo>
                <a:lnTo>
                  <a:pt x="0" y="0"/>
                </a:lnTo>
                <a:lnTo>
                  <a:pt x="0" y="1457281"/>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zh-CN" altLang="en-US">
              <a:solidFill>
                <a:schemeClr val="lt1"/>
              </a:solidFill>
            </a:endParaRPr>
          </a:p>
        </p:txBody>
      </p:sp>
      <p:sp>
        <p:nvSpPr>
          <p:cNvPr id="31" name="Rectangle 8">
            <a:extLst>
              <a:ext uri="{FF2B5EF4-FFF2-40B4-BE49-F238E27FC236}">
                <a16:creationId xmlns:a16="http://schemas.microsoft.com/office/drawing/2014/main" id="{F6DBF5FB-1D7F-AA76-089E-78475F22BF99}"/>
              </a:ext>
              <a:ext uri="{C183D7F6-B498-43B3-948B-1728B52AA6E4}">
                <adec:decorative xmlns:adec="http://schemas.microsoft.com/office/drawing/2017/decorative" val="1"/>
              </a:ext>
            </a:extLst>
          </p:cNvPr>
          <p:cNvSpPr/>
          <p:nvPr userDrawn="1"/>
        </p:nvSpPr>
        <p:spPr>
          <a:xfrm rot="10800000" flipV="1">
            <a:off x="10693958" y="4558433"/>
            <a:ext cx="1498042" cy="2299568"/>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Freeform: Shape 59">
            <a:extLst>
              <a:ext uri="{FF2B5EF4-FFF2-40B4-BE49-F238E27FC236}">
                <a16:creationId xmlns:a16="http://schemas.microsoft.com/office/drawing/2014/main" id="{44A1C6DB-DBF1-64FE-805A-746B1CA7C39D}"/>
              </a:ext>
              <a:ext uri="{C183D7F6-B498-43B3-948B-1728B52AA6E4}">
                <adec:decorative xmlns:adec="http://schemas.microsoft.com/office/drawing/2017/decorative" val="1"/>
              </a:ext>
            </a:extLst>
          </p:cNvPr>
          <p:cNvSpPr/>
          <p:nvPr userDrawn="1"/>
        </p:nvSpPr>
        <p:spPr>
          <a:xfrm flipH="1" flipV="1">
            <a:off x="10693958" y="4558438"/>
            <a:ext cx="1498042" cy="2299562"/>
          </a:xfrm>
          <a:custGeom>
            <a:avLst/>
            <a:gdLst>
              <a:gd name="connsiteX0" fmla="*/ 1497298 w 1497298"/>
              <a:gd name="connsiteY0" fmla="*/ 0 h 1457281"/>
              <a:gd name="connsiteX1" fmla="*/ 0 w 1497298"/>
              <a:gd name="connsiteY1" fmla="*/ 0 h 1457281"/>
              <a:gd name="connsiteX2" fmla="*/ 0 w 1497298"/>
              <a:gd name="connsiteY2" fmla="*/ 1457281 h 1457281"/>
            </a:gdLst>
            <a:ahLst/>
            <a:cxnLst>
              <a:cxn ang="0">
                <a:pos x="connsiteX0" y="connsiteY0"/>
              </a:cxn>
              <a:cxn ang="0">
                <a:pos x="connsiteX1" y="connsiteY1"/>
              </a:cxn>
              <a:cxn ang="0">
                <a:pos x="connsiteX2" y="connsiteY2"/>
              </a:cxn>
            </a:cxnLst>
            <a:rect l="l" t="t" r="r" b="b"/>
            <a:pathLst>
              <a:path w="1497298" h="1457281">
                <a:moveTo>
                  <a:pt x="1497298" y="0"/>
                </a:moveTo>
                <a:lnTo>
                  <a:pt x="0" y="0"/>
                </a:lnTo>
                <a:lnTo>
                  <a:pt x="0" y="1457281"/>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zh-CN" altLang="en-US">
              <a:solidFill>
                <a:schemeClr val="lt1"/>
              </a:solidFill>
            </a:endParaRPr>
          </a:p>
        </p:txBody>
      </p:sp>
      <p:sp>
        <p:nvSpPr>
          <p:cNvPr id="9" name="Title 1">
            <a:extLst>
              <a:ext uri="{FF2B5EF4-FFF2-40B4-BE49-F238E27FC236}">
                <a16:creationId xmlns:a16="http://schemas.microsoft.com/office/drawing/2014/main" id="{F57D558E-B648-BBEB-46E0-F39608643FFC}"/>
              </a:ext>
            </a:extLst>
          </p:cNvPr>
          <p:cNvSpPr>
            <a:spLocks noGrp="1"/>
          </p:cNvSpPr>
          <p:nvPr>
            <p:ph type="ctrTitle" hasCustomPrompt="1"/>
          </p:nvPr>
        </p:nvSpPr>
        <p:spPr>
          <a:xfrm>
            <a:off x="2025650" y="1122363"/>
            <a:ext cx="8140700" cy="2387600"/>
          </a:xfrm>
        </p:spPr>
        <p:txBody>
          <a:bodyPr anchor="b">
            <a:noAutofit/>
          </a:bodyPr>
          <a:lstStyle>
            <a:lvl1pPr algn="ctr">
              <a:defRPr sz="5400"/>
            </a:lvl1pPr>
          </a:lstStyle>
          <a:p>
            <a:r>
              <a:rPr lang="en-US"/>
              <a:t>Click to edit Master title style</a:t>
            </a:r>
            <a:endParaRPr lang="en-CN"/>
          </a:p>
        </p:txBody>
      </p:sp>
      <p:sp>
        <p:nvSpPr>
          <p:cNvPr id="10" name="Subtitle 2">
            <a:extLst>
              <a:ext uri="{FF2B5EF4-FFF2-40B4-BE49-F238E27FC236}">
                <a16:creationId xmlns:a16="http://schemas.microsoft.com/office/drawing/2014/main" id="{6764C513-A87E-FCB7-156B-282EBAF01983}"/>
              </a:ext>
            </a:extLst>
          </p:cNvPr>
          <p:cNvSpPr>
            <a:spLocks noGrp="1"/>
          </p:cNvSpPr>
          <p:nvPr>
            <p:ph type="subTitle" idx="1" hasCustomPrompt="1"/>
          </p:nvPr>
        </p:nvSpPr>
        <p:spPr>
          <a:xfrm>
            <a:off x="2025650" y="3602038"/>
            <a:ext cx="8140700" cy="881062"/>
          </a:xfrm>
        </p:spPr>
        <p:txBody>
          <a:bodyPr>
            <a:noAutofit/>
          </a:bodyPr>
          <a:lstStyle>
            <a:lvl1pPr marL="0" indent="0" algn="ctr">
              <a:lnSpc>
                <a:spcPct val="100000"/>
              </a:lnSpc>
              <a:spcBef>
                <a:spcPts val="0"/>
              </a:spcBef>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CN"/>
          </a:p>
        </p:txBody>
      </p:sp>
      <p:sp>
        <p:nvSpPr>
          <p:cNvPr id="7" name="Content Placeholder 8">
            <a:extLst>
              <a:ext uri="{FF2B5EF4-FFF2-40B4-BE49-F238E27FC236}">
                <a16:creationId xmlns:a16="http://schemas.microsoft.com/office/drawing/2014/main" id="{3D9CC7D7-743B-85D5-5C99-E91249AF7EA0}"/>
              </a:ext>
              <a:ext uri="{C183D7F6-B498-43B3-948B-1728B52AA6E4}">
                <adec:decorative xmlns:adec="http://schemas.microsoft.com/office/drawing/2017/decorative" val="0"/>
              </a:ext>
            </a:extLst>
          </p:cNvPr>
          <p:cNvSpPr>
            <a:spLocks noGrp="1"/>
          </p:cNvSpPr>
          <p:nvPr>
            <p:ph sz="quarter" idx="17" hasCustomPrompt="1"/>
          </p:nvPr>
        </p:nvSpPr>
        <p:spPr>
          <a:xfrm>
            <a:off x="1981200" y="5793918"/>
            <a:ext cx="1801825" cy="266701"/>
          </a:xfrm>
        </p:spPr>
        <p:txBody>
          <a:bodyPr lIns="0" tIns="0" rIns="0" bIns="0" anchor="b">
            <a:noAutofit/>
          </a:bodyPr>
          <a:lstStyle>
            <a:lvl1pPr marL="0" indent="0" algn="l">
              <a:spcBef>
                <a:spcPts val="0"/>
              </a:spcBef>
              <a:buNone/>
              <a:defRPr sz="1600" baseline="0"/>
            </a:lvl1pPr>
            <a:lvl2pPr>
              <a:defRPr sz="1600"/>
            </a:lvl2pPr>
            <a:lvl3pPr>
              <a:defRPr sz="1600"/>
            </a:lvl3pPr>
            <a:lvl4pPr>
              <a:defRPr sz="1600"/>
            </a:lvl4pPr>
            <a:lvl5pPr>
              <a:defRPr sz="1600"/>
            </a:lvl5pPr>
          </a:lstStyle>
          <a:p>
            <a:r>
              <a:rPr lang="en-US" sz="1600"/>
              <a:t>Presenter Name</a:t>
            </a:r>
          </a:p>
        </p:txBody>
      </p:sp>
      <p:sp>
        <p:nvSpPr>
          <p:cNvPr id="6" name="Date Placeholder 3">
            <a:extLst>
              <a:ext uri="{FF2B5EF4-FFF2-40B4-BE49-F238E27FC236}">
                <a16:creationId xmlns:a16="http://schemas.microsoft.com/office/drawing/2014/main" id="{0FA3A1DD-04DE-1541-1FFF-3A707AF505FE}"/>
              </a:ext>
            </a:extLst>
          </p:cNvPr>
          <p:cNvSpPr>
            <a:spLocks noGrp="1"/>
          </p:cNvSpPr>
          <p:nvPr>
            <p:ph type="dt" sz="half" idx="10"/>
          </p:nvPr>
        </p:nvSpPr>
        <p:spPr>
          <a:xfrm>
            <a:off x="657225" y="6400800"/>
            <a:ext cx="2743200" cy="266700"/>
          </a:xfrm>
        </p:spPr>
        <p:txBody>
          <a:bodyPr lIns="0" tIns="0" rIns="0" bIns="0"/>
          <a:lstStyle>
            <a:lvl1pPr>
              <a:defRPr>
                <a:solidFill>
                  <a:schemeClr val="bg1"/>
                </a:solidFill>
              </a:defRPr>
            </a:lvl1pPr>
          </a:lstStyle>
          <a:p>
            <a:r>
              <a:rPr lang="en-US" altLang="zh-CN" dirty="0"/>
              <a:t>03/12/2025</a:t>
            </a:r>
            <a:fld id="{FD138C57-8E3B-4697-92F8-0ED9B71F7E17}" type="datetime1">
              <a:rPr lang="en-US" smtClean="0"/>
              <a:pPr/>
              <a:t>3/5/2026</a:t>
            </a:fld>
            <a:endParaRPr lang="en-US"/>
          </a:p>
        </p:txBody>
      </p:sp>
      <p:sp>
        <p:nvSpPr>
          <p:cNvPr id="5" name="Footer Placeholder 4">
            <a:extLst>
              <a:ext uri="{FF2B5EF4-FFF2-40B4-BE49-F238E27FC236}">
                <a16:creationId xmlns:a16="http://schemas.microsoft.com/office/drawing/2014/main" id="{BA47C9CB-6FF6-0287-178B-6CADEEB9D603}"/>
              </a:ext>
            </a:extLst>
          </p:cNvPr>
          <p:cNvSpPr>
            <a:spLocks noGrp="1"/>
          </p:cNvSpPr>
          <p:nvPr>
            <p:ph type="ftr" sz="quarter" idx="11"/>
          </p:nvPr>
        </p:nvSpPr>
        <p:spPr>
          <a:xfrm>
            <a:off x="4267200" y="6400800"/>
            <a:ext cx="3657600" cy="266700"/>
          </a:xfrm>
        </p:spPr>
        <p:txBody>
          <a:bodyPr lIns="0" tIns="0" rIns="0" bIns="0"/>
          <a:lstStyle>
            <a:lvl1pPr algn="ctr">
              <a:defRPr/>
            </a:lvl1pPr>
          </a:lstStyle>
          <a:p>
            <a:r>
              <a:rPr lang="en-US"/>
              <a:t>Sample Footer Text</a:t>
            </a:r>
          </a:p>
        </p:txBody>
      </p:sp>
      <p:sp>
        <p:nvSpPr>
          <p:cNvPr id="4" name="Slide Number Placeholder 5">
            <a:extLst>
              <a:ext uri="{FF2B5EF4-FFF2-40B4-BE49-F238E27FC236}">
                <a16:creationId xmlns:a16="http://schemas.microsoft.com/office/drawing/2014/main" id="{4084A680-FB9E-E42D-DDAA-5791A07BD3F5}"/>
              </a:ext>
            </a:extLst>
          </p:cNvPr>
          <p:cNvSpPr>
            <a:spLocks noGrp="1"/>
          </p:cNvSpPr>
          <p:nvPr>
            <p:ph type="sldNum" sz="quarter" idx="12"/>
          </p:nvPr>
        </p:nvSpPr>
        <p:spPr>
          <a:xfrm>
            <a:off x="8274049" y="6400800"/>
            <a:ext cx="3241675" cy="266700"/>
          </a:xfrm>
        </p:spPr>
        <p:txBody>
          <a:bodyPr lIns="0" tIns="0" rIns="0" bIns="0"/>
          <a:lstStyle>
            <a:lvl1pPr algn="r">
              <a:defRPr>
                <a:solidFill>
                  <a:schemeClr val="bg1"/>
                </a:solidFill>
              </a:defRPr>
            </a:lvl1pPr>
          </a:lstStyle>
          <a:p>
            <a:fld id="{CC057153-B650-4DEB-B370-79DDCFDCE934}" type="slidenum">
              <a:rPr lang="en-US" smtClean="0"/>
              <a:pPr/>
              <a:t>‹#›</a:t>
            </a:fld>
            <a:endParaRPr lang="en-US"/>
          </a:p>
        </p:txBody>
      </p:sp>
      <p:sp>
        <p:nvSpPr>
          <p:cNvPr id="23" name="Rectangle 6">
            <a:extLst>
              <a:ext uri="{FF2B5EF4-FFF2-40B4-BE49-F238E27FC236}">
                <a16:creationId xmlns:a16="http://schemas.microsoft.com/office/drawing/2014/main" id="{B3A19901-5D82-7B65-7782-E6852337B2D9}"/>
              </a:ext>
              <a:ext uri="{C183D7F6-B498-43B3-948B-1728B52AA6E4}">
                <adec:decorative xmlns:adec="http://schemas.microsoft.com/office/drawing/2017/decorative" val="1"/>
              </a:ext>
            </a:extLst>
          </p:cNvPr>
          <p:cNvSpPr/>
          <p:nvPr userDrawn="1"/>
        </p:nvSpPr>
        <p:spPr>
          <a:xfrm rot="10800000" flipH="1">
            <a:off x="1" y="0"/>
            <a:ext cx="1498041" cy="2456494"/>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zh-CN" altLang="en-US">
              <a:solidFill>
                <a:schemeClr val="lt1"/>
              </a:solidFill>
            </a:endParaRPr>
          </a:p>
        </p:txBody>
      </p:sp>
      <p:sp>
        <p:nvSpPr>
          <p:cNvPr id="27" name="Freeform: Shape 59">
            <a:extLst>
              <a:ext uri="{FF2B5EF4-FFF2-40B4-BE49-F238E27FC236}">
                <a16:creationId xmlns:a16="http://schemas.microsoft.com/office/drawing/2014/main" id="{8F412048-B308-2DFC-686A-6DA382617032}"/>
              </a:ext>
              <a:ext uri="{C183D7F6-B498-43B3-948B-1728B52AA6E4}">
                <adec:decorative xmlns:adec="http://schemas.microsoft.com/office/drawing/2017/decorative" val="1"/>
              </a:ext>
            </a:extLst>
          </p:cNvPr>
          <p:cNvSpPr/>
          <p:nvPr userDrawn="1"/>
        </p:nvSpPr>
        <p:spPr>
          <a:xfrm flipV="1">
            <a:off x="0" y="-1"/>
            <a:ext cx="1489338" cy="2456489"/>
          </a:xfrm>
          <a:custGeom>
            <a:avLst/>
            <a:gdLst>
              <a:gd name="connsiteX0" fmla="*/ 1497298 w 1497298"/>
              <a:gd name="connsiteY0" fmla="*/ 0 h 1457281"/>
              <a:gd name="connsiteX1" fmla="*/ 0 w 1497298"/>
              <a:gd name="connsiteY1" fmla="*/ 0 h 1457281"/>
              <a:gd name="connsiteX2" fmla="*/ 0 w 1497298"/>
              <a:gd name="connsiteY2" fmla="*/ 1457281 h 1457281"/>
            </a:gdLst>
            <a:ahLst/>
            <a:cxnLst>
              <a:cxn ang="0">
                <a:pos x="connsiteX0" y="connsiteY0"/>
              </a:cxn>
              <a:cxn ang="0">
                <a:pos x="connsiteX1" y="connsiteY1"/>
              </a:cxn>
              <a:cxn ang="0">
                <a:pos x="connsiteX2" y="connsiteY2"/>
              </a:cxn>
            </a:cxnLst>
            <a:rect l="l" t="t" r="r" b="b"/>
            <a:pathLst>
              <a:path w="1497298" h="1457281">
                <a:moveTo>
                  <a:pt x="1497298" y="0"/>
                </a:moveTo>
                <a:lnTo>
                  <a:pt x="0" y="0"/>
                </a:lnTo>
                <a:lnTo>
                  <a:pt x="0" y="1457281"/>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zh-CN" altLang="en-US">
              <a:solidFill>
                <a:schemeClr val="lt1"/>
              </a:solidFill>
            </a:endParaRPr>
          </a:p>
        </p:txBody>
      </p:sp>
      <p:sp>
        <p:nvSpPr>
          <p:cNvPr id="22" name="Rectangle 6">
            <a:extLst>
              <a:ext uri="{FF2B5EF4-FFF2-40B4-BE49-F238E27FC236}">
                <a16:creationId xmlns:a16="http://schemas.microsoft.com/office/drawing/2014/main" id="{EA419E24-8272-CD51-84D8-E7CA5E6F751E}"/>
              </a:ext>
              <a:ext uri="{C183D7F6-B498-43B3-948B-1728B52AA6E4}">
                <adec:decorative xmlns:adec="http://schemas.microsoft.com/office/drawing/2017/decorative" val="1"/>
              </a:ext>
            </a:extLst>
          </p:cNvPr>
          <p:cNvSpPr/>
          <p:nvPr userDrawn="1"/>
        </p:nvSpPr>
        <p:spPr>
          <a:xfrm rot="10800000" flipH="1">
            <a:off x="1" y="2456494"/>
            <a:ext cx="1498041" cy="2101947"/>
          </a:xfrm>
          <a:prstGeom prst="rect">
            <a:avLst/>
          </a:prstGeom>
          <a:solidFill>
            <a:schemeClr val="accent3"/>
          </a:solidFill>
          <a:ln w="9525" cap="flat">
            <a:noFill/>
            <a:prstDash val="solid"/>
            <a:miter/>
          </a:ln>
        </p:spPr>
        <p:txBody>
          <a:bodyPr rtlCol="0" anchor="ctr"/>
          <a:lstStyle/>
          <a:p>
            <a:pPr lvl="0"/>
            <a:endParaRPr lang="zh-CN" altLang="en-US">
              <a:solidFill>
                <a:schemeClr val="tx1"/>
              </a:solidFill>
            </a:endParaRPr>
          </a:p>
        </p:txBody>
      </p:sp>
      <p:sp>
        <p:nvSpPr>
          <p:cNvPr id="42" name="Freeform: Shape 9">
            <a:extLst>
              <a:ext uri="{FF2B5EF4-FFF2-40B4-BE49-F238E27FC236}">
                <a16:creationId xmlns:a16="http://schemas.microsoft.com/office/drawing/2014/main" id="{FC750F5C-AF95-4BA8-1FF7-DF14E175BFCA}"/>
              </a:ext>
              <a:ext uri="{C183D7F6-B498-43B3-948B-1728B52AA6E4}">
                <adec:decorative xmlns:adec="http://schemas.microsoft.com/office/drawing/2017/decorative" val="1"/>
              </a:ext>
            </a:extLst>
          </p:cNvPr>
          <p:cNvSpPr/>
          <p:nvPr userDrawn="1"/>
        </p:nvSpPr>
        <p:spPr>
          <a:xfrm flipV="1">
            <a:off x="0" y="3812957"/>
            <a:ext cx="1498042" cy="745484"/>
          </a:xfrm>
          <a:custGeom>
            <a:avLst/>
            <a:gdLst>
              <a:gd name="connsiteX0" fmla="*/ 0 w 2351450"/>
              <a:gd name="connsiteY0" fmla="*/ 0 h 1170173"/>
              <a:gd name="connsiteX1" fmla="*/ 2351450 w 2351450"/>
              <a:gd name="connsiteY1" fmla="*/ 0 h 1170173"/>
              <a:gd name="connsiteX2" fmla="*/ 2345674 w 2351450"/>
              <a:gd name="connsiteY2" fmla="*/ 114394 h 1170173"/>
              <a:gd name="connsiteX3" fmla="*/ 1175725 w 2351450"/>
              <a:gd name="connsiteY3" fmla="*/ 1170173 h 1170173"/>
              <a:gd name="connsiteX4" fmla="*/ 5777 w 2351450"/>
              <a:gd name="connsiteY4" fmla="*/ 114394 h 11701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51450" h="1170173">
                <a:moveTo>
                  <a:pt x="0" y="0"/>
                </a:moveTo>
                <a:lnTo>
                  <a:pt x="2351450" y="0"/>
                </a:lnTo>
                <a:lnTo>
                  <a:pt x="2345674" y="114394"/>
                </a:lnTo>
                <a:cubicBezTo>
                  <a:pt x="2285450" y="707410"/>
                  <a:pt x="1784630" y="1170173"/>
                  <a:pt x="1175725" y="1170173"/>
                </a:cubicBezTo>
                <a:cubicBezTo>
                  <a:pt x="566821" y="1170173"/>
                  <a:pt x="66001" y="707410"/>
                  <a:pt x="5777" y="114394"/>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GB"/>
          </a:p>
        </p:txBody>
      </p:sp>
      <p:sp>
        <p:nvSpPr>
          <p:cNvPr id="30" name="Rectangle 6">
            <a:extLst>
              <a:ext uri="{FF2B5EF4-FFF2-40B4-BE49-F238E27FC236}">
                <a16:creationId xmlns:a16="http://schemas.microsoft.com/office/drawing/2014/main" id="{8EB19805-760B-FC22-27FF-2642CF681B2C}"/>
              </a:ext>
              <a:ext uri="{C183D7F6-B498-43B3-948B-1728B52AA6E4}">
                <adec:decorative xmlns:adec="http://schemas.microsoft.com/office/drawing/2017/decorative" val="1"/>
              </a:ext>
            </a:extLst>
          </p:cNvPr>
          <p:cNvSpPr/>
          <p:nvPr userDrawn="1"/>
        </p:nvSpPr>
        <p:spPr>
          <a:xfrm rot="10800000">
            <a:off x="10693958" y="0"/>
            <a:ext cx="1498041" cy="2456494"/>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zh-CN" altLang="en-US">
              <a:solidFill>
                <a:schemeClr val="lt1"/>
              </a:solidFill>
            </a:endParaRPr>
          </a:p>
        </p:txBody>
      </p:sp>
      <p:sp>
        <p:nvSpPr>
          <p:cNvPr id="33" name="Freeform: Shape 59">
            <a:extLst>
              <a:ext uri="{FF2B5EF4-FFF2-40B4-BE49-F238E27FC236}">
                <a16:creationId xmlns:a16="http://schemas.microsoft.com/office/drawing/2014/main" id="{16723D4D-CE24-1BFA-381F-67A51CF49875}"/>
              </a:ext>
              <a:ext uri="{C183D7F6-B498-43B3-948B-1728B52AA6E4}">
                <adec:decorative xmlns:adec="http://schemas.microsoft.com/office/drawing/2017/decorative" val="1"/>
              </a:ext>
            </a:extLst>
          </p:cNvPr>
          <p:cNvSpPr/>
          <p:nvPr userDrawn="1"/>
        </p:nvSpPr>
        <p:spPr>
          <a:xfrm flipH="1" flipV="1">
            <a:off x="10702662" y="-1"/>
            <a:ext cx="1489338" cy="2456489"/>
          </a:xfrm>
          <a:custGeom>
            <a:avLst/>
            <a:gdLst>
              <a:gd name="connsiteX0" fmla="*/ 1497298 w 1497298"/>
              <a:gd name="connsiteY0" fmla="*/ 0 h 1457281"/>
              <a:gd name="connsiteX1" fmla="*/ 0 w 1497298"/>
              <a:gd name="connsiteY1" fmla="*/ 0 h 1457281"/>
              <a:gd name="connsiteX2" fmla="*/ 0 w 1497298"/>
              <a:gd name="connsiteY2" fmla="*/ 1457281 h 1457281"/>
            </a:gdLst>
            <a:ahLst/>
            <a:cxnLst>
              <a:cxn ang="0">
                <a:pos x="connsiteX0" y="connsiteY0"/>
              </a:cxn>
              <a:cxn ang="0">
                <a:pos x="connsiteX1" y="connsiteY1"/>
              </a:cxn>
              <a:cxn ang="0">
                <a:pos x="connsiteX2" y="connsiteY2"/>
              </a:cxn>
            </a:cxnLst>
            <a:rect l="l" t="t" r="r" b="b"/>
            <a:pathLst>
              <a:path w="1497298" h="1457281">
                <a:moveTo>
                  <a:pt x="1497298" y="0"/>
                </a:moveTo>
                <a:lnTo>
                  <a:pt x="0" y="0"/>
                </a:lnTo>
                <a:lnTo>
                  <a:pt x="0" y="1457281"/>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zh-CN" altLang="en-US">
              <a:solidFill>
                <a:schemeClr val="lt1"/>
              </a:solidFill>
            </a:endParaRPr>
          </a:p>
        </p:txBody>
      </p:sp>
      <p:sp>
        <p:nvSpPr>
          <p:cNvPr id="29" name="Rectangle 6">
            <a:extLst>
              <a:ext uri="{FF2B5EF4-FFF2-40B4-BE49-F238E27FC236}">
                <a16:creationId xmlns:a16="http://schemas.microsoft.com/office/drawing/2014/main" id="{EDD86B10-8265-2F8F-A1C8-E1C52EB80BBB}"/>
              </a:ext>
              <a:ext uri="{C183D7F6-B498-43B3-948B-1728B52AA6E4}">
                <adec:decorative xmlns:adec="http://schemas.microsoft.com/office/drawing/2017/decorative" val="1"/>
              </a:ext>
            </a:extLst>
          </p:cNvPr>
          <p:cNvSpPr/>
          <p:nvPr userDrawn="1"/>
        </p:nvSpPr>
        <p:spPr>
          <a:xfrm rot="10800000">
            <a:off x="10693958" y="2456494"/>
            <a:ext cx="1498041" cy="2101947"/>
          </a:xfrm>
          <a:prstGeom prst="rect">
            <a:avLst/>
          </a:prstGeom>
          <a:solidFill>
            <a:schemeClr val="accent3"/>
          </a:solidFill>
          <a:ln w="9525" cap="flat">
            <a:noFill/>
            <a:prstDash val="solid"/>
            <a:miter/>
          </a:ln>
        </p:spPr>
        <p:txBody>
          <a:bodyPr rtlCol="0" anchor="ctr"/>
          <a:lstStyle/>
          <a:p>
            <a:pPr lvl="0"/>
            <a:endParaRPr lang="zh-CN" altLang="en-US">
              <a:solidFill>
                <a:schemeClr val="tx1"/>
              </a:solidFill>
            </a:endParaRPr>
          </a:p>
        </p:txBody>
      </p:sp>
      <p:sp>
        <p:nvSpPr>
          <p:cNvPr id="43" name="Freeform: Shape 9">
            <a:extLst>
              <a:ext uri="{FF2B5EF4-FFF2-40B4-BE49-F238E27FC236}">
                <a16:creationId xmlns:a16="http://schemas.microsoft.com/office/drawing/2014/main" id="{4EDA9D06-9457-35FD-607C-E7105181A1B3}"/>
              </a:ext>
              <a:ext uri="{C183D7F6-B498-43B3-948B-1728B52AA6E4}">
                <adec:decorative xmlns:adec="http://schemas.microsoft.com/office/drawing/2017/decorative" val="1"/>
              </a:ext>
            </a:extLst>
          </p:cNvPr>
          <p:cNvSpPr/>
          <p:nvPr userDrawn="1"/>
        </p:nvSpPr>
        <p:spPr>
          <a:xfrm flipV="1">
            <a:off x="10693957" y="3812957"/>
            <a:ext cx="1498042" cy="745484"/>
          </a:xfrm>
          <a:custGeom>
            <a:avLst/>
            <a:gdLst>
              <a:gd name="connsiteX0" fmla="*/ 0 w 2351450"/>
              <a:gd name="connsiteY0" fmla="*/ 0 h 1170173"/>
              <a:gd name="connsiteX1" fmla="*/ 2351450 w 2351450"/>
              <a:gd name="connsiteY1" fmla="*/ 0 h 1170173"/>
              <a:gd name="connsiteX2" fmla="*/ 2345674 w 2351450"/>
              <a:gd name="connsiteY2" fmla="*/ 114394 h 1170173"/>
              <a:gd name="connsiteX3" fmla="*/ 1175725 w 2351450"/>
              <a:gd name="connsiteY3" fmla="*/ 1170173 h 1170173"/>
              <a:gd name="connsiteX4" fmla="*/ 5777 w 2351450"/>
              <a:gd name="connsiteY4" fmla="*/ 114394 h 11701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51450" h="1170173">
                <a:moveTo>
                  <a:pt x="0" y="0"/>
                </a:moveTo>
                <a:lnTo>
                  <a:pt x="2351450" y="0"/>
                </a:lnTo>
                <a:lnTo>
                  <a:pt x="2345674" y="114394"/>
                </a:lnTo>
                <a:cubicBezTo>
                  <a:pt x="2285450" y="707410"/>
                  <a:pt x="1784630" y="1170173"/>
                  <a:pt x="1175725" y="1170173"/>
                </a:cubicBezTo>
                <a:cubicBezTo>
                  <a:pt x="566821" y="1170173"/>
                  <a:pt x="66001" y="707410"/>
                  <a:pt x="5777" y="114394"/>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GB"/>
          </a:p>
        </p:txBody>
      </p:sp>
    </p:spTree>
    <p:extLst>
      <p:ext uri="{BB962C8B-B14F-4D97-AF65-F5344CB8AC3E}">
        <p14:creationId xmlns:p14="http://schemas.microsoft.com/office/powerpoint/2010/main" val="1693199267"/>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Photo 1">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149885F5-BCBD-1B93-4BD0-913F4539ECF1}"/>
              </a:ext>
            </a:extLst>
          </p:cNvPr>
          <p:cNvSpPr>
            <a:spLocks noGrp="1"/>
          </p:cNvSpPr>
          <p:nvPr>
            <p:ph type="ctrTitle" hasCustomPrompt="1"/>
          </p:nvPr>
        </p:nvSpPr>
        <p:spPr>
          <a:xfrm>
            <a:off x="451973" y="3986909"/>
            <a:ext cx="11288052" cy="1331597"/>
          </a:xfrm>
        </p:spPr>
        <p:txBody>
          <a:bodyPr anchor="b">
            <a:noAutofit/>
          </a:bodyPr>
          <a:lstStyle>
            <a:lvl1pPr algn="l">
              <a:defRPr sz="5000"/>
            </a:lvl1pPr>
          </a:lstStyle>
          <a:p>
            <a:r>
              <a:rPr lang="en-US"/>
              <a:t>Click to edit Master title style</a:t>
            </a:r>
            <a:endParaRPr lang="en-CN"/>
          </a:p>
        </p:txBody>
      </p:sp>
      <p:sp>
        <p:nvSpPr>
          <p:cNvPr id="9" name="Subtitle 2">
            <a:extLst>
              <a:ext uri="{FF2B5EF4-FFF2-40B4-BE49-F238E27FC236}">
                <a16:creationId xmlns:a16="http://schemas.microsoft.com/office/drawing/2014/main" id="{B044FD8C-6C45-EC5E-5CA3-79C3C87BF83A}"/>
              </a:ext>
            </a:extLst>
          </p:cNvPr>
          <p:cNvSpPr>
            <a:spLocks noGrp="1"/>
          </p:cNvSpPr>
          <p:nvPr>
            <p:ph type="subTitle" idx="1" hasCustomPrompt="1"/>
          </p:nvPr>
        </p:nvSpPr>
        <p:spPr>
          <a:xfrm>
            <a:off x="451973" y="5416550"/>
            <a:ext cx="11288052" cy="615950"/>
          </a:xfrm>
        </p:spPr>
        <p:txBody>
          <a:bodyPr>
            <a:noAutofit/>
          </a:bodyPr>
          <a:lstStyle>
            <a:lvl1pPr marL="0" indent="0" algn="l">
              <a:lnSpc>
                <a:spcPct val="100000"/>
              </a:lnSpc>
              <a:spcBef>
                <a:spcPts val="0"/>
              </a:spcBef>
              <a:buNone/>
              <a:defRPr sz="3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CN"/>
          </a:p>
        </p:txBody>
      </p:sp>
      <p:sp>
        <p:nvSpPr>
          <p:cNvPr id="26" name="Picture Placeholder 25">
            <a:extLst>
              <a:ext uri="{FF2B5EF4-FFF2-40B4-BE49-F238E27FC236}">
                <a16:creationId xmlns:a16="http://schemas.microsoft.com/office/drawing/2014/main" id="{035CA494-5B62-D1F6-0DF6-40D867589380}"/>
              </a:ext>
            </a:extLst>
          </p:cNvPr>
          <p:cNvSpPr>
            <a:spLocks noGrp="1"/>
          </p:cNvSpPr>
          <p:nvPr>
            <p:ph type="pic" sz="quarter" idx="20"/>
          </p:nvPr>
        </p:nvSpPr>
        <p:spPr>
          <a:xfrm>
            <a:off x="4699621" y="964"/>
            <a:ext cx="5578791" cy="3888401"/>
          </a:xfrm>
          <a:noFill/>
        </p:spPr>
        <p:txBody>
          <a:bodyPr/>
          <a:lstStyle/>
          <a:p>
            <a:endParaRPr lang="zh-CN" altLang="en-US"/>
          </a:p>
        </p:txBody>
      </p:sp>
      <p:sp>
        <p:nvSpPr>
          <p:cNvPr id="5" name="Content Placeholder 8">
            <a:extLst>
              <a:ext uri="{FF2B5EF4-FFF2-40B4-BE49-F238E27FC236}">
                <a16:creationId xmlns:a16="http://schemas.microsoft.com/office/drawing/2014/main" id="{E6436228-797E-53A8-A7F9-52AD1B8E0F3F}"/>
              </a:ext>
              <a:ext uri="{C183D7F6-B498-43B3-948B-1728B52AA6E4}">
                <adec:decorative xmlns:adec="http://schemas.microsoft.com/office/drawing/2017/decorative" val="0"/>
              </a:ext>
            </a:extLst>
          </p:cNvPr>
          <p:cNvSpPr>
            <a:spLocks noGrp="1"/>
          </p:cNvSpPr>
          <p:nvPr>
            <p:ph sz="quarter" idx="17" hasCustomPrompt="1"/>
          </p:nvPr>
        </p:nvSpPr>
        <p:spPr>
          <a:xfrm>
            <a:off x="451973" y="6087722"/>
            <a:ext cx="1801825" cy="266701"/>
          </a:xfrm>
        </p:spPr>
        <p:txBody>
          <a:bodyPr lIns="0" tIns="0" rIns="0" bIns="0" anchor="b">
            <a:noAutofit/>
          </a:bodyPr>
          <a:lstStyle>
            <a:lvl1pPr marL="0" indent="0" algn="l">
              <a:spcBef>
                <a:spcPts val="0"/>
              </a:spcBef>
              <a:buNone/>
              <a:defRPr sz="1600"/>
            </a:lvl1pPr>
            <a:lvl2pPr>
              <a:defRPr sz="1600"/>
            </a:lvl2pPr>
            <a:lvl3pPr>
              <a:defRPr sz="1600"/>
            </a:lvl3pPr>
            <a:lvl4pPr>
              <a:defRPr sz="1600"/>
            </a:lvl4pPr>
            <a:lvl5pPr>
              <a:defRPr sz="1600"/>
            </a:lvl5pPr>
          </a:lstStyle>
          <a:p>
            <a:r>
              <a:rPr lang="en-US" sz="1600"/>
              <a:t>Presenter Name</a:t>
            </a:r>
          </a:p>
        </p:txBody>
      </p:sp>
      <p:sp>
        <p:nvSpPr>
          <p:cNvPr id="4" name="Date Placeholder 3">
            <a:extLst>
              <a:ext uri="{FF2B5EF4-FFF2-40B4-BE49-F238E27FC236}">
                <a16:creationId xmlns:a16="http://schemas.microsoft.com/office/drawing/2014/main" id="{A3B84172-860D-1647-047C-C3738A9C3F46}"/>
              </a:ext>
            </a:extLst>
          </p:cNvPr>
          <p:cNvSpPr>
            <a:spLocks noGrp="1"/>
          </p:cNvSpPr>
          <p:nvPr>
            <p:ph type="dt" sz="half" idx="10"/>
          </p:nvPr>
        </p:nvSpPr>
        <p:spPr>
          <a:xfrm>
            <a:off x="657225" y="6400800"/>
            <a:ext cx="2743200" cy="266700"/>
          </a:xfrm>
        </p:spPr>
        <p:txBody>
          <a:bodyPr lIns="0" tIns="0" rIns="0" bIns="0"/>
          <a:lstStyle/>
          <a:p>
            <a:r>
              <a:rPr lang="en-US" altLang="zh-CN" dirty="0"/>
              <a:t>03/12/2025</a:t>
            </a:r>
            <a:fld id="{FD138C57-8E3B-4697-92F8-0ED9B71F7E17}" type="datetime1">
              <a:rPr lang="en-US" smtClean="0"/>
              <a:t>3/5/2026</a:t>
            </a:fld>
            <a:endParaRPr lang="en-US"/>
          </a:p>
        </p:txBody>
      </p:sp>
      <p:sp>
        <p:nvSpPr>
          <p:cNvPr id="3" name="Footer Placeholder 4">
            <a:extLst>
              <a:ext uri="{FF2B5EF4-FFF2-40B4-BE49-F238E27FC236}">
                <a16:creationId xmlns:a16="http://schemas.microsoft.com/office/drawing/2014/main" id="{1F49D81A-40A1-67EF-AB98-6D6B4700160B}"/>
              </a:ext>
            </a:extLst>
          </p:cNvPr>
          <p:cNvSpPr>
            <a:spLocks noGrp="1"/>
          </p:cNvSpPr>
          <p:nvPr>
            <p:ph type="ftr" sz="quarter" idx="11"/>
          </p:nvPr>
        </p:nvSpPr>
        <p:spPr>
          <a:xfrm>
            <a:off x="4267200" y="6400800"/>
            <a:ext cx="3657600" cy="266700"/>
          </a:xfrm>
        </p:spPr>
        <p:txBody>
          <a:bodyPr lIns="0" tIns="0" rIns="0" bIns="0"/>
          <a:lstStyle>
            <a:lvl1pPr algn="ctr">
              <a:defRPr/>
            </a:lvl1pPr>
          </a:lstStyle>
          <a:p>
            <a:r>
              <a:rPr lang="en-US"/>
              <a:t>Sample Footer Text</a:t>
            </a:r>
          </a:p>
        </p:txBody>
      </p:sp>
      <p:sp>
        <p:nvSpPr>
          <p:cNvPr id="2" name="Slide Number Placeholder 5">
            <a:extLst>
              <a:ext uri="{FF2B5EF4-FFF2-40B4-BE49-F238E27FC236}">
                <a16:creationId xmlns:a16="http://schemas.microsoft.com/office/drawing/2014/main" id="{7D469B88-8070-4714-51D1-F43A0AFE3995}"/>
              </a:ext>
            </a:extLst>
          </p:cNvPr>
          <p:cNvSpPr>
            <a:spLocks noGrp="1"/>
          </p:cNvSpPr>
          <p:nvPr>
            <p:ph type="sldNum" sz="quarter" idx="12"/>
          </p:nvPr>
        </p:nvSpPr>
        <p:spPr>
          <a:xfrm>
            <a:off x="8274049" y="6400800"/>
            <a:ext cx="3241675" cy="266700"/>
          </a:xfrm>
        </p:spPr>
        <p:txBody>
          <a:bodyPr lIns="0" tIns="0" rIns="0" bIns="0"/>
          <a:lstStyle>
            <a:lvl1pPr algn="r">
              <a:defRPr/>
            </a:lvl1pPr>
          </a:lstStyle>
          <a:p>
            <a:fld id="{CC057153-B650-4DEB-B370-79DDCFDCE934}" type="slidenum">
              <a:rPr lang="en-US" smtClean="0"/>
              <a:pPr/>
              <a:t>‹#›</a:t>
            </a:fld>
            <a:endParaRPr lang="en-US"/>
          </a:p>
        </p:txBody>
      </p:sp>
      <p:sp>
        <p:nvSpPr>
          <p:cNvPr id="17" name="Rectangle 16">
            <a:extLst>
              <a:ext uri="{FF2B5EF4-FFF2-40B4-BE49-F238E27FC236}">
                <a16:creationId xmlns:a16="http://schemas.microsoft.com/office/drawing/2014/main" id="{2DA13429-7FDC-7187-2143-8A9EEDD8A627}"/>
              </a:ext>
              <a:ext uri="{C183D7F6-B498-43B3-948B-1728B52AA6E4}">
                <adec:decorative xmlns:adec="http://schemas.microsoft.com/office/drawing/2017/decorative" val="1"/>
              </a:ext>
            </a:extLst>
          </p:cNvPr>
          <p:cNvSpPr/>
          <p:nvPr userDrawn="1"/>
        </p:nvSpPr>
        <p:spPr>
          <a:xfrm rot="5400000" flipH="1">
            <a:off x="193548" y="-195013"/>
            <a:ext cx="1957956" cy="2347986"/>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Freeform: Shape 9">
            <a:extLst>
              <a:ext uri="{FF2B5EF4-FFF2-40B4-BE49-F238E27FC236}">
                <a16:creationId xmlns:a16="http://schemas.microsoft.com/office/drawing/2014/main" id="{F34876CF-E930-1022-BFB1-831273576E54}"/>
              </a:ext>
              <a:ext uri="{C183D7F6-B498-43B3-948B-1728B52AA6E4}">
                <adec:decorative xmlns:adec="http://schemas.microsoft.com/office/drawing/2017/decorative" val="1"/>
              </a:ext>
            </a:extLst>
          </p:cNvPr>
          <p:cNvSpPr/>
          <p:nvPr userDrawn="1"/>
        </p:nvSpPr>
        <p:spPr>
          <a:xfrm>
            <a:off x="-7597" y="3"/>
            <a:ext cx="2351132" cy="1170015"/>
          </a:xfrm>
          <a:custGeom>
            <a:avLst/>
            <a:gdLst>
              <a:gd name="connsiteX0" fmla="*/ 0 w 2351450"/>
              <a:gd name="connsiteY0" fmla="*/ 0 h 1170173"/>
              <a:gd name="connsiteX1" fmla="*/ 2351450 w 2351450"/>
              <a:gd name="connsiteY1" fmla="*/ 0 h 1170173"/>
              <a:gd name="connsiteX2" fmla="*/ 2345674 w 2351450"/>
              <a:gd name="connsiteY2" fmla="*/ 114394 h 1170173"/>
              <a:gd name="connsiteX3" fmla="*/ 1175725 w 2351450"/>
              <a:gd name="connsiteY3" fmla="*/ 1170173 h 1170173"/>
              <a:gd name="connsiteX4" fmla="*/ 5777 w 2351450"/>
              <a:gd name="connsiteY4" fmla="*/ 114394 h 11701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51450" h="1170173">
                <a:moveTo>
                  <a:pt x="0" y="0"/>
                </a:moveTo>
                <a:lnTo>
                  <a:pt x="2351450" y="0"/>
                </a:lnTo>
                <a:lnTo>
                  <a:pt x="2345674" y="114394"/>
                </a:lnTo>
                <a:cubicBezTo>
                  <a:pt x="2285450" y="707410"/>
                  <a:pt x="1784630" y="1170173"/>
                  <a:pt x="1175725" y="1170173"/>
                </a:cubicBezTo>
                <a:cubicBezTo>
                  <a:pt x="566821" y="1170173"/>
                  <a:pt x="66001" y="707410"/>
                  <a:pt x="5777" y="114394"/>
                </a:cubicBez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GB"/>
          </a:p>
        </p:txBody>
      </p:sp>
      <p:sp>
        <p:nvSpPr>
          <p:cNvPr id="14" name="Rectangle 13">
            <a:extLst>
              <a:ext uri="{FF2B5EF4-FFF2-40B4-BE49-F238E27FC236}">
                <a16:creationId xmlns:a16="http://schemas.microsoft.com/office/drawing/2014/main" id="{CF763CC7-EA2E-97AB-5E20-B44890F7E685}"/>
              </a:ext>
              <a:ext uri="{C183D7F6-B498-43B3-948B-1728B52AA6E4}">
                <adec:decorative xmlns:adec="http://schemas.microsoft.com/office/drawing/2017/decorative" val="1"/>
              </a:ext>
            </a:extLst>
          </p:cNvPr>
          <p:cNvSpPr/>
          <p:nvPr userDrawn="1"/>
        </p:nvSpPr>
        <p:spPr>
          <a:xfrm rot="5400000" flipH="1">
            <a:off x="203865" y="1754093"/>
            <a:ext cx="1940257" cy="2347986"/>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Rectangle 15">
            <a:extLst>
              <a:ext uri="{FF2B5EF4-FFF2-40B4-BE49-F238E27FC236}">
                <a16:creationId xmlns:a16="http://schemas.microsoft.com/office/drawing/2014/main" id="{00CA88D6-0F39-DB96-BA62-7586959D18DB}"/>
              </a:ext>
              <a:ext uri="{C183D7F6-B498-43B3-948B-1728B52AA6E4}">
                <adec:decorative xmlns:adec="http://schemas.microsoft.com/office/drawing/2017/decorative" val="1"/>
              </a:ext>
            </a:extLst>
          </p:cNvPr>
          <p:cNvSpPr/>
          <p:nvPr userDrawn="1"/>
        </p:nvSpPr>
        <p:spPr>
          <a:xfrm rot="5400000" flipH="1">
            <a:off x="2544101" y="-198088"/>
            <a:ext cx="1954953" cy="2351129"/>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Rectangle 21">
            <a:extLst>
              <a:ext uri="{FF2B5EF4-FFF2-40B4-BE49-F238E27FC236}">
                <a16:creationId xmlns:a16="http://schemas.microsoft.com/office/drawing/2014/main" id="{2B13202E-A252-90D1-ED83-5D7FB9C4FA61}"/>
              </a:ext>
              <a:ext uri="{C183D7F6-B498-43B3-948B-1728B52AA6E4}">
                <adec:decorative xmlns:adec="http://schemas.microsoft.com/office/drawing/2017/decorative" val="1"/>
              </a:ext>
            </a:extLst>
          </p:cNvPr>
          <p:cNvSpPr/>
          <p:nvPr userDrawn="1"/>
        </p:nvSpPr>
        <p:spPr>
          <a:xfrm rot="5400000" flipV="1">
            <a:off x="2551501" y="1746727"/>
            <a:ext cx="1940259" cy="2351021"/>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Freeform: Shape 32">
            <a:extLst>
              <a:ext uri="{FF2B5EF4-FFF2-40B4-BE49-F238E27FC236}">
                <a16:creationId xmlns:a16="http://schemas.microsoft.com/office/drawing/2014/main" id="{DD2B2E8D-ECD5-FF51-A5CA-5FB0750DAAC6}"/>
              </a:ext>
              <a:ext uri="{C183D7F6-B498-43B3-948B-1728B52AA6E4}">
                <adec:decorative xmlns:adec="http://schemas.microsoft.com/office/drawing/2017/decorative" val="1"/>
              </a:ext>
            </a:extLst>
          </p:cNvPr>
          <p:cNvSpPr/>
          <p:nvPr userDrawn="1"/>
        </p:nvSpPr>
        <p:spPr>
          <a:xfrm rot="5400000" flipV="1">
            <a:off x="2554974" y="1743143"/>
            <a:ext cx="1933202" cy="2351131"/>
          </a:xfrm>
          <a:custGeom>
            <a:avLst/>
            <a:gdLst>
              <a:gd name="connsiteX0" fmla="*/ 0 w 2115288"/>
              <a:gd name="connsiteY0" fmla="*/ 2092083 h 2092083"/>
              <a:gd name="connsiteX1" fmla="*/ 0 w 2115288"/>
              <a:gd name="connsiteY1" fmla="*/ 0 h 2092083"/>
              <a:gd name="connsiteX2" fmla="*/ 2115288 w 2115288"/>
              <a:gd name="connsiteY2" fmla="*/ 0 h 2092083"/>
            </a:gdLst>
            <a:ahLst/>
            <a:cxnLst>
              <a:cxn ang="0">
                <a:pos x="connsiteX0" y="connsiteY0"/>
              </a:cxn>
              <a:cxn ang="0">
                <a:pos x="connsiteX1" y="connsiteY1"/>
              </a:cxn>
              <a:cxn ang="0">
                <a:pos x="connsiteX2" y="connsiteY2"/>
              </a:cxn>
            </a:cxnLst>
            <a:rect l="l" t="t" r="r" b="b"/>
            <a:pathLst>
              <a:path w="2115288" h="2092083">
                <a:moveTo>
                  <a:pt x="0" y="2092083"/>
                </a:moveTo>
                <a:lnTo>
                  <a:pt x="0" y="0"/>
                </a:lnTo>
                <a:lnTo>
                  <a:pt x="2115288" y="0"/>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lang="zh-CN" altLang="en-US">
              <a:solidFill>
                <a:schemeClr val="lt1"/>
              </a:solidFill>
            </a:endParaRPr>
          </a:p>
        </p:txBody>
      </p:sp>
      <p:sp>
        <p:nvSpPr>
          <p:cNvPr id="25" name="Rectangle 15">
            <a:extLst>
              <a:ext uri="{FF2B5EF4-FFF2-40B4-BE49-F238E27FC236}">
                <a16:creationId xmlns:a16="http://schemas.microsoft.com/office/drawing/2014/main" id="{BE33DCB4-EBE4-F9F4-40E1-A1109F436F26}"/>
              </a:ext>
              <a:ext uri="{C183D7F6-B498-43B3-948B-1728B52AA6E4}">
                <adec:decorative xmlns:adec="http://schemas.microsoft.com/office/drawing/2017/decorative" val="1"/>
              </a:ext>
            </a:extLst>
          </p:cNvPr>
          <p:cNvSpPr/>
          <p:nvPr userDrawn="1"/>
        </p:nvSpPr>
        <p:spPr>
          <a:xfrm rot="5400000" flipH="1">
            <a:off x="10253534" y="22400"/>
            <a:ext cx="1960861" cy="1916064"/>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Rectangle 17">
            <a:extLst>
              <a:ext uri="{FF2B5EF4-FFF2-40B4-BE49-F238E27FC236}">
                <a16:creationId xmlns:a16="http://schemas.microsoft.com/office/drawing/2014/main" id="{8C9D37B0-DB36-8B46-3EE5-848EE070FA13}"/>
              </a:ext>
              <a:ext uri="{C183D7F6-B498-43B3-948B-1728B52AA6E4}">
                <adec:decorative xmlns:adec="http://schemas.microsoft.com/office/drawing/2017/decorative" val="1"/>
              </a:ext>
            </a:extLst>
          </p:cNvPr>
          <p:cNvSpPr/>
          <p:nvPr userDrawn="1"/>
        </p:nvSpPr>
        <p:spPr>
          <a:xfrm rot="5400000" flipH="1">
            <a:off x="10265341" y="1968544"/>
            <a:ext cx="1937248" cy="1916069"/>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Freeform: Shape 33">
            <a:extLst>
              <a:ext uri="{FF2B5EF4-FFF2-40B4-BE49-F238E27FC236}">
                <a16:creationId xmlns:a16="http://schemas.microsoft.com/office/drawing/2014/main" id="{C49AE85A-7CA3-CA3E-CAC1-2D64B46897D6}"/>
              </a:ext>
              <a:ext uri="{C183D7F6-B498-43B3-948B-1728B52AA6E4}">
                <adec:decorative xmlns:adec="http://schemas.microsoft.com/office/drawing/2017/decorative" val="1"/>
              </a:ext>
            </a:extLst>
          </p:cNvPr>
          <p:cNvSpPr/>
          <p:nvPr userDrawn="1"/>
        </p:nvSpPr>
        <p:spPr>
          <a:xfrm rot="16200000" flipH="1" flipV="1">
            <a:off x="10263835" y="1970054"/>
            <a:ext cx="1940259" cy="1916066"/>
          </a:xfrm>
          <a:custGeom>
            <a:avLst/>
            <a:gdLst>
              <a:gd name="connsiteX0" fmla="*/ 0 w 2115288"/>
              <a:gd name="connsiteY0" fmla="*/ 2092083 h 2092083"/>
              <a:gd name="connsiteX1" fmla="*/ 0 w 2115288"/>
              <a:gd name="connsiteY1" fmla="*/ 0 h 2092083"/>
              <a:gd name="connsiteX2" fmla="*/ 2115288 w 2115288"/>
              <a:gd name="connsiteY2" fmla="*/ 0 h 2092083"/>
            </a:gdLst>
            <a:ahLst/>
            <a:cxnLst>
              <a:cxn ang="0">
                <a:pos x="connsiteX0" y="connsiteY0"/>
              </a:cxn>
              <a:cxn ang="0">
                <a:pos x="connsiteX1" y="connsiteY1"/>
              </a:cxn>
              <a:cxn ang="0">
                <a:pos x="connsiteX2" y="connsiteY2"/>
              </a:cxn>
            </a:cxnLst>
            <a:rect l="l" t="t" r="r" b="b"/>
            <a:pathLst>
              <a:path w="2115288" h="2092083">
                <a:moveTo>
                  <a:pt x="0" y="2092083"/>
                </a:moveTo>
                <a:lnTo>
                  <a:pt x="0" y="0"/>
                </a:lnTo>
                <a:lnTo>
                  <a:pt x="2115288" y="0"/>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lang="zh-CN" altLang="en-US"/>
          </a:p>
        </p:txBody>
      </p:sp>
    </p:spTree>
    <p:extLst>
      <p:ext uri="{BB962C8B-B14F-4D97-AF65-F5344CB8AC3E}">
        <p14:creationId xmlns:p14="http://schemas.microsoft.com/office/powerpoint/2010/main" val="452103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Photo 2">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41F45E22-547F-B6E1-5F51-CFECC13B28B9}"/>
              </a:ext>
              <a:ext uri="{C183D7F6-B498-43B3-948B-1728B52AA6E4}">
                <adec:decorative xmlns:adec="http://schemas.microsoft.com/office/drawing/2017/decorative" val="1"/>
              </a:ext>
            </a:extLst>
          </p:cNvPr>
          <p:cNvSpPr/>
          <p:nvPr userDrawn="1"/>
        </p:nvSpPr>
        <p:spPr>
          <a:xfrm flipH="1">
            <a:off x="-7621" y="6245509"/>
            <a:ext cx="5134119" cy="612492"/>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a:p>
        </p:txBody>
      </p:sp>
      <p:sp>
        <p:nvSpPr>
          <p:cNvPr id="14" name="Title 1">
            <a:extLst>
              <a:ext uri="{FF2B5EF4-FFF2-40B4-BE49-F238E27FC236}">
                <a16:creationId xmlns:a16="http://schemas.microsoft.com/office/drawing/2014/main" id="{AD43FFF1-DDFA-80AA-76D1-22BD8FF1A071}"/>
              </a:ext>
            </a:extLst>
          </p:cNvPr>
          <p:cNvSpPr>
            <a:spLocks noGrp="1"/>
          </p:cNvSpPr>
          <p:nvPr>
            <p:ph type="ctrTitle" hasCustomPrompt="1"/>
          </p:nvPr>
        </p:nvSpPr>
        <p:spPr>
          <a:xfrm>
            <a:off x="5432261" y="482261"/>
            <a:ext cx="5828395" cy="3987800"/>
          </a:xfrm>
        </p:spPr>
        <p:txBody>
          <a:bodyPr lIns="0" tIns="0" rIns="0" bIns="0" anchor="b">
            <a:noAutofit/>
          </a:bodyPr>
          <a:lstStyle>
            <a:lvl1pPr algn="r">
              <a:defRPr sz="5400"/>
            </a:lvl1pPr>
          </a:lstStyle>
          <a:p>
            <a:r>
              <a:rPr lang="en-US"/>
              <a:t>Click to edit Master title style</a:t>
            </a:r>
            <a:endParaRPr lang="en-CN"/>
          </a:p>
        </p:txBody>
      </p:sp>
      <p:sp>
        <p:nvSpPr>
          <p:cNvPr id="16" name="Subtitle 2">
            <a:extLst>
              <a:ext uri="{FF2B5EF4-FFF2-40B4-BE49-F238E27FC236}">
                <a16:creationId xmlns:a16="http://schemas.microsoft.com/office/drawing/2014/main" id="{A507D3A1-9DD8-7489-4AF4-BA29A6CDB4CD}"/>
              </a:ext>
            </a:extLst>
          </p:cNvPr>
          <p:cNvSpPr>
            <a:spLocks noGrp="1"/>
          </p:cNvSpPr>
          <p:nvPr>
            <p:ph type="subTitle" idx="1" hasCustomPrompt="1"/>
          </p:nvPr>
        </p:nvSpPr>
        <p:spPr>
          <a:xfrm>
            <a:off x="5432260" y="4625351"/>
            <a:ext cx="5828396" cy="891675"/>
          </a:xfrm>
        </p:spPr>
        <p:txBody>
          <a:bodyPr>
            <a:noAutofit/>
          </a:bodyPr>
          <a:lstStyle>
            <a:lvl1pPr marL="0" indent="0" algn="r">
              <a:lnSpc>
                <a:spcPct val="100000"/>
              </a:lnSpc>
              <a:spcBef>
                <a:spcPts val="0"/>
              </a:spcBef>
              <a:buNone/>
              <a:defRPr sz="3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CN"/>
          </a:p>
        </p:txBody>
      </p:sp>
      <p:sp>
        <p:nvSpPr>
          <p:cNvPr id="26" name="Picture Placeholder 25">
            <a:extLst>
              <a:ext uri="{FF2B5EF4-FFF2-40B4-BE49-F238E27FC236}">
                <a16:creationId xmlns:a16="http://schemas.microsoft.com/office/drawing/2014/main" id="{035CA494-5B62-D1F6-0DF6-40D867589380}"/>
              </a:ext>
            </a:extLst>
          </p:cNvPr>
          <p:cNvSpPr>
            <a:spLocks noGrp="1"/>
          </p:cNvSpPr>
          <p:nvPr>
            <p:ph type="pic" sz="quarter" idx="20"/>
          </p:nvPr>
        </p:nvSpPr>
        <p:spPr>
          <a:xfrm>
            <a:off x="1364491" y="1339850"/>
            <a:ext cx="3762007" cy="4905375"/>
          </a:xfrm>
          <a:noFill/>
        </p:spPr>
        <p:txBody>
          <a:bodyPr/>
          <a:lstStyle/>
          <a:p>
            <a:endParaRPr lang="zh-CN" altLang="en-US"/>
          </a:p>
        </p:txBody>
      </p:sp>
      <p:sp>
        <p:nvSpPr>
          <p:cNvPr id="2" name="Content Placeholder 8">
            <a:extLst>
              <a:ext uri="{FF2B5EF4-FFF2-40B4-BE49-F238E27FC236}">
                <a16:creationId xmlns:a16="http://schemas.microsoft.com/office/drawing/2014/main" id="{00F3AF08-58B8-1240-DC7F-D213996B2AE8}"/>
              </a:ext>
              <a:ext uri="{C183D7F6-B498-43B3-948B-1728B52AA6E4}">
                <adec:decorative xmlns:adec="http://schemas.microsoft.com/office/drawing/2017/decorative" val="0"/>
              </a:ext>
            </a:extLst>
          </p:cNvPr>
          <p:cNvSpPr>
            <a:spLocks noGrp="1"/>
          </p:cNvSpPr>
          <p:nvPr>
            <p:ph sz="quarter" idx="17" hasCustomPrompt="1"/>
          </p:nvPr>
        </p:nvSpPr>
        <p:spPr>
          <a:xfrm>
            <a:off x="9671050" y="5982369"/>
            <a:ext cx="1589606" cy="266701"/>
          </a:xfrm>
        </p:spPr>
        <p:txBody>
          <a:bodyPr lIns="0" tIns="0" rIns="0" bIns="0" anchor="b">
            <a:noAutofit/>
          </a:bodyPr>
          <a:lstStyle>
            <a:lvl1pPr marL="0" indent="0" algn="r">
              <a:spcBef>
                <a:spcPts val="0"/>
              </a:spcBef>
              <a:buNone/>
              <a:defRPr sz="1600"/>
            </a:lvl1pPr>
            <a:lvl2pPr>
              <a:defRPr sz="1600"/>
            </a:lvl2pPr>
            <a:lvl3pPr>
              <a:defRPr sz="1600"/>
            </a:lvl3pPr>
            <a:lvl4pPr>
              <a:defRPr sz="1600"/>
            </a:lvl4pPr>
            <a:lvl5pPr>
              <a:defRPr sz="1600"/>
            </a:lvl5pPr>
          </a:lstStyle>
          <a:p>
            <a:r>
              <a:rPr lang="en-US" sz="1600"/>
              <a:t>Presenter Name</a:t>
            </a:r>
          </a:p>
        </p:txBody>
      </p:sp>
      <p:sp>
        <p:nvSpPr>
          <p:cNvPr id="15" name="Date Placeholder 3">
            <a:extLst>
              <a:ext uri="{FF2B5EF4-FFF2-40B4-BE49-F238E27FC236}">
                <a16:creationId xmlns:a16="http://schemas.microsoft.com/office/drawing/2014/main" id="{CAC3F6DD-F963-7D20-7D44-A9471028FBDD}"/>
              </a:ext>
            </a:extLst>
          </p:cNvPr>
          <p:cNvSpPr>
            <a:spLocks noGrp="1"/>
          </p:cNvSpPr>
          <p:nvPr>
            <p:ph type="dt" sz="half" idx="10"/>
          </p:nvPr>
        </p:nvSpPr>
        <p:spPr>
          <a:xfrm>
            <a:off x="657225" y="6400800"/>
            <a:ext cx="2743200" cy="266700"/>
          </a:xfrm>
        </p:spPr>
        <p:txBody>
          <a:bodyPr lIns="0" tIns="0" rIns="0" bIns="0"/>
          <a:lstStyle>
            <a:lvl1pPr>
              <a:defRPr>
                <a:solidFill>
                  <a:schemeClr val="bg1"/>
                </a:solidFill>
              </a:defRPr>
            </a:lvl1pPr>
          </a:lstStyle>
          <a:p>
            <a:r>
              <a:rPr lang="en-US" altLang="zh-CN" dirty="0"/>
              <a:t>03/12/2025</a:t>
            </a:r>
            <a:fld id="{FD138C57-8E3B-4697-92F8-0ED9B71F7E17}" type="datetime1">
              <a:rPr lang="en-US" smtClean="0"/>
              <a:pPr/>
              <a:t>3/5/2026</a:t>
            </a:fld>
            <a:endParaRPr lang="en-US"/>
          </a:p>
        </p:txBody>
      </p:sp>
      <p:sp>
        <p:nvSpPr>
          <p:cNvPr id="13" name="Footer Placeholder 4">
            <a:extLst>
              <a:ext uri="{FF2B5EF4-FFF2-40B4-BE49-F238E27FC236}">
                <a16:creationId xmlns:a16="http://schemas.microsoft.com/office/drawing/2014/main" id="{9D3E5DEB-74C0-2DEA-0038-2F0044213E79}"/>
              </a:ext>
            </a:extLst>
          </p:cNvPr>
          <p:cNvSpPr>
            <a:spLocks noGrp="1"/>
          </p:cNvSpPr>
          <p:nvPr>
            <p:ph type="ftr" sz="quarter" idx="11"/>
          </p:nvPr>
        </p:nvSpPr>
        <p:spPr>
          <a:xfrm>
            <a:off x="4267200" y="6400800"/>
            <a:ext cx="3657600" cy="266700"/>
          </a:xfrm>
        </p:spPr>
        <p:txBody>
          <a:bodyPr lIns="0" tIns="0" rIns="0" bIns="0"/>
          <a:lstStyle>
            <a:lvl1pPr algn="ctr">
              <a:defRPr/>
            </a:lvl1pPr>
          </a:lstStyle>
          <a:p>
            <a:r>
              <a:rPr lang="en-US"/>
              <a:t>Sample Footer Text</a:t>
            </a:r>
          </a:p>
        </p:txBody>
      </p:sp>
      <p:sp>
        <p:nvSpPr>
          <p:cNvPr id="12" name="Slide Number Placeholder 5">
            <a:extLst>
              <a:ext uri="{FF2B5EF4-FFF2-40B4-BE49-F238E27FC236}">
                <a16:creationId xmlns:a16="http://schemas.microsoft.com/office/drawing/2014/main" id="{8EFCC32E-F87E-343D-5B5C-6507310CA9C5}"/>
              </a:ext>
            </a:extLst>
          </p:cNvPr>
          <p:cNvSpPr>
            <a:spLocks noGrp="1"/>
          </p:cNvSpPr>
          <p:nvPr>
            <p:ph type="sldNum" sz="quarter" idx="12"/>
          </p:nvPr>
        </p:nvSpPr>
        <p:spPr>
          <a:xfrm>
            <a:off x="8274049" y="6400800"/>
            <a:ext cx="3241675" cy="266700"/>
          </a:xfrm>
        </p:spPr>
        <p:txBody>
          <a:bodyPr lIns="0" tIns="0" rIns="0" bIns="0"/>
          <a:lstStyle>
            <a:lvl1pPr algn="r">
              <a:defRPr/>
            </a:lvl1pPr>
          </a:lstStyle>
          <a:p>
            <a:fld id="{CC057153-B650-4DEB-B370-79DDCFDCE934}" type="slidenum">
              <a:rPr lang="en-US" smtClean="0"/>
              <a:pPr/>
              <a:t>‹#›</a:t>
            </a:fld>
            <a:endParaRPr lang="en-US"/>
          </a:p>
        </p:txBody>
      </p:sp>
      <p:sp>
        <p:nvSpPr>
          <p:cNvPr id="8" name="Rectangle 6">
            <a:extLst>
              <a:ext uri="{FF2B5EF4-FFF2-40B4-BE49-F238E27FC236}">
                <a16:creationId xmlns:a16="http://schemas.microsoft.com/office/drawing/2014/main" id="{30E8E679-660F-5B58-91D7-9E0CDF0AB691}"/>
              </a:ext>
              <a:ext uri="{C183D7F6-B498-43B3-948B-1728B52AA6E4}">
                <adec:decorative xmlns:adec="http://schemas.microsoft.com/office/drawing/2017/decorative" val="1"/>
              </a:ext>
            </a:extLst>
          </p:cNvPr>
          <p:cNvSpPr/>
          <p:nvPr userDrawn="1"/>
        </p:nvSpPr>
        <p:spPr>
          <a:xfrm rot="10800000">
            <a:off x="1" y="-3"/>
            <a:ext cx="1360674" cy="2232019"/>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zh-CN" altLang="en-US">
              <a:solidFill>
                <a:schemeClr val="lt1"/>
              </a:solidFill>
            </a:endParaRPr>
          </a:p>
        </p:txBody>
      </p:sp>
      <p:sp>
        <p:nvSpPr>
          <p:cNvPr id="25" name="Freeform: Shape 59">
            <a:extLst>
              <a:ext uri="{FF2B5EF4-FFF2-40B4-BE49-F238E27FC236}">
                <a16:creationId xmlns:a16="http://schemas.microsoft.com/office/drawing/2014/main" id="{8587E180-57E3-C8FA-E365-AB365B7F4601}"/>
              </a:ext>
              <a:ext uri="{C183D7F6-B498-43B3-948B-1728B52AA6E4}">
                <adec:decorative xmlns:adec="http://schemas.microsoft.com/office/drawing/2017/decorative" val="1"/>
              </a:ext>
            </a:extLst>
          </p:cNvPr>
          <p:cNvSpPr/>
          <p:nvPr userDrawn="1"/>
        </p:nvSpPr>
        <p:spPr>
          <a:xfrm flipH="1" flipV="1">
            <a:off x="7937" y="-5"/>
            <a:ext cx="1352738" cy="2232015"/>
          </a:xfrm>
          <a:custGeom>
            <a:avLst/>
            <a:gdLst>
              <a:gd name="connsiteX0" fmla="*/ 1497298 w 1497298"/>
              <a:gd name="connsiteY0" fmla="*/ 0 h 1457281"/>
              <a:gd name="connsiteX1" fmla="*/ 0 w 1497298"/>
              <a:gd name="connsiteY1" fmla="*/ 0 h 1457281"/>
              <a:gd name="connsiteX2" fmla="*/ 0 w 1497298"/>
              <a:gd name="connsiteY2" fmla="*/ 1457281 h 1457281"/>
            </a:gdLst>
            <a:ahLst/>
            <a:cxnLst>
              <a:cxn ang="0">
                <a:pos x="connsiteX0" y="connsiteY0"/>
              </a:cxn>
              <a:cxn ang="0">
                <a:pos x="connsiteX1" y="connsiteY1"/>
              </a:cxn>
              <a:cxn ang="0">
                <a:pos x="connsiteX2" y="connsiteY2"/>
              </a:cxn>
            </a:cxnLst>
            <a:rect l="l" t="t" r="r" b="b"/>
            <a:pathLst>
              <a:path w="1497298" h="1457281">
                <a:moveTo>
                  <a:pt x="1497298" y="0"/>
                </a:moveTo>
                <a:lnTo>
                  <a:pt x="0" y="0"/>
                </a:lnTo>
                <a:lnTo>
                  <a:pt x="0" y="1457281"/>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zh-CN" altLang="en-US">
              <a:solidFill>
                <a:schemeClr val="lt1"/>
              </a:solidFill>
            </a:endParaRPr>
          </a:p>
        </p:txBody>
      </p:sp>
      <p:sp>
        <p:nvSpPr>
          <p:cNvPr id="6" name="Rectangle 6">
            <a:extLst>
              <a:ext uri="{FF2B5EF4-FFF2-40B4-BE49-F238E27FC236}">
                <a16:creationId xmlns:a16="http://schemas.microsoft.com/office/drawing/2014/main" id="{9C2F644D-1D4F-6486-A506-5B5A7BE49847}"/>
              </a:ext>
              <a:ext uri="{C183D7F6-B498-43B3-948B-1728B52AA6E4}">
                <adec:decorative xmlns:adec="http://schemas.microsoft.com/office/drawing/2017/decorative" val="1"/>
              </a:ext>
            </a:extLst>
          </p:cNvPr>
          <p:cNvSpPr/>
          <p:nvPr userDrawn="1"/>
        </p:nvSpPr>
        <p:spPr>
          <a:xfrm rot="10800000">
            <a:off x="0" y="2232018"/>
            <a:ext cx="1360677" cy="1916648"/>
          </a:xfrm>
          <a:prstGeom prst="rect">
            <a:avLst/>
          </a:prstGeom>
          <a:solidFill>
            <a:schemeClr val="accent1"/>
          </a:solidFill>
          <a:ln w="9525" cap="flat">
            <a:noFill/>
            <a:prstDash val="solid"/>
            <a:miter/>
          </a:ln>
        </p:spPr>
        <p:txBody>
          <a:bodyPr rtlCol="0" anchor="ctr"/>
          <a:lstStyle/>
          <a:p>
            <a:pPr lvl="0"/>
            <a:endParaRPr lang="zh-CN" altLang="en-US">
              <a:solidFill>
                <a:schemeClr val="tx1"/>
              </a:solidFill>
            </a:endParaRPr>
          </a:p>
        </p:txBody>
      </p:sp>
      <p:sp>
        <p:nvSpPr>
          <p:cNvPr id="28" name="Freeform: Shape 9">
            <a:extLst>
              <a:ext uri="{FF2B5EF4-FFF2-40B4-BE49-F238E27FC236}">
                <a16:creationId xmlns:a16="http://schemas.microsoft.com/office/drawing/2014/main" id="{155A9F5C-6C2B-B9A0-9DF2-D4B82FBE66C1}"/>
              </a:ext>
              <a:ext uri="{C183D7F6-B498-43B3-948B-1728B52AA6E4}">
                <adec:decorative xmlns:adec="http://schemas.microsoft.com/office/drawing/2017/decorative" val="1"/>
              </a:ext>
            </a:extLst>
          </p:cNvPr>
          <p:cNvSpPr/>
          <p:nvPr userDrawn="1"/>
        </p:nvSpPr>
        <p:spPr>
          <a:xfrm flipV="1">
            <a:off x="0" y="3471537"/>
            <a:ext cx="1360678" cy="677127"/>
          </a:xfrm>
          <a:custGeom>
            <a:avLst/>
            <a:gdLst>
              <a:gd name="connsiteX0" fmla="*/ 0 w 2351450"/>
              <a:gd name="connsiteY0" fmla="*/ 0 h 1170173"/>
              <a:gd name="connsiteX1" fmla="*/ 2351450 w 2351450"/>
              <a:gd name="connsiteY1" fmla="*/ 0 h 1170173"/>
              <a:gd name="connsiteX2" fmla="*/ 2345674 w 2351450"/>
              <a:gd name="connsiteY2" fmla="*/ 114394 h 1170173"/>
              <a:gd name="connsiteX3" fmla="*/ 1175725 w 2351450"/>
              <a:gd name="connsiteY3" fmla="*/ 1170173 h 1170173"/>
              <a:gd name="connsiteX4" fmla="*/ 5777 w 2351450"/>
              <a:gd name="connsiteY4" fmla="*/ 114394 h 11701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51450" h="1170173">
                <a:moveTo>
                  <a:pt x="0" y="0"/>
                </a:moveTo>
                <a:lnTo>
                  <a:pt x="2351450" y="0"/>
                </a:lnTo>
                <a:lnTo>
                  <a:pt x="2345674" y="114394"/>
                </a:lnTo>
                <a:cubicBezTo>
                  <a:pt x="2285450" y="707410"/>
                  <a:pt x="1784630" y="1170173"/>
                  <a:pt x="1175725" y="1170173"/>
                </a:cubicBezTo>
                <a:cubicBezTo>
                  <a:pt x="566821" y="1170173"/>
                  <a:pt x="66001" y="707410"/>
                  <a:pt x="5777" y="114394"/>
                </a:cubicBez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GB"/>
          </a:p>
        </p:txBody>
      </p:sp>
      <p:sp>
        <p:nvSpPr>
          <p:cNvPr id="21" name="Rectangle 8">
            <a:extLst>
              <a:ext uri="{FF2B5EF4-FFF2-40B4-BE49-F238E27FC236}">
                <a16:creationId xmlns:a16="http://schemas.microsoft.com/office/drawing/2014/main" id="{6B928C87-B3CE-A38B-38D7-B0948D3E440C}"/>
              </a:ext>
              <a:ext uri="{C183D7F6-B498-43B3-948B-1728B52AA6E4}">
                <adec:decorative xmlns:adec="http://schemas.microsoft.com/office/drawing/2017/decorative" val="1"/>
              </a:ext>
            </a:extLst>
          </p:cNvPr>
          <p:cNvSpPr/>
          <p:nvPr userDrawn="1"/>
        </p:nvSpPr>
        <p:spPr>
          <a:xfrm rot="10800000" flipV="1">
            <a:off x="-2" y="4148664"/>
            <a:ext cx="1360677" cy="2096841"/>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Freeform: Shape 59">
            <a:extLst>
              <a:ext uri="{FF2B5EF4-FFF2-40B4-BE49-F238E27FC236}">
                <a16:creationId xmlns:a16="http://schemas.microsoft.com/office/drawing/2014/main" id="{1F867251-402A-C2DE-7D05-B8E48B7E7C9B}"/>
              </a:ext>
              <a:ext uri="{C183D7F6-B498-43B3-948B-1728B52AA6E4}">
                <adec:decorative xmlns:adec="http://schemas.microsoft.com/office/drawing/2017/decorative" val="1"/>
              </a:ext>
            </a:extLst>
          </p:cNvPr>
          <p:cNvSpPr/>
          <p:nvPr userDrawn="1"/>
        </p:nvSpPr>
        <p:spPr>
          <a:xfrm flipH="1" flipV="1">
            <a:off x="0" y="4148663"/>
            <a:ext cx="1360678" cy="2096842"/>
          </a:xfrm>
          <a:custGeom>
            <a:avLst/>
            <a:gdLst>
              <a:gd name="connsiteX0" fmla="*/ 1497298 w 1497298"/>
              <a:gd name="connsiteY0" fmla="*/ 0 h 1457281"/>
              <a:gd name="connsiteX1" fmla="*/ 0 w 1497298"/>
              <a:gd name="connsiteY1" fmla="*/ 0 h 1457281"/>
              <a:gd name="connsiteX2" fmla="*/ 0 w 1497298"/>
              <a:gd name="connsiteY2" fmla="*/ 1457281 h 1457281"/>
            </a:gdLst>
            <a:ahLst/>
            <a:cxnLst>
              <a:cxn ang="0">
                <a:pos x="connsiteX0" y="connsiteY0"/>
              </a:cxn>
              <a:cxn ang="0">
                <a:pos x="connsiteX1" y="connsiteY1"/>
              </a:cxn>
              <a:cxn ang="0">
                <a:pos x="connsiteX2" y="connsiteY2"/>
              </a:cxn>
            </a:cxnLst>
            <a:rect l="l" t="t" r="r" b="b"/>
            <a:pathLst>
              <a:path w="1497298" h="1457281">
                <a:moveTo>
                  <a:pt x="1497298" y="0"/>
                </a:moveTo>
                <a:lnTo>
                  <a:pt x="0" y="0"/>
                </a:lnTo>
                <a:lnTo>
                  <a:pt x="0" y="1457281"/>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zh-CN" altLang="en-US">
              <a:solidFill>
                <a:schemeClr val="lt1"/>
              </a:solidFill>
            </a:endParaRPr>
          </a:p>
        </p:txBody>
      </p:sp>
      <p:sp>
        <p:nvSpPr>
          <p:cNvPr id="10" name="Rectangle 8">
            <a:extLst>
              <a:ext uri="{FF2B5EF4-FFF2-40B4-BE49-F238E27FC236}">
                <a16:creationId xmlns:a16="http://schemas.microsoft.com/office/drawing/2014/main" id="{1B4E1136-DFDD-32BF-5846-514278A0F779}"/>
              </a:ext>
              <a:ext uri="{C183D7F6-B498-43B3-948B-1728B52AA6E4}">
                <adec:decorative xmlns:adec="http://schemas.microsoft.com/office/drawing/2017/decorative" val="1"/>
              </a:ext>
            </a:extLst>
          </p:cNvPr>
          <p:cNvSpPr/>
          <p:nvPr userDrawn="1"/>
        </p:nvSpPr>
        <p:spPr>
          <a:xfrm rot="16200000" flipH="1">
            <a:off x="10734332" y="-700191"/>
            <a:ext cx="274322" cy="167470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Rectangle 9">
            <a:extLst>
              <a:ext uri="{FF2B5EF4-FFF2-40B4-BE49-F238E27FC236}">
                <a16:creationId xmlns:a16="http://schemas.microsoft.com/office/drawing/2014/main" id="{4973B099-8DFA-53FB-1105-A26CC36014D5}"/>
              </a:ext>
              <a:ext uri="{C183D7F6-B498-43B3-948B-1728B52AA6E4}">
                <adec:decorative xmlns:adec="http://schemas.microsoft.com/office/drawing/2017/decorative" val="1"/>
              </a:ext>
            </a:extLst>
          </p:cNvPr>
          <p:cNvSpPr/>
          <p:nvPr userDrawn="1"/>
        </p:nvSpPr>
        <p:spPr>
          <a:xfrm rot="16200000" flipH="1">
            <a:off x="11814480" y="-103514"/>
            <a:ext cx="274322" cy="481353"/>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Tree>
    <p:extLst>
      <p:ext uri="{BB962C8B-B14F-4D97-AF65-F5344CB8AC3E}">
        <p14:creationId xmlns:p14="http://schemas.microsoft.com/office/powerpoint/2010/main" val="13907188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Title, Photo 3">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41F45E22-547F-B6E1-5F51-CFECC13B28B9}"/>
              </a:ext>
              <a:ext uri="{C183D7F6-B498-43B3-948B-1728B52AA6E4}">
                <adec:decorative xmlns:adec="http://schemas.microsoft.com/office/drawing/2017/decorative" val="1"/>
              </a:ext>
            </a:extLst>
          </p:cNvPr>
          <p:cNvSpPr/>
          <p:nvPr userDrawn="1"/>
        </p:nvSpPr>
        <p:spPr>
          <a:xfrm>
            <a:off x="7065818" y="6245509"/>
            <a:ext cx="5134119" cy="612492"/>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Title 1">
            <a:extLst>
              <a:ext uri="{FF2B5EF4-FFF2-40B4-BE49-F238E27FC236}">
                <a16:creationId xmlns:a16="http://schemas.microsoft.com/office/drawing/2014/main" id="{F1C19B4F-DFB6-9576-9DF4-96FE43A1EC98}"/>
              </a:ext>
            </a:extLst>
          </p:cNvPr>
          <p:cNvSpPr>
            <a:spLocks noGrp="1"/>
          </p:cNvSpPr>
          <p:nvPr>
            <p:ph type="ctrTitle" hasCustomPrompt="1"/>
          </p:nvPr>
        </p:nvSpPr>
        <p:spPr>
          <a:xfrm>
            <a:off x="910628" y="482261"/>
            <a:ext cx="5824186" cy="3987799"/>
          </a:xfrm>
        </p:spPr>
        <p:txBody>
          <a:bodyPr lIns="0" tIns="0" rIns="0" bIns="0" anchor="b">
            <a:noAutofit/>
          </a:bodyPr>
          <a:lstStyle>
            <a:lvl1pPr algn="l">
              <a:defRPr sz="5400"/>
            </a:lvl1pPr>
          </a:lstStyle>
          <a:p>
            <a:r>
              <a:rPr lang="en-US"/>
              <a:t>Click to edit Master title style</a:t>
            </a:r>
            <a:endParaRPr lang="en-CN"/>
          </a:p>
        </p:txBody>
      </p:sp>
      <p:sp>
        <p:nvSpPr>
          <p:cNvPr id="18" name="Subtitle 2">
            <a:extLst>
              <a:ext uri="{FF2B5EF4-FFF2-40B4-BE49-F238E27FC236}">
                <a16:creationId xmlns:a16="http://schemas.microsoft.com/office/drawing/2014/main" id="{D99BC2BC-8A72-7BB8-D8C8-CB385D30BB75}"/>
              </a:ext>
            </a:extLst>
          </p:cNvPr>
          <p:cNvSpPr>
            <a:spLocks noGrp="1"/>
          </p:cNvSpPr>
          <p:nvPr>
            <p:ph type="subTitle" idx="1" hasCustomPrompt="1"/>
          </p:nvPr>
        </p:nvSpPr>
        <p:spPr>
          <a:xfrm>
            <a:off x="910628" y="4640704"/>
            <a:ext cx="5824186" cy="876323"/>
          </a:xfrm>
        </p:spPr>
        <p:txBody>
          <a:bodyPr>
            <a:noAutofit/>
          </a:bodyPr>
          <a:lstStyle>
            <a:lvl1pPr marL="0" indent="0" algn="l">
              <a:lnSpc>
                <a:spcPct val="100000"/>
              </a:lnSpc>
              <a:spcBef>
                <a:spcPts val="0"/>
              </a:spcBef>
              <a:buNone/>
              <a:defRPr sz="3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CN"/>
          </a:p>
        </p:txBody>
      </p:sp>
      <p:sp>
        <p:nvSpPr>
          <p:cNvPr id="2" name="Content Placeholder 8">
            <a:extLst>
              <a:ext uri="{FF2B5EF4-FFF2-40B4-BE49-F238E27FC236}">
                <a16:creationId xmlns:a16="http://schemas.microsoft.com/office/drawing/2014/main" id="{EC403ECD-0E61-4F10-7162-E98E5D2C68D4}"/>
              </a:ext>
              <a:ext uri="{C183D7F6-B498-43B3-948B-1728B52AA6E4}">
                <adec:decorative xmlns:adec="http://schemas.microsoft.com/office/drawing/2017/decorative" val="0"/>
              </a:ext>
            </a:extLst>
          </p:cNvPr>
          <p:cNvSpPr>
            <a:spLocks noGrp="1"/>
          </p:cNvSpPr>
          <p:nvPr>
            <p:ph sz="quarter" idx="17" hasCustomPrompt="1"/>
          </p:nvPr>
        </p:nvSpPr>
        <p:spPr>
          <a:xfrm>
            <a:off x="910629" y="5978808"/>
            <a:ext cx="1737322" cy="266701"/>
          </a:xfrm>
        </p:spPr>
        <p:txBody>
          <a:bodyPr lIns="0" tIns="0" rIns="0" bIns="0" anchor="b">
            <a:noAutofit/>
          </a:bodyPr>
          <a:lstStyle>
            <a:lvl1pPr marL="0" indent="0">
              <a:spcBef>
                <a:spcPts val="0"/>
              </a:spcBef>
              <a:buNone/>
              <a:defRPr sz="1600"/>
            </a:lvl1pPr>
            <a:lvl2pPr>
              <a:defRPr sz="1600"/>
            </a:lvl2pPr>
            <a:lvl3pPr>
              <a:defRPr sz="1600"/>
            </a:lvl3pPr>
            <a:lvl4pPr>
              <a:defRPr sz="1600"/>
            </a:lvl4pPr>
            <a:lvl5pPr>
              <a:defRPr sz="1600"/>
            </a:lvl5pPr>
          </a:lstStyle>
          <a:p>
            <a:r>
              <a:rPr lang="en-US" sz="1600"/>
              <a:t>Presenter Name</a:t>
            </a:r>
          </a:p>
        </p:txBody>
      </p:sp>
      <p:sp>
        <p:nvSpPr>
          <p:cNvPr id="26" name="Picture Placeholder 25">
            <a:extLst>
              <a:ext uri="{FF2B5EF4-FFF2-40B4-BE49-F238E27FC236}">
                <a16:creationId xmlns:a16="http://schemas.microsoft.com/office/drawing/2014/main" id="{035CA494-5B62-D1F6-0DF6-40D867589380}"/>
              </a:ext>
            </a:extLst>
          </p:cNvPr>
          <p:cNvSpPr>
            <a:spLocks noGrp="1"/>
          </p:cNvSpPr>
          <p:nvPr>
            <p:ph type="pic" sz="quarter" idx="20"/>
          </p:nvPr>
        </p:nvSpPr>
        <p:spPr>
          <a:xfrm>
            <a:off x="7065818" y="1331046"/>
            <a:ext cx="3772303" cy="4914460"/>
          </a:xfrm>
          <a:noFill/>
        </p:spPr>
        <p:txBody>
          <a:bodyPr/>
          <a:lstStyle/>
          <a:p>
            <a:endParaRPr lang="zh-CN" altLang="en-US"/>
          </a:p>
        </p:txBody>
      </p:sp>
      <p:sp>
        <p:nvSpPr>
          <p:cNvPr id="3" name="Date Placeholder 3">
            <a:extLst>
              <a:ext uri="{FF2B5EF4-FFF2-40B4-BE49-F238E27FC236}">
                <a16:creationId xmlns:a16="http://schemas.microsoft.com/office/drawing/2014/main" id="{B742842F-049E-5CE5-521C-3D7CF4664B24}"/>
              </a:ext>
            </a:extLst>
          </p:cNvPr>
          <p:cNvSpPr>
            <a:spLocks noGrp="1"/>
          </p:cNvSpPr>
          <p:nvPr>
            <p:ph type="dt" sz="half" idx="10"/>
          </p:nvPr>
        </p:nvSpPr>
        <p:spPr>
          <a:xfrm>
            <a:off x="657225" y="6400800"/>
            <a:ext cx="2743200" cy="266700"/>
          </a:xfrm>
        </p:spPr>
        <p:txBody>
          <a:bodyPr lIns="0" tIns="0" rIns="0" bIns="0"/>
          <a:lstStyle/>
          <a:p>
            <a:r>
              <a:rPr lang="en-US" altLang="zh-CN" dirty="0"/>
              <a:t>03/12/2025</a:t>
            </a:r>
            <a:fld id="{FD138C57-8E3B-4697-92F8-0ED9B71F7E17}" type="datetime1">
              <a:rPr lang="en-US" smtClean="0"/>
              <a:t>3/5/2026</a:t>
            </a:fld>
            <a:endParaRPr lang="en-US"/>
          </a:p>
        </p:txBody>
      </p:sp>
      <p:sp>
        <p:nvSpPr>
          <p:cNvPr id="4" name="Footer Placeholder 4">
            <a:extLst>
              <a:ext uri="{FF2B5EF4-FFF2-40B4-BE49-F238E27FC236}">
                <a16:creationId xmlns:a16="http://schemas.microsoft.com/office/drawing/2014/main" id="{F57807E5-619C-C6C7-6226-8A9540B6DD6B}"/>
              </a:ext>
            </a:extLst>
          </p:cNvPr>
          <p:cNvSpPr>
            <a:spLocks noGrp="1"/>
          </p:cNvSpPr>
          <p:nvPr>
            <p:ph type="ftr" sz="quarter" idx="11"/>
          </p:nvPr>
        </p:nvSpPr>
        <p:spPr>
          <a:xfrm>
            <a:off x="4267200" y="6400800"/>
            <a:ext cx="3657600" cy="266700"/>
          </a:xfrm>
        </p:spPr>
        <p:txBody>
          <a:bodyPr lIns="0" tIns="0" rIns="0" bIns="0"/>
          <a:lstStyle>
            <a:lvl1pPr algn="ctr">
              <a:defRPr/>
            </a:lvl1pPr>
          </a:lstStyle>
          <a:p>
            <a:r>
              <a:rPr lang="en-US"/>
              <a:t>Sample Footer Text</a:t>
            </a:r>
          </a:p>
        </p:txBody>
      </p:sp>
      <p:sp>
        <p:nvSpPr>
          <p:cNvPr id="5" name="Slide Number Placeholder 5">
            <a:extLst>
              <a:ext uri="{FF2B5EF4-FFF2-40B4-BE49-F238E27FC236}">
                <a16:creationId xmlns:a16="http://schemas.microsoft.com/office/drawing/2014/main" id="{9873A478-35CD-870F-0A0C-AD044CED3009}"/>
              </a:ext>
            </a:extLst>
          </p:cNvPr>
          <p:cNvSpPr>
            <a:spLocks noGrp="1"/>
          </p:cNvSpPr>
          <p:nvPr>
            <p:ph type="sldNum" sz="quarter" idx="12"/>
          </p:nvPr>
        </p:nvSpPr>
        <p:spPr>
          <a:xfrm>
            <a:off x="8274049" y="6400800"/>
            <a:ext cx="3241675" cy="266700"/>
          </a:xfrm>
        </p:spPr>
        <p:txBody>
          <a:bodyPr lIns="0" tIns="0" rIns="0" bIns="0"/>
          <a:lstStyle>
            <a:lvl1pPr algn="r">
              <a:defRPr>
                <a:solidFill>
                  <a:schemeClr val="bg1"/>
                </a:solidFill>
              </a:defRPr>
            </a:lvl1pPr>
          </a:lstStyle>
          <a:p>
            <a:fld id="{CC057153-B650-4DEB-B370-79DDCFDCE934}" type="slidenum">
              <a:rPr lang="en-US" smtClean="0"/>
              <a:pPr/>
              <a:t>‹#›</a:t>
            </a:fld>
            <a:endParaRPr lang="en-US"/>
          </a:p>
        </p:txBody>
      </p:sp>
      <p:sp>
        <p:nvSpPr>
          <p:cNvPr id="10" name="Rectangle 8">
            <a:extLst>
              <a:ext uri="{FF2B5EF4-FFF2-40B4-BE49-F238E27FC236}">
                <a16:creationId xmlns:a16="http://schemas.microsoft.com/office/drawing/2014/main" id="{1B4E1136-DFDD-32BF-5846-514278A0F779}"/>
              </a:ext>
              <a:ext uri="{C183D7F6-B498-43B3-948B-1728B52AA6E4}">
                <adec:decorative xmlns:adec="http://schemas.microsoft.com/office/drawing/2017/decorative" val="1"/>
              </a:ext>
            </a:extLst>
          </p:cNvPr>
          <p:cNvSpPr/>
          <p:nvPr userDrawn="1"/>
        </p:nvSpPr>
        <p:spPr>
          <a:xfrm rot="5400000">
            <a:off x="1183663" y="-700191"/>
            <a:ext cx="274322" cy="167470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Rectangle 9">
            <a:extLst>
              <a:ext uri="{FF2B5EF4-FFF2-40B4-BE49-F238E27FC236}">
                <a16:creationId xmlns:a16="http://schemas.microsoft.com/office/drawing/2014/main" id="{4973B099-8DFA-53FB-1105-A26CC36014D5}"/>
              </a:ext>
              <a:ext uri="{C183D7F6-B498-43B3-948B-1728B52AA6E4}">
                <adec:decorative xmlns:adec="http://schemas.microsoft.com/office/drawing/2017/decorative" val="1"/>
              </a:ext>
            </a:extLst>
          </p:cNvPr>
          <p:cNvSpPr/>
          <p:nvPr userDrawn="1"/>
        </p:nvSpPr>
        <p:spPr>
          <a:xfrm rot="5400000">
            <a:off x="104574" y="-104573"/>
            <a:ext cx="274322" cy="483472"/>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29" name="Rectangle 6">
            <a:extLst>
              <a:ext uri="{FF2B5EF4-FFF2-40B4-BE49-F238E27FC236}">
                <a16:creationId xmlns:a16="http://schemas.microsoft.com/office/drawing/2014/main" id="{F5FF0307-7223-2A57-49F7-205DFC3CADD3}"/>
              </a:ext>
              <a:ext uri="{C183D7F6-B498-43B3-948B-1728B52AA6E4}">
                <adec:decorative xmlns:adec="http://schemas.microsoft.com/office/drawing/2017/decorative" val="1"/>
              </a:ext>
            </a:extLst>
          </p:cNvPr>
          <p:cNvSpPr/>
          <p:nvPr userDrawn="1"/>
        </p:nvSpPr>
        <p:spPr>
          <a:xfrm rot="10800000">
            <a:off x="10833956" y="-2"/>
            <a:ext cx="1365980" cy="2232019"/>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zh-CN" altLang="en-US">
              <a:solidFill>
                <a:schemeClr val="lt1"/>
              </a:solidFill>
            </a:endParaRPr>
          </a:p>
        </p:txBody>
      </p:sp>
      <p:sp>
        <p:nvSpPr>
          <p:cNvPr id="6" name="Freeform: Shape 59">
            <a:extLst>
              <a:ext uri="{FF2B5EF4-FFF2-40B4-BE49-F238E27FC236}">
                <a16:creationId xmlns:a16="http://schemas.microsoft.com/office/drawing/2014/main" id="{AB33DB86-5F38-0CF7-F613-511E8B1B1997}"/>
              </a:ext>
              <a:ext uri="{C183D7F6-B498-43B3-948B-1728B52AA6E4}">
                <adec:decorative xmlns:adec="http://schemas.microsoft.com/office/drawing/2017/decorative" val="1"/>
              </a:ext>
            </a:extLst>
          </p:cNvPr>
          <p:cNvSpPr/>
          <p:nvPr userDrawn="1"/>
        </p:nvSpPr>
        <p:spPr>
          <a:xfrm flipH="1" flipV="1">
            <a:off x="10841892" y="-3"/>
            <a:ext cx="1358044" cy="2232015"/>
          </a:xfrm>
          <a:custGeom>
            <a:avLst/>
            <a:gdLst>
              <a:gd name="connsiteX0" fmla="*/ 1497298 w 1497298"/>
              <a:gd name="connsiteY0" fmla="*/ 0 h 1457281"/>
              <a:gd name="connsiteX1" fmla="*/ 0 w 1497298"/>
              <a:gd name="connsiteY1" fmla="*/ 0 h 1457281"/>
              <a:gd name="connsiteX2" fmla="*/ 0 w 1497298"/>
              <a:gd name="connsiteY2" fmla="*/ 1457281 h 1457281"/>
            </a:gdLst>
            <a:ahLst/>
            <a:cxnLst>
              <a:cxn ang="0">
                <a:pos x="connsiteX0" y="connsiteY0"/>
              </a:cxn>
              <a:cxn ang="0">
                <a:pos x="connsiteX1" y="connsiteY1"/>
              </a:cxn>
              <a:cxn ang="0">
                <a:pos x="connsiteX2" y="connsiteY2"/>
              </a:cxn>
            </a:cxnLst>
            <a:rect l="l" t="t" r="r" b="b"/>
            <a:pathLst>
              <a:path w="1497298" h="1457281">
                <a:moveTo>
                  <a:pt x="1497298" y="0"/>
                </a:moveTo>
                <a:lnTo>
                  <a:pt x="0" y="0"/>
                </a:lnTo>
                <a:lnTo>
                  <a:pt x="0" y="1457281"/>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zh-CN" altLang="en-US">
              <a:solidFill>
                <a:schemeClr val="lt1"/>
              </a:solidFill>
            </a:endParaRPr>
          </a:p>
        </p:txBody>
      </p:sp>
      <p:sp>
        <p:nvSpPr>
          <p:cNvPr id="41" name="Rectangle 6">
            <a:extLst>
              <a:ext uri="{FF2B5EF4-FFF2-40B4-BE49-F238E27FC236}">
                <a16:creationId xmlns:a16="http://schemas.microsoft.com/office/drawing/2014/main" id="{B297F7B8-C42C-1B4A-C596-DA9004187DEB}"/>
              </a:ext>
              <a:ext uri="{C183D7F6-B498-43B3-948B-1728B52AA6E4}">
                <adec:decorative xmlns:adec="http://schemas.microsoft.com/office/drawing/2017/decorative" val="1"/>
              </a:ext>
            </a:extLst>
          </p:cNvPr>
          <p:cNvSpPr/>
          <p:nvPr userDrawn="1"/>
        </p:nvSpPr>
        <p:spPr>
          <a:xfrm rot="10800000">
            <a:off x="10833956" y="2232018"/>
            <a:ext cx="1358044" cy="1916648"/>
          </a:xfrm>
          <a:prstGeom prst="rect">
            <a:avLst/>
          </a:prstGeom>
          <a:solidFill>
            <a:schemeClr val="accent1"/>
          </a:solidFill>
          <a:ln w="9525" cap="flat">
            <a:noFill/>
            <a:prstDash val="solid"/>
            <a:miter/>
          </a:ln>
        </p:spPr>
        <p:txBody>
          <a:bodyPr rtlCol="0" anchor="ctr"/>
          <a:lstStyle/>
          <a:p>
            <a:pPr lvl="0"/>
            <a:endParaRPr lang="zh-CN" altLang="en-US">
              <a:solidFill>
                <a:schemeClr val="tx1"/>
              </a:solidFill>
            </a:endParaRPr>
          </a:p>
        </p:txBody>
      </p:sp>
      <p:sp>
        <p:nvSpPr>
          <p:cNvPr id="14" name="Freeform: Shape 9">
            <a:extLst>
              <a:ext uri="{FF2B5EF4-FFF2-40B4-BE49-F238E27FC236}">
                <a16:creationId xmlns:a16="http://schemas.microsoft.com/office/drawing/2014/main" id="{3CDB4C82-C1F2-7A31-B0C0-EC7A16E86E01}"/>
              </a:ext>
              <a:ext uri="{C183D7F6-B498-43B3-948B-1728B52AA6E4}">
                <adec:decorative xmlns:adec="http://schemas.microsoft.com/office/drawing/2017/decorative" val="1"/>
              </a:ext>
            </a:extLst>
          </p:cNvPr>
          <p:cNvSpPr/>
          <p:nvPr userDrawn="1"/>
        </p:nvSpPr>
        <p:spPr>
          <a:xfrm flipV="1">
            <a:off x="10833888" y="3428999"/>
            <a:ext cx="1366047" cy="719665"/>
          </a:xfrm>
          <a:custGeom>
            <a:avLst/>
            <a:gdLst>
              <a:gd name="connsiteX0" fmla="*/ 0 w 2351450"/>
              <a:gd name="connsiteY0" fmla="*/ 0 h 1170173"/>
              <a:gd name="connsiteX1" fmla="*/ 2351450 w 2351450"/>
              <a:gd name="connsiteY1" fmla="*/ 0 h 1170173"/>
              <a:gd name="connsiteX2" fmla="*/ 2345674 w 2351450"/>
              <a:gd name="connsiteY2" fmla="*/ 114394 h 1170173"/>
              <a:gd name="connsiteX3" fmla="*/ 1175725 w 2351450"/>
              <a:gd name="connsiteY3" fmla="*/ 1170173 h 1170173"/>
              <a:gd name="connsiteX4" fmla="*/ 5777 w 2351450"/>
              <a:gd name="connsiteY4" fmla="*/ 114394 h 11701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51450" h="1170173">
                <a:moveTo>
                  <a:pt x="0" y="0"/>
                </a:moveTo>
                <a:lnTo>
                  <a:pt x="2351450" y="0"/>
                </a:lnTo>
                <a:lnTo>
                  <a:pt x="2345674" y="114394"/>
                </a:lnTo>
                <a:cubicBezTo>
                  <a:pt x="2285450" y="707410"/>
                  <a:pt x="1784630" y="1170173"/>
                  <a:pt x="1175725" y="1170173"/>
                </a:cubicBezTo>
                <a:cubicBezTo>
                  <a:pt x="566821" y="1170173"/>
                  <a:pt x="66001" y="707410"/>
                  <a:pt x="5777" y="114394"/>
                </a:cubicBez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GB"/>
          </a:p>
        </p:txBody>
      </p:sp>
      <p:sp>
        <p:nvSpPr>
          <p:cNvPr id="33" name="Rectangle 8">
            <a:extLst>
              <a:ext uri="{FF2B5EF4-FFF2-40B4-BE49-F238E27FC236}">
                <a16:creationId xmlns:a16="http://schemas.microsoft.com/office/drawing/2014/main" id="{D03B5295-1DAD-F67E-A9D1-1EDDEDAE034E}"/>
              </a:ext>
              <a:ext uri="{C183D7F6-B498-43B3-948B-1728B52AA6E4}">
                <adec:decorative xmlns:adec="http://schemas.microsoft.com/office/drawing/2017/decorative" val="1"/>
              </a:ext>
            </a:extLst>
          </p:cNvPr>
          <p:cNvSpPr/>
          <p:nvPr userDrawn="1"/>
        </p:nvSpPr>
        <p:spPr>
          <a:xfrm rot="10800000" flipV="1">
            <a:off x="10833955" y="4148664"/>
            <a:ext cx="1365981" cy="2096841"/>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Freeform: Shape 59">
            <a:extLst>
              <a:ext uri="{FF2B5EF4-FFF2-40B4-BE49-F238E27FC236}">
                <a16:creationId xmlns:a16="http://schemas.microsoft.com/office/drawing/2014/main" id="{C681F86B-1EB2-1ABD-11BE-7405C317D113}"/>
              </a:ext>
              <a:ext uri="{C183D7F6-B498-43B3-948B-1728B52AA6E4}">
                <adec:decorative xmlns:adec="http://schemas.microsoft.com/office/drawing/2017/decorative" val="1"/>
              </a:ext>
            </a:extLst>
          </p:cNvPr>
          <p:cNvSpPr/>
          <p:nvPr userDrawn="1"/>
        </p:nvSpPr>
        <p:spPr>
          <a:xfrm flipH="1" flipV="1">
            <a:off x="10833955" y="4148663"/>
            <a:ext cx="1365980" cy="2096842"/>
          </a:xfrm>
          <a:custGeom>
            <a:avLst/>
            <a:gdLst>
              <a:gd name="connsiteX0" fmla="*/ 1497298 w 1497298"/>
              <a:gd name="connsiteY0" fmla="*/ 0 h 1457281"/>
              <a:gd name="connsiteX1" fmla="*/ 0 w 1497298"/>
              <a:gd name="connsiteY1" fmla="*/ 0 h 1457281"/>
              <a:gd name="connsiteX2" fmla="*/ 0 w 1497298"/>
              <a:gd name="connsiteY2" fmla="*/ 1457281 h 1457281"/>
            </a:gdLst>
            <a:ahLst/>
            <a:cxnLst>
              <a:cxn ang="0">
                <a:pos x="connsiteX0" y="connsiteY0"/>
              </a:cxn>
              <a:cxn ang="0">
                <a:pos x="connsiteX1" y="connsiteY1"/>
              </a:cxn>
              <a:cxn ang="0">
                <a:pos x="connsiteX2" y="connsiteY2"/>
              </a:cxn>
            </a:cxnLst>
            <a:rect l="l" t="t" r="r" b="b"/>
            <a:pathLst>
              <a:path w="1497298" h="1457281">
                <a:moveTo>
                  <a:pt x="1497298" y="0"/>
                </a:moveTo>
                <a:lnTo>
                  <a:pt x="0" y="0"/>
                </a:lnTo>
                <a:lnTo>
                  <a:pt x="0" y="1457281"/>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zh-CN" altLang="en-US">
              <a:solidFill>
                <a:schemeClr val="lt1"/>
              </a:solidFill>
            </a:endParaRPr>
          </a:p>
        </p:txBody>
      </p:sp>
    </p:spTree>
    <p:extLst>
      <p:ext uri="{BB962C8B-B14F-4D97-AF65-F5344CB8AC3E}">
        <p14:creationId xmlns:p14="http://schemas.microsoft.com/office/powerpoint/2010/main" val="21235514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Sequence Number, Photo 1">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9591D9F7-2AF5-7E15-28CD-C5189318CC9A}"/>
              </a:ext>
              <a:ext uri="{C183D7F6-B498-43B3-948B-1728B52AA6E4}">
                <adec:decorative xmlns:adec="http://schemas.microsoft.com/office/drawing/2017/decorative" val="1"/>
              </a:ext>
            </a:extLst>
          </p:cNvPr>
          <p:cNvSpPr/>
          <p:nvPr userDrawn="1"/>
        </p:nvSpPr>
        <p:spPr>
          <a:xfrm>
            <a:off x="10010775" y="0"/>
            <a:ext cx="2181225"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Rectangle 9">
            <a:extLst>
              <a:ext uri="{FF2B5EF4-FFF2-40B4-BE49-F238E27FC236}">
                <a16:creationId xmlns:a16="http://schemas.microsoft.com/office/drawing/2014/main" id="{FF402BE0-455F-CF23-B696-A4F06F441098}"/>
              </a:ext>
              <a:ext uri="{C183D7F6-B498-43B3-948B-1728B52AA6E4}">
                <adec:decorative xmlns:adec="http://schemas.microsoft.com/office/drawing/2017/decorative" val="1"/>
              </a:ext>
            </a:extLst>
          </p:cNvPr>
          <p:cNvSpPr/>
          <p:nvPr userDrawn="1"/>
        </p:nvSpPr>
        <p:spPr>
          <a:xfrm>
            <a:off x="11191875" y="5862637"/>
            <a:ext cx="1000125" cy="1000125"/>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Title 6">
            <a:extLst>
              <a:ext uri="{FF2B5EF4-FFF2-40B4-BE49-F238E27FC236}">
                <a16:creationId xmlns:a16="http://schemas.microsoft.com/office/drawing/2014/main" id="{3575A47E-66DF-0DFE-6068-FCE75A83C7A8}"/>
              </a:ext>
            </a:extLst>
          </p:cNvPr>
          <p:cNvSpPr>
            <a:spLocks noGrp="1"/>
          </p:cNvSpPr>
          <p:nvPr>
            <p:ph type="title" hasCustomPrompt="1"/>
          </p:nvPr>
        </p:nvSpPr>
        <p:spPr>
          <a:xfrm>
            <a:off x="1022364" y="2558836"/>
            <a:ext cx="6735597" cy="3793838"/>
          </a:xfrm>
        </p:spPr>
        <p:txBody>
          <a:bodyPr lIns="0" tIns="0" rIns="0" bIns="0" anchor="t">
            <a:noAutofit/>
          </a:bodyPr>
          <a:lstStyle>
            <a:lvl1pPr>
              <a:defRPr sz="5400">
                <a:solidFill>
                  <a:schemeClr val="tx1"/>
                </a:solidFill>
              </a:defRPr>
            </a:lvl1pPr>
          </a:lstStyle>
          <a:p>
            <a:r>
              <a:rPr lang="en-US"/>
              <a:t>Click to edit Master title style</a:t>
            </a:r>
            <a:endParaRPr lang="en-CN"/>
          </a:p>
        </p:txBody>
      </p:sp>
      <p:sp>
        <p:nvSpPr>
          <p:cNvPr id="3" name="Text Placeholder 2">
            <a:extLst>
              <a:ext uri="{C183D7F6-B498-43B3-948B-1728B52AA6E4}">
                <adec:decorative xmlns:adec="http://schemas.microsoft.com/office/drawing/2017/decorative" val="0"/>
              </a:ext>
            </a:extLst>
          </p:cNvPr>
          <p:cNvSpPr>
            <a:spLocks noGrp="1"/>
          </p:cNvSpPr>
          <p:nvPr>
            <p:ph type="body" idx="1" hasCustomPrompt="1"/>
          </p:nvPr>
        </p:nvSpPr>
        <p:spPr>
          <a:xfrm>
            <a:off x="1022365" y="1649960"/>
            <a:ext cx="831916" cy="597807"/>
          </a:xfrm>
        </p:spPr>
        <p:txBody>
          <a:bodyPr lIns="0" tIns="0" rIns="0" bIns="0" anchor="b">
            <a:noAutofit/>
          </a:bodyPr>
          <a:lstStyle>
            <a:lvl1pPr marL="0" indent="0" algn="l">
              <a:buNone/>
              <a:defRPr sz="3000" baseline="0">
                <a:solidFill>
                  <a:schemeClr val="tx1"/>
                </a:solidFill>
                <a:latin typeface="+mj-lt"/>
                <a:ea typeface="+mj-ea"/>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01</a:t>
            </a:r>
          </a:p>
        </p:txBody>
      </p:sp>
      <p:sp>
        <p:nvSpPr>
          <p:cNvPr id="18" name="Picture Placeholder 17">
            <a:extLst>
              <a:ext uri="{FF2B5EF4-FFF2-40B4-BE49-F238E27FC236}">
                <a16:creationId xmlns:a16="http://schemas.microsoft.com/office/drawing/2014/main" id="{54D9E87A-1CDC-4014-2314-39FC7B07C83B}"/>
              </a:ext>
            </a:extLst>
          </p:cNvPr>
          <p:cNvSpPr>
            <a:spLocks noGrp="1"/>
          </p:cNvSpPr>
          <p:nvPr>
            <p:ph type="pic" sz="quarter" idx="10"/>
          </p:nvPr>
        </p:nvSpPr>
        <p:spPr>
          <a:xfrm>
            <a:off x="7961313" y="1306802"/>
            <a:ext cx="3230562" cy="4541837"/>
          </a:xfrm>
          <a:noFill/>
        </p:spPr>
        <p:txBody>
          <a:bodyPr/>
          <a:lstStyle/>
          <a:p>
            <a:endParaRPr lang="zh-CN" altLang="en-US"/>
          </a:p>
        </p:txBody>
      </p:sp>
      <p:sp>
        <p:nvSpPr>
          <p:cNvPr id="12" name="Date Placeholder 3">
            <a:extLst>
              <a:ext uri="{FF2B5EF4-FFF2-40B4-BE49-F238E27FC236}">
                <a16:creationId xmlns:a16="http://schemas.microsoft.com/office/drawing/2014/main" id="{9054A355-1144-8E9E-0708-A56938F03394}"/>
              </a:ext>
            </a:extLst>
          </p:cNvPr>
          <p:cNvSpPr>
            <a:spLocks noGrp="1"/>
          </p:cNvSpPr>
          <p:nvPr>
            <p:ph type="dt" sz="half" idx="13"/>
          </p:nvPr>
        </p:nvSpPr>
        <p:spPr>
          <a:xfrm>
            <a:off x="657225" y="6400800"/>
            <a:ext cx="2743200" cy="266700"/>
          </a:xfrm>
        </p:spPr>
        <p:txBody>
          <a:bodyPr/>
          <a:lstStyle/>
          <a:p>
            <a:r>
              <a:rPr lang="en-US" altLang="zh-CN" dirty="0"/>
              <a:t>03/12/2025</a:t>
            </a:r>
            <a:fld id="{FD138C57-8E3B-4697-92F8-0ED9B71F7E17}" type="datetime1">
              <a:rPr lang="en-US" smtClean="0"/>
              <a:t>3/5/2026</a:t>
            </a:fld>
            <a:endParaRPr lang="en-US"/>
          </a:p>
        </p:txBody>
      </p:sp>
      <p:sp>
        <p:nvSpPr>
          <p:cNvPr id="11" name="Footer Placeholder 4">
            <a:extLst>
              <a:ext uri="{FF2B5EF4-FFF2-40B4-BE49-F238E27FC236}">
                <a16:creationId xmlns:a16="http://schemas.microsoft.com/office/drawing/2014/main" id="{DB79E66C-660C-8962-2CA8-5B57D171332E}"/>
              </a:ext>
            </a:extLst>
          </p:cNvPr>
          <p:cNvSpPr>
            <a:spLocks noGrp="1"/>
          </p:cNvSpPr>
          <p:nvPr>
            <p:ph type="ftr" sz="quarter" idx="11"/>
          </p:nvPr>
        </p:nvSpPr>
        <p:spPr>
          <a:xfrm>
            <a:off x="4267200" y="6400800"/>
            <a:ext cx="3657600" cy="266700"/>
          </a:xfrm>
        </p:spPr>
        <p:txBody>
          <a:bodyPr/>
          <a:lstStyle>
            <a:lvl1pPr algn="ctr">
              <a:defRPr/>
            </a:lvl1pPr>
          </a:lstStyle>
          <a:p>
            <a:r>
              <a:rPr lang="en-US"/>
              <a:t>Sample Footer Text</a:t>
            </a:r>
          </a:p>
        </p:txBody>
      </p:sp>
      <p:sp>
        <p:nvSpPr>
          <p:cNvPr id="6" name="Slide Number Placeholder 5">
            <a:extLst>
              <a:ext uri="{FF2B5EF4-FFF2-40B4-BE49-F238E27FC236}">
                <a16:creationId xmlns:a16="http://schemas.microsoft.com/office/drawing/2014/main" id="{5D4AF8B1-E706-AD9A-FD16-CE6704805A2F}"/>
              </a:ext>
            </a:extLst>
          </p:cNvPr>
          <p:cNvSpPr>
            <a:spLocks noGrp="1"/>
          </p:cNvSpPr>
          <p:nvPr>
            <p:ph type="sldNum" sz="quarter" idx="12"/>
          </p:nvPr>
        </p:nvSpPr>
        <p:spPr>
          <a:xfrm>
            <a:off x="8274049" y="6400800"/>
            <a:ext cx="3241675" cy="266700"/>
          </a:xfrm>
        </p:spPr>
        <p:txBody>
          <a:bodyPr/>
          <a:lstStyle>
            <a:lvl1pPr algn="r">
              <a:defRPr/>
            </a:lvl1pPr>
          </a:lstStyle>
          <a:p>
            <a:fld id="{CC057153-B650-4DEB-B370-79DDCFDCE934}" type="slidenum">
              <a:rPr lang="en-US" smtClean="0"/>
              <a:pPr/>
              <a:t>‹#›</a:t>
            </a:fld>
            <a:endParaRPr lang="en-US"/>
          </a:p>
        </p:txBody>
      </p:sp>
      <p:sp>
        <p:nvSpPr>
          <p:cNvPr id="14" name="Freeform: Shape 13">
            <a:extLst>
              <a:ext uri="{FF2B5EF4-FFF2-40B4-BE49-F238E27FC236}">
                <a16:creationId xmlns:a16="http://schemas.microsoft.com/office/drawing/2014/main" id="{EADD3443-0734-5152-8D04-B2D94110150A}"/>
              </a:ext>
              <a:ext uri="{C183D7F6-B498-43B3-948B-1728B52AA6E4}">
                <adec:decorative xmlns:adec="http://schemas.microsoft.com/office/drawing/2017/decorative" val="1"/>
              </a:ext>
            </a:extLst>
          </p:cNvPr>
          <p:cNvSpPr/>
          <p:nvPr userDrawn="1"/>
        </p:nvSpPr>
        <p:spPr>
          <a:xfrm>
            <a:off x="6972301" y="0"/>
            <a:ext cx="561975" cy="1123950"/>
          </a:xfrm>
          <a:custGeom>
            <a:avLst/>
            <a:gdLst>
              <a:gd name="connsiteX0" fmla="*/ 561975 w 561975"/>
              <a:gd name="connsiteY0" fmla="*/ 0 h 1123950"/>
              <a:gd name="connsiteX1" fmla="*/ 561975 w 561975"/>
              <a:gd name="connsiteY1" fmla="*/ 1123950 h 1123950"/>
              <a:gd name="connsiteX2" fmla="*/ 0 w 561975"/>
              <a:gd name="connsiteY2" fmla="*/ 561975 h 1123950"/>
              <a:gd name="connsiteX3" fmla="*/ 561975 w 561975"/>
              <a:gd name="connsiteY3" fmla="*/ 0 h 1123950"/>
            </a:gdLst>
            <a:ahLst/>
            <a:cxnLst>
              <a:cxn ang="0">
                <a:pos x="connsiteX0" y="connsiteY0"/>
              </a:cxn>
              <a:cxn ang="0">
                <a:pos x="connsiteX1" y="connsiteY1"/>
              </a:cxn>
              <a:cxn ang="0">
                <a:pos x="connsiteX2" y="connsiteY2"/>
              </a:cxn>
              <a:cxn ang="0">
                <a:pos x="connsiteX3" y="connsiteY3"/>
              </a:cxn>
            </a:cxnLst>
            <a:rect l="l" t="t" r="r" b="b"/>
            <a:pathLst>
              <a:path w="561975" h="1123950">
                <a:moveTo>
                  <a:pt x="561975" y="0"/>
                </a:moveTo>
                <a:lnTo>
                  <a:pt x="561975" y="1123950"/>
                </a:lnTo>
                <a:cubicBezTo>
                  <a:pt x="251605" y="1123950"/>
                  <a:pt x="0" y="872345"/>
                  <a:pt x="0" y="561975"/>
                </a:cubicBezTo>
                <a:cubicBezTo>
                  <a:pt x="0" y="251605"/>
                  <a:pt x="251605" y="0"/>
                  <a:pt x="561975" y="0"/>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5" name="Freeform: Shape 14">
            <a:extLst>
              <a:ext uri="{FF2B5EF4-FFF2-40B4-BE49-F238E27FC236}">
                <a16:creationId xmlns:a16="http://schemas.microsoft.com/office/drawing/2014/main" id="{90703BCA-69C2-3D24-7F07-71DD32C3B700}"/>
              </a:ext>
              <a:ext uri="{C183D7F6-B498-43B3-948B-1728B52AA6E4}">
                <adec:decorative xmlns:adec="http://schemas.microsoft.com/office/drawing/2017/decorative" val="1"/>
              </a:ext>
            </a:extLst>
          </p:cNvPr>
          <p:cNvSpPr/>
          <p:nvPr userDrawn="1"/>
        </p:nvSpPr>
        <p:spPr>
          <a:xfrm>
            <a:off x="7600951" y="0"/>
            <a:ext cx="561975" cy="1123950"/>
          </a:xfrm>
          <a:custGeom>
            <a:avLst/>
            <a:gdLst>
              <a:gd name="connsiteX0" fmla="*/ 561975 w 561975"/>
              <a:gd name="connsiteY0" fmla="*/ 0 h 1123950"/>
              <a:gd name="connsiteX1" fmla="*/ 561975 w 561975"/>
              <a:gd name="connsiteY1" fmla="*/ 1123950 h 1123950"/>
              <a:gd name="connsiteX2" fmla="*/ 0 w 561975"/>
              <a:gd name="connsiteY2" fmla="*/ 561975 h 1123950"/>
              <a:gd name="connsiteX3" fmla="*/ 561975 w 561975"/>
              <a:gd name="connsiteY3" fmla="*/ 0 h 1123950"/>
            </a:gdLst>
            <a:ahLst/>
            <a:cxnLst>
              <a:cxn ang="0">
                <a:pos x="connsiteX0" y="connsiteY0"/>
              </a:cxn>
              <a:cxn ang="0">
                <a:pos x="connsiteX1" y="connsiteY1"/>
              </a:cxn>
              <a:cxn ang="0">
                <a:pos x="connsiteX2" y="connsiteY2"/>
              </a:cxn>
              <a:cxn ang="0">
                <a:pos x="connsiteX3" y="connsiteY3"/>
              </a:cxn>
            </a:cxnLst>
            <a:rect l="l" t="t" r="r" b="b"/>
            <a:pathLst>
              <a:path w="561975" h="1123950">
                <a:moveTo>
                  <a:pt x="561975" y="0"/>
                </a:moveTo>
                <a:lnTo>
                  <a:pt x="561975" y="1123950"/>
                </a:lnTo>
                <a:cubicBezTo>
                  <a:pt x="251605" y="1123950"/>
                  <a:pt x="0" y="872345"/>
                  <a:pt x="0" y="561975"/>
                </a:cubicBezTo>
                <a:cubicBezTo>
                  <a:pt x="0" y="251605"/>
                  <a:pt x="251605" y="0"/>
                  <a:pt x="561975" y="0"/>
                </a:cubicBez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Tree>
    <p:extLst>
      <p:ext uri="{BB962C8B-B14F-4D97-AF65-F5344CB8AC3E}">
        <p14:creationId xmlns:p14="http://schemas.microsoft.com/office/powerpoint/2010/main" val="17025192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Sequence Number, Photo 2">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9591D9F7-2AF5-7E15-28CD-C5189318CC9A}"/>
              </a:ext>
              <a:ext uri="{C183D7F6-B498-43B3-948B-1728B52AA6E4}">
                <adec:decorative xmlns:adec="http://schemas.microsoft.com/office/drawing/2017/decorative" val="1"/>
              </a:ext>
            </a:extLst>
          </p:cNvPr>
          <p:cNvSpPr/>
          <p:nvPr userDrawn="1"/>
        </p:nvSpPr>
        <p:spPr>
          <a:xfrm flipH="1">
            <a:off x="0" y="0"/>
            <a:ext cx="2181225"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Title 6">
            <a:extLst>
              <a:ext uri="{FF2B5EF4-FFF2-40B4-BE49-F238E27FC236}">
                <a16:creationId xmlns:a16="http://schemas.microsoft.com/office/drawing/2014/main" id="{3575A47E-66DF-0DFE-6068-FCE75A83C7A8}"/>
              </a:ext>
            </a:extLst>
          </p:cNvPr>
          <p:cNvSpPr>
            <a:spLocks noGrp="1"/>
          </p:cNvSpPr>
          <p:nvPr>
            <p:ph type="title" hasCustomPrompt="1"/>
          </p:nvPr>
        </p:nvSpPr>
        <p:spPr>
          <a:xfrm>
            <a:off x="4446653" y="2558836"/>
            <a:ext cx="6735597" cy="3793838"/>
          </a:xfrm>
        </p:spPr>
        <p:txBody>
          <a:bodyPr lIns="0" tIns="0" rIns="0" bIns="0" anchor="t">
            <a:noAutofit/>
          </a:bodyPr>
          <a:lstStyle>
            <a:lvl1pPr algn="r">
              <a:defRPr sz="5400">
                <a:solidFill>
                  <a:schemeClr val="tx1"/>
                </a:solidFill>
              </a:defRPr>
            </a:lvl1pPr>
          </a:lstStyle>
          <a:p>
            <a:r>
              <a:rPr lang="en-US"/>
              <a:t>Click to edit Master title style</a:t>
            </a:r>
            <a:endParaRPr lang="en-CN"/>
          </a:p>
        </p:txBody>
      </p:sp>
      <p:sp>
        <p:nvSpPr>
          <p:cNvPr id="18" name="Picture Placeholder 17">
            <a:extLst>
              <a:ext uri="{FF2B5EF4-FFF2-40B4-BE49-F238E27FC236}">
                <a16:creationId xmlns:a16="http://schemas.microsoft.com/office/drawing/2014/main" id="{54D9E87A-1CDC-4014-2314-39FC7B07C83B}"/>
              </a:ext>
            </a:extLst>
          </p:cNvPr>
          <p:cNvSpPr>
            <a:spLocks noGrp="1"/>
          </p:cNvSpPr>
          <p:nvPr>
            <p:ph type="pic" sz="quarter" idx="10"/>
          </p:nvPr>
        </p:nvSpPr>
        <p:spPr>
          <a:xfrm flipH="1">
            <a:off x="1000125" y="1316037"/>
            <a:ext cx="3230562" cy="4541837"/>
          </a:xfrm>
          <a:noFill/>
        </p:spPr>
        <p:txBody>
          <a:bodyPr/>
          <a:lstStyle/>
          <a:p>
            <a:endParaRPr lang="zh-CN" altLang="en-US"/>
          </a:p>
        </p:txBody>
      </p:sp>
      <p:sp>
        <p:nvSpPr>
          <p:cNvPr id="3" name="Text Placeholder 2">
            <a:extLst>
              <a:ext uri="{C183D7F6-B498-43B3-948B-1728B52AA6E4}">
                <adec:decorative xmlns:adec="http://schemas.microsoft.com/office/drawing/2017/decorative" val="0"/>
              </a:ext>
            </a:extLst>
          </p:cNvPr>
          <p:cNvSpPr>
            <a:spLocks noGrp="1"/>
          </p:cNvSpPr>
          <p:nvPr>
            <p:ph type="body" idx="1" hasCustomPrompt="1"/>
          </p:nvPr>
        </p:nvSpPr>
        <p:spPr>
          <a:xfrm>
            <a:off x="10350334" y="1649960"/>
            <a:ext cx="831916" cy="597807"/>
          </a:xfrm>
        </p:spPr>
        <p:txBody>
          <a:bodyPr lIns="0" tIns="0" rIns="0" bIns="0" anchor="b">
            <a:noAutofit/>
          </a:bodyPr>
          <a:lstStyle>
            <a:lvl1pPr marL="0" indent="0" algn="r">
              <a:buNone/>
              <a:defRPr sz="2600" baseline="0">
                <a:solidFill>
                  <a:schemeClr val="tx1"/>
                </a:solidFill>
                <a:latin typeface="+mj-lt"/>
                <a:ea typeface="+mj-ea"/>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01</a:t>
            </a:r>
          </a:p>
        </p:txBody>
      </p:sp>
      <p:sp>
        <p:nvSpPr>
          <p:cNvPr id="12" name="Date Placeholder 3">
            <a:extLst>
              <a:ext uri="{FF2B5EF4-FFF2-40B4-BE49-F238E27FC236}">
                <a16:creationId xmlns:a16="http://schemas.microsoft.com/office/drawing/2014/main" id="{9054A355-1144-8E9E-0708-A56938F03394}"/>
              </a:ext>
            </a:extLst>
          </p:cNvPr>
          <p:cNvSpPr>
            <a:spLocks noGrp="1"/>
          </p:cNvSpPr>
          <p:nvPr>
            <p:ph type="dt" sz="half" idx="13"/>
          </p:nvPr>
        </p:nvSpPr>
        <p:spPr>
          <a:xfrm>
            <a:off x="1174751" y="6400800"/>
            <a:ext cx="2743200" cy="266700"/>
          </a:xfrm>
        </p:spPr>
        <p:txBody>
          <a:bodyPr lIns="0" tIns="0" rIns="0" bIns="0"/>
          <a:lstStyle>
            <a:lvl1pPr>
              <a:defRPr>
                <a:solidFill>
                  <a:schemeClr val="bg1"/>
                </a:solidFill>
              </a:defRPr>
            </a:lvl1pPr>
          </a:lstStyle>
          <a:p>
            <a:r>
              <a:rPr lang="en-US" altLang="zh-CN" dirty="0"/>
              <a:t>03/12/2025</a:t>
            </a:r>
            <a:fld id="{FD138C57-8E3B-4697-92F8-0ED9B71F7E17}" type="datetime1">
              <a:rPr lang="en-US" smtClean="0"/>
              <a:pPr/>
              <a:t>3/5/2026</a:t>
            </a:fld>
            <a:endParaRPr lang="en-US"/>
          </a:p>
        </p:txBody>
      </p:sp>
      <p:sp>
        <p:nvSpPr>
          <p:cNvPr id="11" name="Footer Placeholder 4">
            <a:extLst>
              <a:ext uri="{FF2B5EF4-FFF2-40B4-BE49-F238E27FC236}">
                <a16:creationId xmlns:a16="http://schemas.microsoft.com/office/drawing/2014/main" id="{DB79E66C-660C-8962-2CA8-5B57D171332E}"/>
              </a:ext>
            </a:extLst>
          </p:cNvPr>
          <p:cNvSpPr>
            <a:spLocks noGrp="1"/>
          </p:cNvSpPr>
          <p:nvPr>
            <p:ph type="ftr" sz="quarter" idx="11"/>
          </p:nvPr>
        </p:nvSpPr>
        <p:spPr>
          <a:xfrm>
            <a:off x="4267200" y="6400800"/>
            <a:ext cx="3657600" cy="266700"/>
          </a:xfrm>
        </p:spPr>
        <p:txBody>
          <a:bodyPr lIns="0" tIns="0" rIns="0" bIns="0"/>
          <a:lstStyle>
            <a:lvl1pPr algn="ctr">
              <a:defRPr/>
            </a:lvl1pPr>
          </a:lstStyle>
          <a:p>
            <a:r>
              <a:rPr lang="en-US"/>
              <a:t>Sample Footer Text</a:t>
            </a:r>
          </a:p>
        </p:txBody>
      </p:sp>
      <p:sp>
        <p:nvSpPr>
          <p:cNvPr id="6" name="Slide Number Placeholder 5">
            <a:extLst>
              <a:ext uri="{FF2B5EF4-FFF2-40B4-BE49-F238E27FC236}">
                <a16:creationId xmlns:a16="http://schemas.microsoft.com/office/drawing/2014/main" id="{5D4AF8B1-E706-AD9A-FD16-CE6704805A2F}"/>
              </a:ext>
            </a:extLst>
          </p:cNvPr>
          <p:cNvSpPr>
            <a:spLocks noGrp="1"/>
          </p:cNvSpPr>
          <p:nvPr>
            <p:ph type="sldNum" sz="quarter" idx="12"/>
          </p:nvPr>
        </p:nvSpPr>
        <p:spPr>
          <a:xfrm>
            <a:off x="8274049" y="6400800"/>
            <a:ext cx="3241675" cy="266700"/>
          </a:xfrm>
        </p:spPr>
        <p:txBody>
          <a:bodyPr lIns="0" tIns="0" rIns="0" bIns="0"/>
          <a:lstStyle>
            <a:lvl1pPr algn="r">
              <a:defRPr/>
            </a:lvl1pPr>
          </a:lstStyle>
          <a:p>
            <a:fld id="{CC057153-B650-4DEB-B370-79DDCFDCE934}" type="slidenum">
              <a:rPr lang="en-US" smtClean="0"/>
              <a:pPr/>
              <a:t>‹#›</a:t>
            </a:fld>
            <a:endParaRPr lang="en-US"/>
          </a:p>
        </p:txBody>
      </p:sp>
      <p:sp>
        <p:nvSpPr>
          <p:cNvPr id="15" name="Freeform: Shape 14">
            <a:extLst>
              <a:ext uri="{FF2B5EF4-FFF2-40B4-BE49-F238E27FC236}">
                <a16:creationId xmlns:a16="http://schemas.microsoft.com/office/drawing/2014/main" id="{90703BCA-69C2-3D24-7F07-71DD32C3B700}"/>
              </a:ext>
              <a:ext uri="{C183D7F6-B498-43B3-948B-1728B52AA6E4}">
                <adec:decorative xmlns:adec="http://schemas.microsoft.com/office/drawing/2017/decorative" val="1"/>
              </a:ext>
            </a:extLst>
          </p:cNvPr>
          <p:cNvSpPr/>
          <p:nvPr userDrawn="1"/>
        </p:nvSpPr>
        <p:spPr>
          <a:xfrm flipH="1">
            <a:off x="4029074" y="0"/>
            <a:ext cx="561975" cy="1123950"/>
          </a:xfrm>
          <a:custGeom>
            <a:avLst/>
            <a:gdLst>
              <a:gd name="connsiteX0" fmla="*/ 561975 w 561975"/>
              <a:gd name="connsiteY0" fmla="*/ 0 h 1123950"/>
              <a:gd name="connsiteX1" fmla="*/ 561975 w 561975"/>
              <a:gd name="connsiteY1" fmla="*/ 1123950 h 1123950"/>
              <a:gd name="connsiteX2" fmla="*/ 0 w 561975"/>
              <a:gd name="connsiteY2" fmla="*/ 561975 h 1123950"/>
              <a:gd name="connsiteX3" fmla="*/ 561975 w 561975"/>
              <a:gd name="connsiteY3" fmla="*/ 0 h 1123950"/>
            </a:gdLst>
            <a:ahLst/>
            <a:cxnLst>
              <a:cxn ang="0">
                <a:pos x="connsiteX0" y="connsiteY0"/>
              </a:cxn>
              <a:cxn ang="0">
                <a:pos x="connsiteX1" y="connsiteY1"/>
              </a:cxn>
              <a:cxn ang="0">
                <a:pos x="connsiteX2" y="connsiteY2"/>
              </a:cxn>
              <a:cxn ang="0">
                <a:pos x="connsiteX3" y="connsiteY3"/>
              </a:cxn>
            </a:cxnLst>
            <a:rect l="l" t="t" r="r" b="b"/>
            <a:pathLst>
              <a:path w="561975" h="1123950">
                <a:moveTo>
                  <a:pt x="561975" y="0"/>
                </a:moveTo>
                <a:lnTo>
                  <a:pt x="561975" y="1123950"/>
                </a:lnTo>
                <a:cubicBezTo>
                  <a:pt x="251605" y="1123950"/>
                  <a:pt x="0" y="872345"/>
                  <a:pt x="0" y="561975"/>
                </a:cubicBezTo>
                <a:cubicBezTo>
                  <a:pt x="0" y="251605"/>
                  <a:pt x="251605" y="0"/>
                  <a:pt x="561975" y="0"/>
                </a:cubicBez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4" name="Freeform: Shape 13">
            <a:extLst>
              <a:ext uri="{FF2B5EF4-FFF2-40B4-BE49-F238E27FC236}">
                <a16:creationId xmlns:a16="http://schemas.microsoft.com/office/drawing/2014/main" id="{EADD3443-0734-5152-8D04-B2D94110150A}"/>
              </a:ext>
              <a:ext uri="{C183D7F6-B498-43B3-948B-1728B52AA6E4}">
                <adec:decorative xmlns:adec="http://schemas.microsoft.com/office/drawing/2017/decorative" val="1"/>
              </a:ext>
            </a:extLst>
          </p:cNvPr>
          <p:cNvSpPr/>
          <p:nvPr userDrawn="1"/>
        </p:nvSpPr>
        <p:spPr>
          <a:xfrm flipH="1">
            <a:off x="4657724" y="0"/>
            <a:ext cx="561975" cy="1123950"/>
          </a:xfrm>
          <a:custGeom>
            <a:avLst/>
            <a:gdLst>
              <a:gd name="connsiteX0" fmla="*/ 561975 w 561975"/>
              <a:gd name="connsiteY0" fmla="*/ 0 h 1123950"/>
              <a:gd name="connsiteX1" fmla="*/ 561975 w 561975"/>
              <a:gd name="connsiteY1" fmla="*/ 1123950 h 1123950"/>
              <a:gd name="connsiteX2" fmla="*/ 0 w 561975"/>
              <a:gd name="connsiteY2" fmla="*/ 561975 h 1123950"/>
              <a:gd name="connsiteX3" fmla="*/ 561975 w 561975"/>
              <a:gd name="connsiteY3" fmla="*/ 0 h 1123950"/>
            </a:gdLst>
            <a:ahLst/>
            <a:cxnLst>
              <a:cxn ang="0">
                <a:pos x="connsiteX0" y="connsiteY0"/>
              </a:cxn>
              <a:cxn ang="0">
                <a:pos x="connsiteX1" y="connsiteY1"/>
              </a:cxn>
              <a:cxn ang="0">
                <a:pos x="connsiteX2" y="connsiteY2"/>
              </a:cxn>
              <a:cxn ang="0">
                <a:pos x="connsiteX3" y="connsiteY3"/>
              </a:cxn>
            </a:cxnLst>
            <a:rect l="l" t="t" r="r" b="b"/>
            <a:pathLst>
              <a:path w="561975" h="1123950">
                <a:moveTo>
                  <a:pt x="561975" y="0"/>
                </a:moveTo>
                <a:lnTo>
                  <a:pt x="561975" y="1123950"/>
                </a:lnTo>
                <a:cubicBezTo>
                  <a:pt x="251605" y="1123950"/>
                  <a:pt x="0" y="872345"/>
                  <a:pt x="0" y="561975"/>
                </a:cubicBezTo>
                <a:cubicBezTo>
                  <a:pt x="0" y="251605"/>
                  <a:pt x="251605" y="0"/>
                  <a:pt x="561975" y="0"/>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0" name="Rectangle 9">
            <a:extLst>
              <a:ext uri="{FF2B5EF4-FFF2-40B4-BE49-F238E27FC236}">
                <a16:creationId xmlns:a16="http://schemas.microsoft.com/office/drawing/2014/main" id="{FF402BE0-455F-CF23-B696-A4F06F441098}"/>
              </a:ext>
              <a:ext uri="{C183D7F6-B498-43B3-948B-1728B52AA6E4}">
                <adec:decorative xmlns:adec="http://schemas.microsoft.com/office/drawing/2017/decorative" val="1"/>
              </a:ext>
            </a:extLst>
          </p:cNvPr>
          <p:cNvSpPr/>
          <p:nvPr userDrawn="1"/>
        </p:nvSpPr>
        <p:spPr>
          <a:xfrm flipH="1">
            <a:off x="0" y="5862637"/>
            <a:ext cx="1000125" cy="1000125"/>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3208872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Sequence Number 1">
    <p:spTree>
      <p:nvGrpSpPr>
        <p:cNvPr id="1" name=""/>
        <p:cNvGrpSpPr/>
        <p:nvPr/>
      </p:nvGrpSpPr>
      <p:grpSpPr>
        <a:xfrm>
          <a:off x="0" y="0"/>
          <a:ext cx="0" cy="0"/>
          <a:chOff x="0" y="0"/>
          <a:chExt cx="0" cy="0"/>
        </a:xfrm>
      </p:grpSpPr>
      <p:sp>
        <p:nvSpPr>
          <p:cNvPr id="16" name="Rectangle 8">
            <a:extLst>
              <a:ext uri="{FF2B5EF4-FFF2-40B4-BE49-F238E27FC236}">
                <a16:creationId xmlns:a16="http://schemas.microsoft.com/office/drawing/2014/main" id="{5EA40962-D6F9-CBBE-FF2C-4EC3830F9DAA}"/>
              </a:ext>
              <a:ext uri="{C183D7F6-B498-43B3-948B-1728B52AA6E4}">
                <adec:decorative xmlns:adec="http://schemas.microsoft.com/office/drawing/2017/decorative" val="1"/>
              </a:ext>
            </a:extLst>
          </p:cNvPr>
          <p:cNvSpPr/>
          <p:nvPr userDrawn="1"/>
        </p:nvSpPr>
        <p:spPr>
          <a:xfrm rot="10800000" flipH="1" flipV="1">
            <a:off x="0" y="4558433"/>
            <a:ext cx="1498042" cy="2299568"/>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Freeform: Shape 59">
            <a:extLst>
              <a:ext uri="{FF2B5EF4-FFF2-40B4-BE49-F238E27FC236}">
                <a16:creationId xmlns:a16="http://schemas.microsoft.com/office/drawing/2014/main" id="{EC816DDB-9EA2-DF6E-AAED-1B18863E588F}"/>
              </a:ext>
              <a:ext uri="{C183D7F6-B498-43B3-948B-1728B52AA6E4}">
                <adec:decorative xmlns:adec="http://schemas.microsoft.com/office/drawing/2017/decorative" val="1"/>
              </a:ext>
            </a:extLst>
          </p:cNvPr>
          <p:cNvSpPr/>
          <p:nvPr userDrawn="1"/>
        </p:nvSpPr>
        <p:spPr>
          <a:xfrm flipV="1">
            <a:off x="0" y="4558438"/>
            <a:ext cx="1498042" cy="2299562"/>
          </a:xfrm>
          <a:custGeom>
            <a:avLst/>
            <a:gdLst>
              <a:gd name="connsiteX0" fmla="*/ 1497298 w 1497298"/>
              <a:gd name="connsiteY0" fmla="*/ 0 h 1457281"/>
              <a:gd name="connsiteX1" fmla="*/ 0 w 1497298"/>
              <a:gd name="connsiteY1" fmla="*/ 0 h 1457281"/>
              <a:gd name="connsiteX2" fmla="*/ 0 w 1497298"/>
              <a:gd name="connsiteY2" fmla="*/ 1457281 h 1457281"/>
            </a:gdLst>
            <a:ahLst/>
            <a:cxnLst>
              <a:cxn ang="0">
                <a:pos x="connsiteX0" y="connsiteY0"/>
              </a:cxn>
              <a:cxn ang="0">
                <a:pos x="connsiteX1" y="connsiteY1"/>
              </a:cxn>
              <a:cxn ang="0">
                <a:pos x="connsiteX2" y="connsiteY2"/>
              </a:cxn>
            </a:cxnLst>
            <a:rect l="l" t="t" r="r" b="b"/>
            <a:pathLst>
              <a:path w="1497298" h="1457281">
                <a:moveTo>
                  <a:pt x="1497298" y="0"/>
                </a:moveTo>
                <a:lnTo>
                  <a:pt x="0" y="0"/>
                </a:lnTo>
                <a:lnTo>
                  <a:pt x="0" y="1457281"/>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zh-CN" altLang="en-US">
              <a:solidFill>
                <a:schemeClr val="lt1"/>
              </a:solidFill>
            </a:endParaRPr>
          </a:p>
        </p:txBody>
      </p:sp>
      <p:sp>
        <p:nvSpPr>
          <p:cNvPr id="5" name="Rectangle 8">
            <a:extLst>
              <a:ext uri="{FF2B5EF4-FFF2-40B4-BE49-F238E27FC236}">
                <a16:creationId xmlns:a16="http://schemas.microsoft.com/office/drawing/2014/main" id="{A04F26B9-B28E-8D10-94D1-04FE26C51C1B}"/>
              </a:ext>
              <a:ext uri="{C183D7F6-B498-43B3-948B-1728B52AA6E4}">
                <adec:decorative xmlns:adec="http://schemas.microsoft.com/office/drawing/2017/decorative" val="1"/>
              </a:ext>
            </a:extLst>
          </p:cNvPr>
          <p:cNvSpPr/>
          <p:nvPr userDrawn="1"/>
        </p:nvSpPr>
        <p:spPr>
          <a:xfrm rot="10800000" flipV="1">
            <a:off x="10693958" y="4558433"/>
            <a:ext cx="1498042" cy="2299568"/>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Freeform: Shape 59">
            <a:extLst>
              <a:ext uri="{FF2B5EF4-FFF2-40B4-BE49-F238E27FC236}">
                <a16:creationId xmlns:a16="http://schemas.microsoft.com/office/drawing/2014/main" id="{4947CEF4-1632-7EBE-80C3-C52AE183F60D}"/>
              </a:ext>
              <a:ext uri="{C183D7F6-B498-43B3-948B-1728B52AA6E4}">
                <adec:decorative xmlns:adec="http://schemas.microsoft.com/office/drawing/2017/decorative" val="1"/>
              </a:ext>
            </a:extLst>
          </p:cNvPr>
          <p:cNvSpPr/>
          <p:nvPr userDrawn="1"/>
        </p:nvSpPr>
        <p:spPr>
          <a:xfrm flipH="1" flipV="1">
            <a:off x="10693958" y="4558438"/>
            <a:ext cx="1498042" cy="2299562"/>
          </a:xfrm>
          <a:custGeom>
            <a:avLst/>
            <a:gdLst>
              <a:gd name="connsiteX0" fmla="*/ 1497298 w 1497298"/>
              <a:gd name="connsiteY0" fmla="*/ 0 h 1457281"/>
              <a:gd name="connsiteX1" fmla="*/ 0 w 1497298"/>
              <a:gd name="connsiteY1" fmla="*/ 0 h 1457281"/>
              <a:gd name="connsiteX2" fmla="*/ 0 w 1497298"/>
              <a:gd name="connsiteY2" fmla="*/ 1457281 h 1457281"/>
            </a:gdLst>
            <a:ahLst/>
            <a:cxnLst>
              <a:cxn ang="0">
                <a:pos x="connsiteX0" y="connsiteY0"/>
              </a:cxn>
              <a:cxn ang="0">
                <a:pos x="connsiteX1" y="connsiteY1"/>
              </a:cxn>
              <a:cxn ang="0">
                <a:pos x="connsiteX2" y="connsiteY2"/>
              </a:cxn>
            </a:cxnLst>
            <a:rect l="l" t="t" r="r" b="b"/>
            <a:pathLst>
              <a:path w="1497298" h="1457281">
                <a:moveTo>
                  <a:pt x="1497298" y="0"/>
                </a:moveTo>
                <a:lnTo>
                  <a:pt x="0" y="0"/>
                </a:lnTo>
                <a:lnTo>
                  <a:pt x="0" y="1457281"/>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zh-CN" altLang="en-US">
              <a:solidFill>
                <a:schemeClr val="lt1"/>
              </a:solidFill>
            </a:endParaRPr>
          </a:p>
        </p:txBody>
      </p:sp>
      <p:sp>
        <p:nvSpPr>
          <p:cNvPr id="3" name="Text Placeholder 2">
            <a:extLst>
              <a:ext uri="{C183D7F6-B498-43B3-948B-1728B52AA6E4}">
                <adec:decorative xmlns:adec="http://schemas.microsoft.com/office/drawing/2017/decorative" val="0"/>
              </a:ext>
            </a:extLst>
          </p:cNvPr>
          <p:cNvSpPr>
            <a:spLocks noGrp="1"/>
          </p:cNvSpPr>
          <p:nvPr>
            <p:ph type="body" idx="1" hasCustomPrompt="1"/>
          </p:nvPr>
        </p:nvSpPr>
        <p:spPr>
          <a:xfrm>
            <a:off x="5680042" y="1649960"/>
            <a:ext cx="831916" cy="597807"/>
          </a:xfrm>
        </p:spPr>
        <p:txBody>
          <a:bodyPr lIns="0" tIns="0" rIns="0" bIns="0" anchor="b">
            <a:noAutofit/>
          </a:bodyPr>
          <a:lstStyle>
            <a:lvl1pPr marL="0" indent="0" algn="ctr">
              <a:buNone/>
              <a:defRPr sz="2600" baseline="0">
                <a:solidFill>
                  <a:schemeClr val="tx1"/>
                </a:solidFill>
                <a:latin typeface="+mj-lt"/>
                <a:ea typeface="+mj-ea"/>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01</a:t>
            </a:r>
          </a:p>
        </p:txBody>
      </p:sp>
      <p:sp>
        <p:nvSpPr>
          <p:cNvPr id="7" name="Title 6">
            <a:extLst>
              <a:ext uri="{FF2B5EF4-FFF2-40B4-BE49-F238E27FC236}">
                <a16:creationId xmlns:a16="http://schemas.microsoft.com/office/drawing/2014/main" id="{3575A47E-66DF-0DFE-6068-FCE75A83C7A8}"/>
              </a:ext>
            </a:extLst>
          </p:cNvPr>
          <p:cNvSpPr>
            <a:spLocks noGrp="1"/>
          </p:cNvSpPr>
          <p:nvPr>
            <p:ph type="title" hasCustomPrompt="1"/>
          </p:nvPr>
        </p:nvSpPr>
        <p:spPr>
          <a:xfrm>
            <a:off x="2728202" y="2558836"/>
            <a:ext cx="6735597" cy="2536289"/>
          </a:xfrm>
        </p:spPr>
        <p:txBody>
          <a:bodyPr lIns="0" tIns="0" rIns="0" bIns="0" anchor="t">
            <a:noAutofit/>
          </a:bodyPr>
          <a:lstStyle>
            <a:lvl1pPr algn="ctr">
              <a:defRPr sz="5400">
                <a:solidFill>
                  <a:schemeClr val="tx1"/>
                </a:solidFill>
              </a:defRPr>
            </a:lvl1pPr>
          </a:lstStyle>
          <a:p>
            <a:r>
              <a:rPr lang="en-US"/>
              <a:t>Click to edit Master title style</a:t>
            </a:r>
            <a:endParaRPr lang="en-CN"/>
          </a:p>
        </p:txBody>
      </p:sp>
      <p:sp>
        <p:nvSpPr>
          <p:cNvPr id="12" name="Date Placeholder 3">
            <a:extLst>
              <a:ext uri="{FF2B5EF4-FFF2-40B4-BE49-F238E27FC236}">
                <a16:creationId xmlns:a16="http://schemas.microsoft.com/office/drawing/2014/main" id="{9054A355-1144-8E9E-0708-A56938F03394}"/>
              </a:ext>
            </a:extLst>
          </p:cNvPr>
          <p:cNvSpPr>
            <a:spLocks noGrp="1"/>
          </p:cNvSpPr>
          <p:nvPr>
            <p:ph type="dt" sz="half" idx="13"/>
          </p:nvPr>
        </p:nvSpPr>
        <p:spPr>
          <a:xfrm>
            <a:off x="657225" y="6400800"/>
            <a:ext cx="2743200" cy="266700"/>
          </a:xfrm>
        </p:spPr>
        <p:txBody>
          <a:bodyPr lIns="0" tIns="0" rIns="0" bIns="0"/>
          <a:lstStyle>
            <a:lvl1pPr>
              <a:defRPr>
                <a:solidFill>
                  <a:schemeClr val="bg1"/>
                </a:solidFill>
              </a:defRPr>
            </a:lvl1pPr>
          </a:lstStyle>
          <a:p>
            <a:r>
              <a:rPr lang="en-US" altLang="zh-CN" dirty="0"/>
              <a:t>03/12/2025</a:t>
            </a:r>
            <a:fld id="{FD138C57-8E3B-4697-92F8-0ED9B71F7E17}" type="datetime1">
              <a:rPr lang="en-US" smtClean="0"/>
              <a:pPr/>
              <a:t>3/5/2026</a:t>
            </a:fld>
            <a:endParaRPr lang="en-US"/>
          </a:p>
        </p:txBody>
      </p:sp>
      <p:sp>
        <p:nvSpPr>
          <p:cNvPr id="11" name="Footer Placeholder 4">
            <a:extLst>
              <a:ext uri="{FF2B5EF4-FFF2-40B4-BE49-F238E27FC236}">
                <a16:creationId xmlns:a16="http://schemas.microsoft.com/office/drawing/2014/main" id="{DB79E66C-660C-8962-2CA8-5B57D171332E}"/>
              </a:ext>
            </a:extLst>
          </p:cNvPr>
          <p:cNvSpPr>
            <a:spLocks noGrp="1"/>
          </p:cNvSpPr>
          <p:nvPr>
            <p:ph type="ftr" sz="quarter" idx="11"/>
          </p:nvPr>
        </p:nvSpPr>
        <p:spPr>
          <a:xfrm>
            <a:off x="4267200" y="6400800"/>
            <a:ext cx="3657600" cy="266700"/>
          </a:xfrm>
        </p:spPr>
        <p:txBody>
          <a:bodyPr lIns="0" tIns="0" rIns="0" bIns="0"/>
          <a:lstStyle>
            <a:lvl1pPr algn="ctr">
              <a:defRPr/>
            </a:lvl1pPr>
          </a:lstStyle>
          <a:p>
            <a:r>
              <a:rPr lang="en-US"/>
              <a:t>Sample Footer Text</a:t>
            </a:r>
          </a:p>
        </p:txBody>
      </p:sp>
      <p:sp>
        <p:nvSpPr>
          <p:cNvPr id="6" name="Slide Number Placeholder 5">
            <a:extLst>
              <a:ext uri="{FF2B5EF4-FFF2-40B4-BE49-F238E27FC236}">
                <a16:creationId xmlns:a16="http://schemas.microsoft.com/office/drawing/2014/main" id="{5D4AF8B1-E706-AD9A-FD16-CE6704805A2F}"/>
              </a:ext>
            </a:extLst>
          </p:cNvPr>
          <p:cNvSpPr>
            <a:spLocks noGrp="1"/>
          </p:cNvSpPr>
          <p:nvPr>
            <p:ph type="sldNum" sz="quarter" idx="12"/>
          </p:nvPr>
        </p:nvSpPr>
        <p:spPr>
          <a:xfrm>
            <a:off x="8274049" y="6400800"/>
            <a:ext cx="3241675" cy="266700"/>
          </a:xfrm>
        </p:spPr>
        <p:txBody>
          <a:bodyPr lIns="0" tIns="0" rIns="0" bIns="0"/>
          <a:lstStyle>
            <a:lvl1pPr algn="r">
              <a:defRPr>
                <a:solidFill>
                  <a:schemeClr val="bg1"/>
                </a:solidFill>
              </a:defRPr>
            </a:lvl1pPr>
          </a:lstStyle>
          <a:p>
            <a:fld id="{CC057153-B650-4DEB-B370-79DDCFDCE934}" type="slidenum">
              <a:rPr lang="en-US" smtClean="0"/>
              <a:pPr/>
              <a:t>‹#›</a:t>
            </a:fld>
            <a:endParaRPr lang="en-US"/>
          </a:p>
        </p:txBody>
      </p:sp>
      <p:sp>
        <p:nvSpPr>
          <p:cNvPr id="15" name="Rectangle 6">
            <a:extLst>
              <a:ext uri="{FF2B5EF4-FFF2-40B4-BE49-F238E27FC236}">
                <a16:creationId xmlns:a16="http://schemas.microsoft.com/office/drawing/2014/main" id="{AE61E74D-D5FA-5080-2F53-0087775B372B}"/>
              </a:ext>
              <a:ext uri="{C183D7F6-B498-43B3-948B-1728B52AA6E4}">
                <adec:decorative xmlns:adec="http://schemas.microsoft.com/office/drawing/2017/decorative" val="1"/>
              </a:ext>
            </a:extLst>
          </p:cNvPr>
          <p:cNvSpPr/>
          <p:nvPr userDrawn="1"/>
        </p:nvSpPr>
        <p:spPr>
          <a:xfrm rot="10800000" flipH="1">
            <a:off x="1" y="0"/>
            <a:ext cx="1498041" cy="2456494"/>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zh-CN" altLang="en-US">
              <a:solidFill>
                <a:schemeClr val="lt1"/>
              </a:solidFill>
            </a:endParaRPr>
          </a:p>
        </p:txBody>
      </p:sp>
      <p:sp>
        <p:nvSpPr>
          <p:cNvPr id="18" name="Freeform: Shape 59">
            <a:extLst>
              <a:ext uri="{FF2B5EF4-FFF2-40B4-BE49-F238E27FC236}">
                <a16:creationId xmlns:a16="http://schemas.microsoft.com/office/drawing/2014/main" id="{470C155E-4CCC-564B-027C-CDC41E373939}"/>
              </a:ext>
              <a:ext uri="{C183D7F6-B498-43B3-948B-1728B52AA6E4}">
                <adec:decorative xmlns:adec="http://schemas.microsoft.com/office/drawing/2017/decorative" val="1"/>
              </a:ext>
            </a:extLst>
          </p:cNvPr>
          <p:cNvSpPr/>
          <p:nvPr userDrawn="1"/>
        </p:nvSpPr>
        <p:spPr>
          <a:xfrm flipV="1">
            <a:off x="0" y="-1"/>
            <a:ext cx="1489338" cy="2456489"/>
          </a:xfrm>
          <a:custGeom>
            <a:avLst/>
            <a:gdLst>
              <a:gd name="connsiteX0" fmla="*/ 1497298 w 1497298"/>
              <a:gd name="connsiteY0" fmla="*/ 0 h 1457281"/>
              <a:gd name="connsiteX1" fmla="*/ 0 w 1497298"/>
              <a:gd name="connsiteY1" fmla="*/ 0 h 1457281"/>
              <a:gd name="connsiteX2" fmla="*/ 0 w 1497298"/>
              <a:gd name="connsiteY2" fmla="*/ 1457281 h 1457281"/>
            </a:gdLst>
            <a:ahLst/>
            <a:cxnLst>
              <a:cxn ang="0">
                <a:pos x="connsiteX0" y="connsiteY0"/>
              </a:cxn>
              <a:cxn ang="0">
                <a:pos x="connsiteX1" y="connsiteY1"/>
              </a:cxn>
              <a:cxn ang="0">
                <a:pos x="connsiteX2" y="connsiteY2"/>
              </a:cxn>
            </a:cxnLst>
            <a:rect l="l" t="t" r="r" b="b"/>
            <a:pathLst>
              <a:path w="1497298" h="1457281">
                <a:moveTo>
                  <a:pt x="1497298" y="0"/>
                </a:moveTo>
                <a:lnTo>
                  <a:pt x="0" y="0"/>
                </a:lnTo>
                <a:lnTo>
                  <a:pt x="0" y="1457281"/>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zh-CN" altLang="en-US">
              <a:solidFill>
                <a:schemeClr val="lt1"/>
              </a:solidFill>
            </a:endParaRPr>
          </a:p>
        </p:txBody>
      </p:sp>
      <p:sp>
        <p:nvSpPr>
          <p:cNvPr id="14" name="Rectangle 6">
            <a:extLst>
              <a:ext uri="{FF2B5EF4-FFF2-40B4-BE49-F238E27FC236}">
                <a16:creationId xmlns:a16="http://schemas.microsoft.com/office/drawing/2014/main" id="{7285D770-FD07-EC97-B009-40BA4F4D0F55}"/>
              </a:ext>
              <a:ext uri="{C183D7F6-B498-43B3-948B-1728B52AA6E4}">
                <adec:decorative xmlns:adec="http://schemas.microsoft.com/office/drawing/2017/decorative" val="1"/>
              </a:ext>
            </a:extLst>
          </p:cNvPr>
          <p:cNvSpPr/>
          <p:nvPr userDrawn="1"/>
        </p:nvSpPr>
        <p:spPr>
          <a:xfrm rot="10800000" flipH="1">
            <a:off x="1" y="2456494"/>
            <a:ext cx="1498041" cy="2101947"/>
          </a:xfrm>
          <a:prstGeom prst="rect">
            <a:avLst/>
          </a:prstGeom>
          <a:solidFill>
            <a:schemeClr val="accent3"/>
          </a:solidFill>
          <a:ln w="9525" cap="flat">
            <a:noFill/>
            <a:prstDash val="solid"/>
            <a:miter/>
          </a:ln>
        </p:spPr>
        <p:txBody>
          <a:bodyPr rtlCol="0" anchor="ctr"/>
          <a:lstStyle/>
          <a:p>
            <a:pPr lvl="0"/>
            <a:endParaRPr lang="zh-CN" altLang="en-US">
              <a:solidFill>
                <a:schemeClr val="tx1"/>
              </a:solidFill>
            </a:endParaRPr>
          </a:p>
        </p:txBody>
      </p:sp>
      <p:sp>
        <p:nvSpPr>
          <p:cNvPr id="35" name="Freeform: Shape 9">
            <a:extLst>
              <a:ext uri="{FF2B5EF4-FFF2-40B4-BE49-F238E27FC236}">
                <a16:creationId xmlns:a16="http://schemas.microsoft.com/office/drawing/2014/main" id="{9F696CCD-6826-7E03-C9F2-76B5BC139752}"/>
              </a:ext>
              <a:ext uri="{C183D7F6-B498-43B3-948B-1728B52AA6E4}">
                <adec:decorative xmlns:adec="http://schemas.microsoft.com/office/drawing/2017/decorative" val="1"/>
              </a:ext>
            </a:extLst>
          </p:cNvPr>
          <p:cNvSpPr/>
          <p:nvPr userDrawn="1"/>
        </p:nvSpPr>
        <p:spPr>
          <a:xfrm flipV="1">
            <a:off x="0" y="3813296"/>
            <a:ext cx="1497360" cy="745145"/>
          </a:xfrm>
          <a:custGeom>
            <a:avLst/>
            <a:gdLst>
              <a:gd name="connsiteX0" fmla="*/ 0 w 2351450"/>
              <a:gd name="connsiteY0" fmla="*/ 0 h 1170173"/>
              <a:gd name="connsiteX1" fmla="*/ 2351450 w 2351450"/>
              <a:gd name="connsiteY1" fmla="*/ 0 h 1170173"/>
              <a:gd name="connsiteX2" fmla="*/ 2345674 w 2351450"/>
              <a:gd name="connsiteY2" fmla="*/ 114394 h 1170173"/>
              <a:gd name="connsiteX3" fmla="*/ 1175725 w 2351450"/>
              <a:gd name="connsiteY3" fmla="*/ 1170173 h 1170173"/>
              <a:gd name="connsiteX4" fmla="*/ 5777 w 2351450"/>
              <a:gd name="connsiteY4" fmla="*/ 114394 h 11701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51450" h="1170173">
                <a:moveTo>
                  <a:pt x="0" y="0"/>
                </a:moveTo>
                <a:lnTo>
                  <a:pt x="2351450" y="0"/>
                </a:lnTo>
                <a:lnTo>
                  <a:pt x="2345674" y="114394"/>
                </a:lnTo>
                <a:cubicBezTo>
                  <a:pt x="2285450" y="707410"/>
                  <a:pt x="1784630" y="1170173"/>
                  <a:pt x="1175725" y="1170173"/>
                </a:cubicBezTo>
                <a:cubicBezTo>
                  <a:pt x="566821" y="1170173"/>
                  <a:pt x="66001" y="707410"/>
                  <a:pt x="5777" y="114394"/>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GB"/>
          </a:p>
        </p:txBody>
      </p:sp>
      <p:sp>
        <p:nvSpPr>
          <p:cNvPr id="4" name="Rectangle 6">
            <a:extLst>
              <a:ext uri="{FF2B5EF4-FFF2-40B4-BE49-F238E27FC236}">
                <a16:creationId xmlns:a16="http://schemas.microsoft.com/office/drawing/2014/main" id="{91A24A50-A008-86B3-5F54-E8B7B3A9C733}"/>
              </a:ext>
              <a:ext uri="{C183D7F6-B498-43B3-948B-1728B52AA6E4}">
                <adec:decorative xmlns:adec="http://schemas.microsoft.com/office/drawing/2017/decorative" val="1"/>
              </a:ext>
            </a:extLst>
          </p:cNvPr>
          <p:cNvSpPr/>
          <p:nvPr userDrawn="1"/>
        </p:nvSpPr>
        <p:spPr>
          <a:xfrm rot="10800000">
            <a:off x="10693958" y="0"/>
            <a:ext cx="1498041" cy="2456494"/>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zh-CN" altLang="en-US">
              <a:solidFill>
                <a:schemeClr val="lt1"/>
              </a:solidFill>
            </a:endParaRPr>
          </a:p>
        </p:txBody>
      </p:sp>
      <p:sp>
        <p:nvSpPr>
          <p:cNvPr id="9" name="Freeform: Shape 59">
            <a:extLst>
              <a:ext uri="{FF2B5EF4-FFF2-40B4-BE49-F238E27FC236}">
                <a16:creationId xmlns:a16="http://schemas.microsoft.com/office/drawing/2014/main" id="{C476D228-FB57-F7F8-C68A-E3413EFE8ED5}"/>
              </a:ext>
              <a:ext uri="{C183D7F6-B498-43B3-948B-1728B52AA6E4}">
                <adec:decorative xmlns:adec="http://schemas.microsoft.com/office/drawing/2017/decorative" val="1"/>
              </a:ext>
            </a:extLst>
          </p:cNvPr>
          <p:cNvSpPr/>
          <p:nvPr userDrawn="1"/>
        </p:nvSpPr>
        <p:spPr>
          <a:xfrm flipH="1" flipV="1">
            <a:off x="10702662" y="-1"/>
            <a:ext cx="1489338" cy="2456489"/>
          </a:xfrm>
          <a:custGeom>
            <a:avLst/>
            <a:gdLst>
              <a:gd name="connsiteX0" fmla="*/ 1497298 w 1497298"/>
              <a:gd name="connsiteY0" fmla="*/ 0 h 1457281"/>
              <a:gd name="connsiteX1" fmla="*/ 0 w 1497298"/>
              <a:gd name="connsiteY1" fmla="*/ 0 h 1457281"/>
              <a:gd name="connsiteX2" fmla="*/ 0 w 1497298"/>
              <a:gd name="connsiteY2" fmla="*/ 1457281 h 1457281"/>
            </a:gdLst>
            <a:ahLst/>
            <a:cxnLst>
              <a:cxn ang="0">
                <a:pos x="connsiteX0" y="connsiteY0"/>
              </a:cxn>
              <a:cxn ang="0">
                <a:pos x="connsiteX1" y="connsiteY1"/>
              </a:cxn>
              <a:cxn ang="0">
                <a:pos x="connsiteX2" y="connsiteY2"/>
              </a:cxn>
            </a:cxnLst>
            <a:rect l="l" t="t" r="r" b="b"/>
            <a:pathLst>
              <a:path w="1497298" h="1457281">
                <a:moveTo>
                  <a:pt x="1497298" y="0"/>
                </a:moveTo>
                <a:lnTo>
                  <a:pt x="0" y="0"/>
                </a:lnTo>
                <a:lnTo>
                  <a:pt x="0" y="1457281"/>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zh-CN" altLang="en-US">
              <a:solidFill>
                <a:schemeClr val="lt1"/>
              </a:solidFill>
            </a:endParaRPr>
          </a:p>
        </p:txBody>
      </p:sp>
      <p:sp>
        <p:nvSpPr>
          <p:cNvPr id="2" name="Rectangle 6">
            <a:extLst>
              <a:ext uri="{FF2B5EF4-FFF2-40B4-BE49-F238E27FC236}">
                <a16:creationId xmlns:a16="http://schemas.microsoft.com/office/drawing/2014/main" id="{03673381-EECC-4D46-EDE7-C5E028BE1F76}"/>
              </a:ext>
              <a:ext uri="{C183D7F6-B498-43B3-948B-1728B52AA6E4}">
                <adec:decorative xmlns:adec="http://schemas.microsoft.com/office/drawing/2017/decorative" val="1"/>
              </a:ext>
            </a:extLst>
          </p:cNvPr>
          <p:cNvSpPr/>
          <p:nvPr userDrawn="1"/>
        </p:nvSpPr>
        <p:spPr>
          <a:xfrm rot="10800000">
            <a:off x="10693958" y="2456494"/>
            <a:ext cx="1498041" cy="2101947"/>
          </a:xfrm>
          <a:prstGeom prst="rect">
            <a:avLst/>
          </a:prstGeom>
          <a:solidFill>
            <a:schemeClr val="accent3"/>
          </a:solidFill>
          <a:ln w="9525" cap="flat">
            <a:noFill/>
            <a:prstDash val="solid"/>
            <a:miter/>
          </a:ln>
        </p:spPr>
        <p:txBody>
          <a:bodyPr rtlCol="0" anchor="ctr"/>
          <a:lstStyle/>
          <a:p>
            <a:pPr lvl="0"/>
            <a:endParaRPr lang="zh-CN" altLang="en-US">
              <a:solidFill>
                <a:schemeClr val="tx1"/>
              </a:solidFill>
            </a:endParaRPr>
          </a:p>
        </p:txBody>
      </p:sp>
      <p:sp>
        <p:nvSpPr>
          <p:cNvPr id="36" name="Freeform: Shape 9">
            <a:extLst>
              <a:ext uri="{FF2B5EF4-FFF2-40B4-BE49-F238E27FC236}">
                <a16:creationId xmlns:a16="http://schemas.microsoft.com/office/drawing/2014/main" id="{4441DE95-147E-9B38-A464-7A9CF35CE2CE}"/>
              </a:ext>
              <a:ext uri="{C183D7F6-B498-43B3-948B-1728B52AA6E4}">
                <adec:decorative xmlns:adec="http://schemas.microsoft.com/office/drawing/2017/decorative" val="1"/>
              </a:ext>
            </a:extLst>
          </p:cNvPr>
          <p:cNvSpPr/>
          <p:nvPr userDrawn="1"/>
        </p:nvSpPr>
        <p:spPr>
          <a:xfrm flipV="1">
            <a:off x="10693958" y="3813296"/>
            <a:ext cx="1497360" cy="745145"/>
          </a:xfrm>
          <a:custGeom>
            <a:avLst/>
            <a:gdLst>
              <a:gd name="connsiteX0" fmla="*/ 0 w 2351450"/>
              <a:gd name="connsiteY0" fmla="*/ 0 h 1170173"/>
              <a:gd name="connsiteX1" fmla="*/ 2351450 w 2351450"/>
              <a:gd name="connsiteY1" fmla="*/ 0 h 1170173"/>
              <a:gd name="connsiteX2" fmla="*/ 2345674 w 2351450"/>
              <a:gd name="connsiteY2" fmla="*/ 114394 h 1170173"/>
              <a:gd name="connsiteX3" fmla="*/ 1175725 w 2351450"/>
              <a:gd name="connsiteY3" fmla="*/ 1170173 h 1170173"/>
              <a:gd name="connsiteX4" fmla="*/ 5777 w 2351450"/>
              <a:gd name="connsiteY4" fmla="*/ 114394 h 11701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51450" h="1170173">
                <a:moveTo>
                  <a:pt x="0" y="0"/>
                </a:moveTo>
                <a:lnTo>
                  <a:pt x="2351450" y="0"/>
                </a:lnTo>
                <a:lnTo>
                  <a:pt x="2345674" y="114394"/>
                </a:lnTo>
                <a:cubicBezTo>
                  <a:pt x="2285450" y="707410"/>
                  <a:pt x="1784630" y="1170173"/>
                  <a:pt x="1175725" y="1170173"/>
                </a:cubicBezTo>
                <a:cubicBezTo>
                  <a:pt x="566821" y="1170173"/>
                  <a:pt x="66001" y="707410"/>
                  <a:pt x="5777" y="114394"/>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GB"/>
          </a:p>
        </p:txBody>
      </p:sp>
    </p:spTree>
    <p:extLst>
      <p:ext uri="{BB962C8B-B14F-4D97-AF65-F5344CB8AC3E}">
        <p14:creationId xmlns:p14="http://schemas.microsoft.com/office/powerpoint/2010/main" val="28530379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Section Header, Photo 1">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9591D9F7-2AF5-7E15-28CD-C5189318CC9A}"/>
              </a:ext>
              <a:ext uri="{C183D7F6-B498-43B3-948B-1728B52AA6E4}">
                <adec:decorative xmlns:adec="http://schemas.microsoft.com/office/drawing/2017/decorative" val="1"/>
              </a:ext>
            </a:extLst>
          </p:cNvPr>
          <p:cNvSpPr/>
          <p:nvPr userDrawn="1"/>
        </p:nvSpPr>
        <p:spPr>
          <a:xfrm>
            <a:off x="10010775" y="0"/>
            <a:ext cx="2181225"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Rectangle 9">
            <a:extLst>
              <a:ext uri="{FF2B5EF4-FFF2-40B4-BE49-F238E27FC236}">
                <a16:creationId xmlns:a16="http://schemas.microsoft.com/office/drawing/2014/main" id="{FF402BE0-455F-CF23-B696-A4F06F441098}"/>
              </a:ext>
              <a:ext uri="{C183D7F6-B498-43B3-948B-1728B52AA6E4}">
                <adec:decorative xmlns:adec="http://schemas.microsoft.com/office/drawing/2017/decorative" val="1"/>
              </a:ext>
            </a:extLst>
          </p:cNvPr>
          <p:cNvSpPr/>
          <p:nvPr userDrawn="1"/>
        </p:nvSpPr>
        <p:spPr>
          <a:xfrm>
            <a:off x="11191875" y="5862637"/>
            <a:ext cx="1000125" cy="1000125"/>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Title 6">
            <a:extLst>
              <a:ext uri="{FF2B5EF4-FFF2-40B4-BE49-F238E27FC236}">
                <a16:creationId xmlns:a16="http://schemas.microsoft.com/office/drawing/2014/main" id="{3575A47E-66DF-0DFE-6068-FCE75A83C7A8}"/>
              </a:ext>
            </a:extLst>
          </p:cNvPr>
          <p:cNvSpPr>
            <a:spLocks noGrp="1"/>
          </p:cNvSpPr>
          <p:nvPr>
            <p:ph type="title" hasCustomPrompt="1"/>
          </p:nvPr>
        </p:nvSpPr>
        <p:spPr>
          <a:xfrm>
            <a:off x="1022364" y="2558836"/>
            <a:ext cx="6735597" cy="3793838"/>
          </a:xfrm>
        </p:spPr>
        <p:txBody>
          <a:bodyPr lIns="0" tIns="0" rIns="0" bIns="0" anchor="t">
            <a:noAutofit/>
          </a:bodyPr>
          <a:lstStyle>
            <a:lvl1pPr>
              <a:defRPr sz="5400">
                <a:solidFill>
                  <a:schemeClr val="tx1"/>
                </a:solidFill>
              </a:defRPr>
            </a:lvl1pPr>
          </a:lstStyle>
          <a:p>
            <a:r>
              <a:rPr lang="en-US"/>
              <a:t>Click to edit Master title style</a:t>
            </a:r>
            <a:endParaRPr lang="en-CN"/>
          </a:p>
        </p:txBody>
      </p:sp>
      <p:sp>
        <p:nvSpPr>
          <p:cNvPr id="18" name="Picture Placeholder 17">
            <a:extLst>
              <a:ext uri="{FF2B5EF4-FFF2-40B4-BE49-F238E27FC236}">
                <a16:creationId xmlns:a16="http://schemas.microsoft.com/office/drawing/2014/main" id="{54D9E87A-1CDC-4014-2314-39FC7B07C83B}"/>
              </a:ext>
            </a:extLst>
          </p:cNvPr>
          <p:cNvSpPr>
            <a:spLocks noGrp="1"/>
          </p:cNvSpPr>
          <p:nvPr>
            <p:ph type="pic" sz="quarter" idx="10"/>
          </p:nvPr>
        </p:nvSpPr>
        <p:spPr>
          <a:xfrm>
            <a:off x="7961313" y="1316038"/>
            <a:ext cx="3230562" cy="4541837"/>
          </a:xfrm>
          <a:noFill/>
        </p:spPr>
        <p:txBody>
          <a:bodyPr/>
          <a:lstStyle/>
          <a:p>
            <a:endParaRPr lang="zh-CN" altLang="en-US"/>
          </a:p>
        </p:txBody>
      </p:sp>
      <p:sp>
        <p:nvSpPr>
          <p:cNvPr id="12" name="Date Placeholder 3">
            <a:extLst>
              <a:ext uri="{FF2B5EF4-FFF2-40B4-BE49-F238E27FC236}">
                <a16:creationId xmlns:a16="http://schemas.microsoft.com/office/drawing/2014/main" id="{9054A355-1144-8E9E-0708-A56938F03394}"/>
              </a:ext>
            </a:extLst>
          </p:cNvPr>
          <p:cNvSpPr>
            <a:spLocks noGrp="1"/>
          </p:cNvSpPr>
          <p:nvPr>
            <p:ph type="dt" sz="half" idx="13"/>
          </p:nvPr>
        </p:nvSpPr>
        <p:spPr>
          <a:xfrm>
            <a:off x="657225" y="6400800"/>
            <a:ext cx="2743200" cy="266700"/>
          </a:xfrm>
        </p:spPr>
        <p:txBody>
          <a:bodyPr/>
          <a:lstStyle/>
          <a:p>
            <a:r>
              <a:rPr lang="en-US" altLang="zh-CN" dirty="0"/>
              <a:t>03/12/2025</a:t>
            </a:r>
            <a:fld id="{FD138C57-8E3B-4697-92F8-0ED9B71F7E17}" type="datetime1">
              <a:rPr lang="en-US" smtClean="0"/>
              <a:t>3/5/2026</a:t>
            </a:fld>
            <a:endParaRPr lang="en-US"/>
          </a:p>
        </p:txBody>
      </p:sp>
      <p:sp>
        <p:nvSpPr>
          <p:cNvPr id="11" name="Footer Placeholder 4">
            <a:extLst>
              <a:ext uri="{FF2B5EF4-FFF2-40B4-BE49-F238E27FC236}">
                <a16:creationId xmlns:a16="http://schemas.microsoft.com/office/drawing/2014/main" id="{DB79E66C-660C-8962-2CA8-5B57D171332E}"/>
              </a:ext>
            </a:extLst>
          </p:cNvPr>
          <p:cNvSpPr>
            <a:spLocks noGrp="1"/>
          </p:cNvSpPr>
          <p:nvPr>
            <p:ph type="ftr" sz="quarter" idx="11"/>
          </p:nvPr>
        </p:nvSpPr>
        <p:spPr>
          <a:xfrm>
            <a:off x="4267200" y="6400800"/>
            <a:ext cx="3657600" cy="266700"/>
          </a:xfrm>
        </p:spPr>
        <p:txBody>
          <a:bodyPr/>
          <a:lstStyle>
            <a:lvl1pPr algn="ctr">
              <a:defRPr/>
            </a:lvl1pPr>
          </a:lstStyle>
          <a:p>
            <a:r>
              <a:rPr lang="en-US"/>
              <a:t>Sample Footer Text</a:t>
            </a:r>
          </a:p>
        </p:txBody>
      </p:sp>
      <p:sp>
        <p:nvSpPr>
          <p:cNvPr id="6" name="Slide Number Placeholder 5">
            <a:extLst>
              <a:ext uri="{FF2B5EF4-FFF2-40B4-BE49-F238E27FC236}">
                <a16:creationId xmlns:a16="http://schemas.microsoft.com/office/drawing/2014/main" id="{5D4AF8B1-E706-AD9A-FD16-CE6704805A2F}"/>
              </a:ext>
            </a:extLst>
          </p:cNvPr>
          <p:cNvSpPr>
            <a:spLocks noGrp="1"/>
          </p:cNvSpPr>
          <p:nvPr>
            <p:ph type="sldNum" sz="quarter" idx="12"/>
          </p:nvPr>
        </p:nvSpPr>
        <p:spPr>
          <a:xfrm>
            <a:off x="8274049" y="6400800"/>
            <a:ext cx="3241675" cy="266700"/>
          </a:xfrm>
        </p:spPr>
        <p:txBody>
          <a:bodyPr/>
          <a:lstStyle>
            <a:lvl1pPr algn="r">
              <a:defRPr/>
            </a:lvl1pPr>
          </a:lstStyle>
          <a:p>
            <a:fld id="{CC057153-B650-4DEB-B370-79DDCFDCE934}" type="slidenum">
              <a:rPr lang="en-US" smtClean="0"/>
              <a:pPr/>
              <a:t>‹#›</a:t>
            </a:fld>
            <a:endParaRPr lang="en-US"/>
          </a:p>
        </p:txBody>
      </p:sp>
      <p:sp>
        <p:nvSpPr>
          <p:cNvPr id="14" name="Freeform: Shape 13">
            <a:extLst>
              <a:ext uri="{FF2B5EF4-FFF2-40B4-BE49-F238E27FC236}">
                <a16:creationId xmlns:a16="http://schemas.microsoft.com/office/drawing/2014/main" id="{EADD3443-0734-5152-8D04-B2D94110150A}"/>
              </a:ext>
              <a:ext uri="{C183D7F6-B498-43B3-948B-1728B52AA6E4}">
                <adec:decorative xmlns:adec="http://schemas.microsoft.com/office/drawing/2017/decorative" val="1"/>
              </a:ext>
            </a:extLst>
          </p:cNvPr>
          <p:cNvSpPr/>
          <p:nvPr userDrawn="1"/>
        </p:nvSpPr>
        <p:spPr>
          <a:xfrm>
            <a:off x="6972301" y="0"/>
            <a:ext cx="561975" cy="1123950"/>
          </a:xfrm>
          <a:custGeom>
            <a:avLst/>
            <a:gdLst>
              <a:gd name="connsiteX0" fmla="*/ 561975 w 561975"/>
              <a:gd name="connsiteY0" fmla="*/ 0 h 1123950"/>
              <a:gd name="connsiteX1" fmla="*/ 561975 w 561975"/>
              <a:gd name="connsiteY1" fmla="*/ 1123950 h 1123950"/>
              <a:gd name="connsiteX2" fmla="*/ 0 w 561975"/>
              <a:gd name="connsiteY2" fmla="*/ 561975 h 1123950"/>
              <a:gd name="connsiteX3" fmla="*/ 561975 w 561975"/>
              <a:gd name="connsiteY3" fmla="*/ 0 h 1123950"/>
            </a:gdLst>
            <a:ahLst/>
            <a:cxnLst>
              <a:cxn ang="0">
                <a:pos x="connsiteX0" y="connsiteY0"/>
              </a:cxn>
              <a:cxn ang="0">
                <a:pos x="connsiteX1" y="connsiteY1"/>
              </a:cxn>
              <a:cxn ang="0">
                <a:pos x="connsiteX2" y="connsiteY2"/>
              </a:cxn>
              <a:cxn ang="0">
                <a:pos x="connsiteX3" y="connsiteY3"/>
              </a:cxn>
            </a:cxnLst>
            <a:rect l="l" t="t" r="r" b="b"/>
            <a:pathLst>
              <a:path w="561975" h="1123950">
                <a:moveTo>
                  <a:pt x="561975" y="0"/>
                </a:moveTo>
                <a:lnTo>
                  <a:pt x="561975" y="1123950"/>
                </a:lnTo>
                <a:cubicBezTo>
                  <a:pt x="251605" y="1123950"/>
                  <a:pt x="0" y="872345"/>
                  <a:pt x="0" y="561975"/>
                </a:cubicBezTo>
                <a:cubicBezTo>
                  <a:pt x="0" y="251605"/>
                  <a:pt x="251605" y="0"/>
                  <a:pt x="561975" y="0"/>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5" name="Freeform: Shape 14">
            <a:extLst>
              <a:ext uri="{FF2B5EF4-FFF2-40B4-BE49-F238E27FC236}">
                <a16:creationId xmlns:a16="http://schemas.microsoft.com/office/drawing/2014/main" id="{90703BCA-69C2-3D24-7F07-71DD32C3B700}"/>
              </a:ext>
              <a:ext uri="{C183D7F6-B498-43B3-948B-1728B52AA6E4}">
                <adec:decorative xmlns:adec="http://schemas.microsoft.com/office/drawing/2017/decorative" val="1"/>
              </a:ext>
            </a:extLst>
          </p:cNvPr>
          <p:cNvSpPr/>
          <p:nvPr userDrawn="1"/>
        </p:nvSpPr>
        <p:spPr>
          <a:xfrm>
            <a:off x="7600951" y="0"/>
            <a:ext cx="561975" cy="1123950"/>
          </a:xfrm>
          <a:custGeom>
            <a:avLst/>
            <a:gdLst>
              <a:gd name="connsiteX0" fmla="*/ 561975 w 561975"/>
              <a:gd name="connsiteY0" fmla="*/ 0 h 1123950"/>
              <a:gd name="connsiteX1" fmla="*/ 561975 w 561975"/>
              <a:gd name="connsiteY1" fmla="*/ 1123950 h 1123950"/>
              <a:gd name="connsiteX2" fmla="*/ 0 w 561975"/>
              <a:gd name="connsiteY2" fmla="*/ 561975 h 1123950"/>
              <a:gd name="connsiteX3" fmla="*/ 561975 w 561975"/>
              <a:gd name="connsiteY3" fmla="*/ 0 h 1123950"/>
            </a:gdLst>
            <a:ahLst/>
            <a:cxnLst>
              <a:cxn ang="0">
                <a:pos x="connsiteX0" y="connsiteY0"/>
              </a:cxn>
              <a:cxn ang="0">
                <a:pos x="connsiteX1" y="connsiteY1"/>
              </a:cxn>
              <a:cxn ang="0">
                <a:pos x="connsiteX2" y="connsiteY2"/>
              </a:cxn>
              <a:cxn ang="0">
                <a:pos x="connsiteX3" y="connsiteY3"/>
              </a:cxn>
            </a:cxnLst>
            <a:rect l="l" t="t" r="r" b="b"/>
            <a:pathLst>
              <a:path w="561975" h="1123950">
                <a:moveTo>
                  <a:pt x="561975" y="0"/>
                </a:moveTo>
                <a:lnTo>
                  <a:pt x="561975" y="1123950"/>
                </a:lnTo>
                <a:cubicBezTo>
                  <a:pt x="251605" y="1123950"/>
                  <a:pt x="0" y="872345"/>
                  <a:pt x="0" y="561975"/>
                </a:cubicBezTo>
                <a:cubicBezTo>
                  <a:pt x="0" y="251605"/>
                  <a:pt x="251605" y="0"/>
                  <a:pt x="561975" y="0"/>
                </a:cubicBez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Tree>
    <p:extLst>
      <p:ext uri="{BB962C8B-B14F-4D97-AF65-F5344CB8AC3E}">
        <p14:creationId xmlns:p14="http://schemas.microsoft.com/office/powerpoint/2010/main" val="38855414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Section Header, Photo 2">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9591D9F7-2AF5-7E15-28CD-C5189318CC9A}"/>
              </a:ext>
              <a:ext uri="{C183D7F6-B498-43B3-948B-1728B52AA6E4}">
                <adec:decorative xmlns:adec="http://schemas.microsoft.com/office/drawing/2017/decorative" val="1"/>
              </a:ext>
            </a:extLst>
          </p:cNvPr>
          <p:cNvSpPr/>
          <p:nvPr userDrawn="1"/>
        </p:nvSpPr>
        <p:spPr>
          <a:xfrm flipH="1">
            <a:off x="0" y="0"/>
            <a:ext cx="2181225"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Rectangle 9">
            <a:extLst>
              <a:ext uri="{FF2B5EF4-FFF2-40B4-BE49-F238E27FC236}">
                <a16:creationId xmlns:a16="http://schemas.microsoft.com/office/drawing/2014/main" id="{FF402BE0-455F-CF23-B696-A4F06F441098}"/>
              </a:ext>
              <a:ext uri="{C183D7F6-B498-43B3-948B-1728B52AA6E4}">
                <adec:decorative xmlns:adec="http://schemas.microsoft.com/office/drawing/2017/decorative" val="1"/>
              </a:ext>
            </a:extLst>
          </p:cNvPr>
          <p:cNvSpPr/>
          <p:nvPr userDrawn="1"/>
        </p:nvSpPr>
        <p:spPr>
          <a:xfrm flipH="1">
            <a:off x="0" y="5862637"/>
            <a:ext cx="1000125" cy="1000125"/>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Title 6">
            <a:extLst>
              <a:ext uri="{FF2B5EF4-FFF2-40B4-BE49-F238E27FC236}">
                <a16:creationId xmlns:a16="http://schemas.microsoft.com/office/drawing/2014/main" id="{3575A47E-66DF-0DFE-6068-FCE75A83C7A8}"/>
              </a:ext>
            </a:extLst>
          </p:cNvPr>
          <p:cNvSpPr>
            <a:spLocks noGrp="1"/>
          </p:cNvSpPr>
          <p:nvPr>
            <p:ph type="title" hasCustomPrompt="1"/>
          </p:nvPr>
        </p:nvSpPr>
        <p:spPr>
          <a:xfrm>
            <a:off x="4446653" y="2558836"/>
            <a:ext cx="6735597" cy="3793838"/>
          </a:xfrm>
        </p:spPr>
        <p:txBody>
          <a:bodyPr lIns="0" tIns="0" rIns="0" bIns="0" anchor="t">
            <a:noAutofit/>
          </a:bodyPr>
          <a:lstStyle>
            <a:lvl1pPr algn="r">
              <a:defRPr sz="5400">
                <a:solidFill>
                  <a:schemeClr val="tx1"/>
                </a:solidFill>
              </a:defRPr>
            </a:lvl1pPr>
          </a:lstStyle>
          <a:p>
            <a:r>
              <a:rPr lang="en-US"/>
              <a:t>Click to edit Master title style</a:t>
            </a:r>
            <a:endParaRPr lang="en-CN"/>
          </a:p>
        </p:txBody>
      </p:sp>
      <p:sp>
        <p:nvSpPr>
          <p:cNvPr id="18" name="Picture Placeholder 17">
            <a:extLst>
              <a:ext uri="{FF2B5EF4-FFF2-40B4-BE49-F238E27FC236}">
                <a16:creationId xmlns:a16="http://schemas.microsoft.com/office/drawing/2014/main" id="{54D9E87A-1CDC-4014-2314-39FC7B07C83B}"/>
              </a:ext>
            </a:extLst>
          </p:cNvPr>
          <p:cNvSpPr>
            <a:spLocks noGrp="1"/>
          </p:cNvSpPr>
          <p:nvPr>
            <p:ph type="pic" sz="quarter" idx="10"/>
          </p:nvPr>
        </p:nvSpPr>
        <p:spPr>
          <a:xfrm flipH="1">
            <a:off x="1000125" y="1316037"/>
            <a:ext cx="3230562" cy="4541837"/>
          </a:xfrm>
          <a:noFill/>
        </p:spPr>
        <p:txBody>
          <a:bodyPr/>
          <a:lstStyle/>
          <a:p>
            <a:endParaRPr lang="zh-CN" altLang="en-US"/>
          </a:p>
        </p:txBody>
      </p:sp>
      <p:sp>
        <p:nvSpPr>
          <p:cNvPr id="2" name="Date Placeholder 3">
            <a:extLst>
              <a:ext uri="{FF2B5EF4-FFF2-40B4-BE49-F238E27FC236}">
                <a16:creationId xmlns:a16="http://schemas.microsoft.com/office/drawing/2014/main" id="{940B915B-DDF9-DD98-A561-3684DEE38343}"/>
              </a:ext>
            </a:extLst>
          </p:cNvPr>
          <p:cNvSpPr>
            <a:spLocks noGrp="1"/>
          </p:cNvSpPr>
          <p:nvPr>
            <p:ph type="dt" sz="half" idx="13"/>
          </p:nvPr>
        </p:nvSpPr>
        <p:spPr>
          <a:xfrm>
            <a:off x="1174751" y="6400800"/>
            <a:ext cx="2743200" cy="266700"/>
          </a:xfrm>
        </p:spPr>
        <p:txBody>
          <a:bodyPr lIns="0" tIns="0" rIns="0" bIns="0"/>
          <a:lstStyle>
            <a:lvl1pPr>
              <a:defRPr>
                <a:solidFill>
                  <a:schemeClr val="bg1"/>
                </a:solidFill>
              </a:defRPr>
            </a:lvl1pPr>
          </a:lstStyle>
          <a:p>
            <a:r>
              <a:rPr lang="en-US" altLang="zh-CN" dirty="0"/>
              <a:t>03/12/2025</a:t>
            </a:r>
            <a:fld id="{FD138C57-8E3B-4697-92F8-0ED9B71F7E17}" type="datetime1">
              <a:rPr lang="en-US" smtClean="0"/>
              <a:pPr/>
              <a:t>3/5/2026</a:t>
            </a:fld>
            <a:endParaRPr lang="en-US"/>
          </a:p>
        </p:txBody>
      </p:sp>
      <p:sp>
        <p:nvSpPr>
          <p:cNvPr id="11" name="Footer Placeholder 4">
            <a:extLst>
              <a:ext uri="{FF2B5EF4-FFF2-40B4-BE49-F238E27FC236}">
                <a16:creationId xmlns:a16="http://schemas.microsoft.com/office/drawing/2014/main" id="{DB79E66C-660C-8962-2CA8-5B57D171332E}"/>
              </a:ext>
            </a:extLst>
          </p:cNvPr>
          <p:cNvSpPr>
            <a:spLocks noGrp="1"/>
          </p:cNvSpPr>
          <p:nvPr>
            <p:ph type="ftr" sz="quarter" idx="11"/>
          </p:nvPr>
        </p:nvSpPr>
        <p:spPr>
          <a:xfrm>
            <a:off x="4267200" y="6400800"/>
            <a:ext cx="3657600" cy="266700"/>
          </a:xfrm>
        </p:spPr>
        <p:txBody>
          <a:bodyPr lIns="0" tIns="0" rIns="0" bIns="0"/>
          <a:lstStyle>
            <a:lvl1pPr algn="ctr">
              <a:defRPr/>
            </a:lvl1pPr>
          </a:lstStyle>
          <a:p>
            <a:r>
              <a:rPr lang="en-US"/>
              <a:t>Sample Footer Text</a:t>
            </a:r>
          </a:p>
        </p:txBody>
      </p:sp>
      <p:sp>
        <p:nvSpPr>
          <p:cNvPr id="6" name="Slide Number Placeholder 5">
            <a:extLst>
              <a:ext uri="{FF2B5EF4-FFF2-40B4-BE49-F238E27FC236}">
                <a16:creationId xmlns:a16="http://schemas.microsoft.com/office/drawing/2014/main" id="{5D4AF8B1-E706-AD9A-FD16-CE6704805A2F}"/>
              </a:ext>
            </a:extLst>
          </p:cNvPr>
          <p:cNvSpPr>
            <a:spLocks noGrp="1"/>
          </p:cNvSpPr>
          <p:nvPr>
            <p:ph type="sldNum" sz="quarter" idx="12"/>
          </p:nvPr>
        </p:nvSpPr>
        <p:spPr>
          <a:xfrm>
            <a:off x="8274049" y="6400800"/>
            <a:ext cx="3241675" cy="266700"/>
          </a:xfrm>
        </p:spPr>
        <p:txBody>
          <a:bodyPr lIns="0" tIns="0" rIns="0" bIns="0"/>
          <a:lstStyle>
            <a:lvl1pPr algn="r">
              <a:defRPr/>
            </a:lvl1pPr>
          </a:lstStyle>
          <a:p>
            <a:fld id="{CC057153-B650-4DEB-B370-79DDCFDCE934}" type="slidenum">
              <a:rPr lang="en-US" smtClean="0"/>
              <a:pPr/>
              <a:t>‹#›</a:t>
            </a:fld>
            <a:endParaRPr lang="en-US"/>
          </a:p>
        </p:txBody>
      </p:sp>
      <p:sp>
        <p:nvSpPr>
          <p:cNvPr id="15" name="Freeform: Shape 14">
            <a:extLst>
              <a:ext uri="{FF2B5EF4-FFF2-40B4-BE49-F238E27FC236}">
                <a16:creationId xmlns:a16="http://schemas.microsoft.com/office/drawing/2014/main" id="{90703BCA-69C2-3D24-7F07-71DD32C3B700}"/>
              </a:ext>
              <a:ext uri="{C183D7F6-B498-43B3-948B-1728B52AA6E4}">
                <adec:decorative xmlns:adec="http://schemas.microsoft.com/office/drawing/2017/decorative" val="1"/>
              </a:ext>
            </a:extLst>
          </p:cNvPr>
          <p:cNvSpPr/>
          <p:nvPr userDrawn="1"/>
        </p:nvSpPr>
        <p:spPr>
          <a:xfrm flipH="1">
            <a:off x="4029074" y="0"/>
            <a:ext cx="561975" cy="1123950"/>
          </a:xfrm>
          <a:custGeom>
            <a:avLst/>
            <a:gdLst>
              <a:gd name="connsiteX0" fmla="*/ 561975 w 561975"/>
              <a:gd name="connsiteY0" fmla="*/ 0 h 1123950"/>
              <a:gd name="connsiteX1" fmla="*/ 561975 w 561975"/>
              <a:gd name="connsiteY1" fmla="*/ 1123950 h 1123950"/>
              <a:gd name="connsiteX2" fmla="*/ 0 w 561975"/>
              <a:gd name="connsiteY2" fmla="*/ 561975 h 1123950"/>
              <a:gd name="connsiteX3" fmla="*/ 561975 w 561975"/>
              <a:gd name="connsiteY3" fmla="*/ 0 h 1123950"/>
            </a:gdLst>
            <a:ahLst/>
            <a:cxnLst>
              <a:cxn ang="0">
                <a:pos x="connsiteX0" y="connsiteY0"/>
              </a:cxn>
              <a:cxn ang="0">
                <a:pos x="connsiteX1" y="connsiteY1"/>
              </a:cxn>
              <a:cxn ang="0">
                <a:pos x="connsiteX2" y="connsiteY2"/>
              </a:cxn>
              <a:cxn ang="0">
                <a:pos x="connsiteX3" y="connsiteY3"/>
              </a:cxn>
            </a:cxnLst>
            <a:rect l="l" t="t" r="r" b="b"/>
            <a:pathLst>
              <a:path w="561975" h="1123950">
                <a:moveTo>
                  <a:pt x="561975" y="0"/>
                </a:moveTo>
                <a:lnTo>
                  <a:pt x="561975" y="1123950"/>
                </a:lnTo>
                <a:cubicBezTo>
                  <a:pt x="251605" y="1123950"/>
                  <a:pt x="0" y="872345"/>
                  <a:pt x="0" y="561975"/>
                </a:cubicBezTo>
                <a:cubicBezTo>
                  <a:pt x="0" y="251605"/>
                  <a:pt x="251605" y="0"/>
                  <a:pt x="561975" y="0"/>
                </a:cubicBez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4" name="Freeform: Shape 13">
            <a:extLst>
              <a:ext uri="{FF2B5EF4-FFF2-40B4-BE49-F238E27FC236}">
                <a16:creationId xmlns:a16="http://schemas.microsoft.com/office/drawing/2014/main" id="{EADD3443-0734-5152-8D04-B2D94110150A}"/>
              </a:ext>
              <a:ext uri="{C183D7F6-B498-43B3-948B-1728B52AA6E4}">
                <adec:decorative xmlns:adec="http://schemas.microsoft.com/office/drawing/2017/decorative" val="1"/>
              </a:ext>
            </a:extLst>
          </p:cNvPr>
          <p:cNvSpPr/>
          <p:nvPr userDrawn="1"/>
        </p:nvSpPr>
        <p:spPr>
          <a:xfrm flipH="1">
            <a:off x="4657724" y="0"/>
            <a:ext cx="561975" cy="1123950"/>
          </a:xfrm>
          <a:custGeom>
            <a:avLst/>
            <a:gdLst>
              <a:gd name="connsiteX0" fmla="*/ 561975 w 561975"/>
              <a:gd name="connsiteY0" fmla="*/ 0 h 1123950"/>
              <a:gd name="connsiteX1" fmla="*/ 561975 w 561975"/>
              <a:gd name="connsiteY1" fmla="*/ 1123950 h 1123950"/>
              <a:gd name="connsiteX2" fmla="*/ 0 w 561975"/>
              <a:gd name="connsiteY2" fmla="*/ 561975 h 1123950"/>
              <a:gd name="connsiteX3" fmla="*/ 561975 w 561975"/>
              <a:gd name="connsiteY3" fmla="*/ 0 h 1123950"/>
            </a:gdLst>
            <a:ahLst/>
            <a:cxnLst>
              <a:cxn ang="0">
                <a:pos x="connsiteX0" y="connsiteY0"/>
              </a:cxn>
              <a:cxn ang="0">
                <a:pos x="connsiteX1" y="connsiteY1"/>
              </a:cxn>
              <a:cxn ang="0">
                <a:pos x="connsiteX2" y="connsiteY2"/>
              </a:cxn>
              <a:cxn ang="0">
                <a:pos x="connsiteX3" y="connsiteY3"/>
              </a:cxn>
            </a:cxnLst>
            <a:rect l="l" t="t" r="r" b="b"/>
            <a:pathLst>
              <a:path w="561975" h="1123950">
                <a:moveTo>
                  <a:pt x="561975" y="0"/>
                </a:moveTo>
                <a:lnTo>
                  <a:pt x="561975" y="1123950"/>
                </a:lnTo>
                <a:cubicBezTo>
                  <a:pt x="251605" y="1123950"/>
                  <a:pt x="0" y="872345"/>
                  <a:pt x="0" y="561975"/>
                </a:cubicBezTo>
                <a:cubicBezTo>
                  <a:pt x="0" y="251605"/>
                  <a:pt x="251605" y="0"/>
                  <a:pt x="561975" y="0"/>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Tree>
    <p:extLst>
      <p:ext uri="{BB962C8B-B14F-4D97-AF65-F5344CB8AC3E}">
        <p14:creationId xmlns:p14="http://schemas.microsoft.com/office/powerpoint/2010/main" val="215328178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Section Header 1">
    <p:spTree>
      <p:nvGrpSpPr>
        <p:cNvPr id="1" name=""/>
        <p:cNvGrpSpPr/>
        <p:nvPr/>
      </p:nvGrpSpPr>
      <p:grpSpPr>
        <a:xfrm>
          <a:off x="0" y="0"/>
          <a:ext cx="0" cy="0"/>
          <a:chOff x="0" y="0"/>
          <a:chExt cx="0" cy="0"/>
        </a:xfrm>
      </p:grpSpPr>
      <p:sp>
        <p:nvSpPr>
          <p:cNvPr id="16" name="Rectangle 8">
            <a:extLst>
              <a:ext uri="{FF2B5EF4-FFF2-40B4-BE49-F238E27FC236}">
                <a16:creationId xmlns:a16="http://schemas.microsoft.com/office/drawing/2014/main" id="{5EA40962-D6F9-CBBE-FF2C-4EC3830F9DAA}"/>
              </a:ext>
              <a:ext uri="{C183D7F6-B498-43B3-948B-1728B52AA6E4}">
                <adec:decorative xmlns:adec="http://schemas.microsoft.com/office/drawing/2017/decorative" val="1"/>
              </a:ext>
            </a:extLst>
          </p:cNvPr>
          <p:cNvSpPr/>
          <p:nvPr userDrawn="1"/>
        </p:nvSpPr>
        <p:spPr>
          <a:xfrm rot="10800000" flipH="1" flipV="1">
            <a:off x="0" y="4558433"/>
            <a:ext cx="1498042" cy="2299568"/>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Freeform: Shape 59">
            <a:extLst>
              <a:ext uri="{FF2B5EF4-FFF2-40B4-BE49-F238E27FC236}">
                <a16:creationId xmlns:a16="http://schemas.microsoft.com/office/drawing/2014/main" id="{EC816DDB-9EA2-DF6E-AAED-1B18863E588F}"/>
              </a:ext>
              <a:ext uri="{C183D7F6-B498-43B3-948B-1728B52AA6E4}">
                <adec:decorative xmlns:adec="http://schemas.microsoft.com/office/drawing/2017/decorative" val="1"/>
              </a:ext>
            </a:extLst>
          </p:cNvPr>
          <p:cNvSpPr/>
          <p:nvPr userDrawn="1"/>
        </p:nvSpPr>
        <p:spPr>
          <a:xfrm flipV="1">
            <a:off x="0" y="4558438"/>
            <a:ext cx="1498042" cy="2299562"/>
          </a:xfrm>
          <a:custGeom>
            <a:avLst/>
            <a:gdLst>
              <a:gd name="connsiteX0" fmla="*/ 1497298 w 1497298"/>
              <a:gd name="connsiteY0" fmla="*/ 0 h 1457281"/>
              <a:gd name="connsiteX1" fmla="*/ 0 w 1497298"/>
              <a:gd name="connsiteY1" fmla="*/ 0 h 1457281"/>
              <a:gd name="connsiteX2" fmla="*/ 0 w 1497298"/>
              <a:gd name="connsiteY2" fmla="*/ 1457281 h 1457281"/>
            </a:gdLst>
            <a:ahLst/>
            <a:cxnLst>
              <a:cxn ang="0">
                <a:pos x="connsiteX0" y="connsiteY0"/>
              </a:cxn>
              <a:cxn ang="0">
                <a:pos x="connsiteX1" y="connsiteY1"/>
              </a:cxn>
              <a:cxn ang="0">
                <a:pos x="connsiteX2" y="connsiteY2"/>
              </a:cxn>
            </a:cxnLst>
            <a:rect l="l" t="t" r="r" b="b"/>
            <a:pathLst>
              <a:path w="1497298" h="1457281">
                <a:moveTo>
                  <a:pt x="1497298" y="0"/>
                </a:moveTo>
                <a:lnTo>
                  <a:pt x="0" y="0"/>
                </a:lnTo>
                <a:lnTo>
                  <a:pt x="0" y="1457281"/>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zh-CN" altLang="en-US">
              <a:solidFill>
                <a:schemeClr val="lt1"/>
              </a:solidFill>
            </a:endParaRPr>
          </a:p>
        </p:txBody>
      </p:sp>
      <p:sp>
        <p:nvSpPr>
          <p:cNvPr id="5" name="Rectangle 8">
            <a:extLst>
              <a:ext uri="{FF2B5EF4-FFF2-40B4-BE49-F238E27FC236}">
                <a16:creationId xmlns:a16="http://schemas.microsoft.com/office/drawing/2014/main" id="{A04F26B9-B28E-8D10-94D1-04FE26C51C1B}"/>
              </a:ext>
              <a:ext uri="{C183D7F6-B498-43B3-948B-1728B52AA6E4}">
                <adec:decorative xmlns:adec="http://schemas.microsoft.com/office/drawing/2017/decorative" val="1"/>
              </a:ext>
            </a:extLst>
          </p:cNvPr>
          <p:cNvSpPr/>
          <p:nvPr userDrawn="1"/>
        </p:nvSpPr>
        <p:spPr>
          <a:xfrm rot="10800000" flipV="1">
            <a:off x="10693958" y="4558433"/>
            <a:ext cx="1498042" cy="2299568"/>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Freeform: Shape 59">
            <a:extLst>
              <a:ext uri="{FF2B5EF4-FFF2-40B4-BE49-F238E27FC236}">
                <a16:creationId xmlns:a16="http://schemas.microsoft.com/office/drawing/2014/main" id="{4947CEF4-1632-7EBE-80C3-C52AE183F60D}"/>
              </a:ext>
              <a:ext uri="{C183D7F6-B498-43B3-948B-1728B52AA6E4}">
                <adec:decorative xmlns:adec="http://schemas.microsoft.com/office/drawing/2017/decorative" val="1"/>
              </a:ext>
            </a:extLst>
          </p:cNvPr>
          <p:cNvSpPr/>
          <p:nvPr userDrawn="1"/>
        </p:nvSpPr>
        <p:spPr>
          <a:xfrm flipH="1" flipV="1">
            <a:off x="10693958" y="4558438"/>
            <a:ext cx="1498042" cy="2299562"/>
          </a:xfrm>
          <a:custGeom>
            <a:avLst/>
            <a:gdLst>
              <a:gd name="connsiteX0" fmla="*/ 1497298 w 1497298"/>
              <a:gd name="connsiteY0" fmla="*/ 0 h 1457281"/>
              <a:gd name="connsiteX1" fmla="*/ 0 w 1497298"/>
              <a:gd name="connsiteY1" fmla="*/ 0 h 1457281"/>
              <a:gd name="connsiteX2" fmla="*/ 0 w 1497298"/>
              <a:gd name="connsiteY2" fmla="*/ 1457281 h 1457281"/>
            </a:gdLst>
            <a:ahLst/>
            <a:cxnLst>
              <a:cxn ang="0">
                <a:pos x="connsiteX0" y="connsiteY0"/>
              </a:cxn>
              <a:cxn ang="0">
                <a:pos x="connsiteX1" y="connsiteY1"/>
              </a:cxn>
              <a:cxn ang="0">
                <a:pos x="connsiteX2" y="connsiteY2"/>
              </a:cxn>
            </a:cxnLst>
            <a:rect l="l" t="t" r="r" b="b"/>
            <a:pathLst>
              <a:path w="1497298" h="1457281">
                <a:moveTo>
                  <a:pt x="1497298" y="0"/>
                </a:moveTo>
                <a:lnTo>
                  <a:pt x="0" y="0"/>
                </a:lnTo>
                <a:lnTo>
                  <a:pt x="0" y="1457281"/>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zh-CN" altLang="en-US">
              <a:solidFill>
                <a:schemeClr val="lt1"/>
              </a:solidFill>
            </a:endParaRPr>
          </a:p>
        </p:txBody>
      </p:sp>
      <p:sp>
        <p:nvSpPr>
          <p:cNvPr id="7" name="Title 6">
            <a:extLst>
              <a:ext uri="{FF2B5EF4-FFF2-40B4-BE49-F238E27FC236}">
                <a16:creationId xmlns:a16="http://schemas.microsoft.com/office/drawing/2014/main" id="{3575A47E-66DF-0DFE-6068-FCE75A83C7A8}"/>
              </a:ext>
            </a:extLst>
          </p:cNvPr>
          <p:cNvSpPr>
            <a:spLocks noGrp="1"/>
          </p:cNvSpPr>
          <p:nvPr>
            <p:ph type="title"/>
          </p:nvPr>
        </p:nvSpPr>
        <p:spPr>
          <a:xfrm>
            <a:off x="2728202" y="2160856"/>
            <a:ext cx="6735597" cy="2536289"/>
          </a:xfrm>
        </p:spPr>
        <p:txBody>
          <a:bodyPr lIns="0" tIns="0" rIns="0" bIns="0" anchor="ctr">
            <a:noAutofit/>
          </a:bodyPr>
          <a:lstStyle>
            <a:lvl1pPr algn="ctr">
              <a:defRPr sz="5400">
                <a:solidFill>
                  <a:schemeClr val="tx1"/>
                </a:solidFill>
              </a:defRPr>
            </a:lvl1pPr>
          </a:lstStyle>
          <a:p>
            <a:r>
              <a:rPr lang="en-US"/>
              <a:t>Click to edit Master title style</a:t>
            </a:r>
            <a:endParaRPr lang="en-CN"/>
          </a:p>
        </p:txBody>
      </p:sp>
      <p:sp>
        <p:nvSpPr>
          <p:cNvPr id="12" name="Date Placeholder 3">
            <a:extLst>
              <a:ext uri="{FF2B5EF4-FFF2-40B4-BE49-F238E27FC236}">
                <a16:creationId xmlns:a16="http://schemas.microsoft.com/office/drawing/2014/main" id="{9054A355-1144-8E9E-0708-A56938F03394}"/>
              </a:ext>
            </a:extLst>
          </p:cNvPr>
          <p:cNvSpPr>
            <a:spLocks noGrp="1"/>
          </p:cNvSpPr>
          <p:nvPr>
            <p:ph type="dt" sz="half" idx="13"/>
          </p:nvPr>
        </p:nvSpPr>
        <p:spPr>
          <a:xfrm>
            <a:off x="657225" y="6400800"/>
            <a:ext cx="2743200" cy="266700"/>
          </a:xfrm>
        </p:spPr>
        <p:txBody>
          <a:bodyPr lIns="0" tIns="0" rIns="0" bIns="0"/>
          <a:lstStyle>
            <a:lvl1pPr>
              <a:defRPr>
                <a:solidFill>
                  <a:schemeClr val="bg1"/>
                </a:solidFill>
              </a:defRPr>
            </a:lvl1pPr>
          </a:lstStyle>
          <a:p>
            <a:r>
              <a:rPr lang="en-US" altLang="zh-CN" dirty="0"/>
              <a:t>03/12/2025</a:t>
            </a:r>
            <a:fld id="{FD138C57-8E3B-4697-92F8-0ED9B71F7E17}" type="datetime1">
              <a:rPr lang="en-US" smtClean="0"/>
              <a:pPr/>
              <a:t>3/5/2026</a:t>
            </a:fld>
            <a:endParaRPr lang="en-US"/>
          </a:p>
        </p:txBody>
      </p:sp>
      <p:sp>
        <p:nvSpPr>
          <p:cNvPr id="11" name="Footer Placeholder 4">
            <a:extLst>
              <a:ext uri="{FF2B5EF4-FFF2-40B4-BE49-F238E27FC236}">
                <a16:creationId xmlns:a16="http://schemas.microsoft.com/office/drawing/2014/main" id="{DB79E66C-660C-8962-2CA8-5B57D171332E}"/>
              </a:ext>
            </a:extLst>
          </p:cNvPr>
          <p:cNvSpPr>
            <a:spLocks noGrp="1"/>
          </p:cNvSpPr>
          <p:nvPr>
            <p:ph type="ftr" sz="quarter" idx="11"/>
          </p:nvPr>
        </p:nvSpPr>
        <p:spPr>
          <a:xfrm>
            <a:off x="4267200" y="6400800"/>
            <a:ext cx="3657600" cy="266700"/>
          </a:xfrm>
        </p:spPr>
        <p:txBody>
          <a:bodyPr lIns="0" tIns="0" rIns="0" bIns="0"/>
          <a:lstStyle>
            <a:lvl1pPr algn="ctr">
              <a:defRPr/>
            </a:lvl1pPr>
          </a:lstStyle>
          <a:p>
            <a:r>
              <a:rPr lang="en-US"/>
              <a:t>Sample Footer Text</a:t>
            </a:r>
          </a:p>
        </p:txBody>
      </p:sp>
      <p:sp>
        <p:nvSpPr>
          <p:cNvPr id="6" name="Slide Number Placeholder 5">
            <a:extLst>
              <a:ext uri="{FF2B5EF4-FFF2-40B4-BE49-F238E27FC236}">
                <a16:creationId xmlns:a16="http://schemas.microsoft.com/office/drawing/2014/main" id="{5D4AF8B1-E706-AD9A-FD16-CE6704805A2F}"/>
              </a:ext>
            </a:extLst>
          </p:cNvPr>
          <p:cNvSpPr>
            <a:spLocks noGrp="1"/>
          </p:cNvSpPr>
          <p:nvPr>
            <p:ph type="sldNum" sz="quarter" idx="12"/>
          </p:nvPr>
        </p:nvSpPr>
        <p:spPr>
          <a:xfrm>
            <a:off x="8274049" y="6400800"/>
            <a:ext cx="3241675" cy="266700"/>
          </a:xfrm>
        </p:spPr>
        <p:txBody>
          <a:bodyPr lIns="0" tIns="0" rIns="0" bIns="0"/>
          <a:lstStyle>
            <a:lvl1pPr algn="r">
              <a:defRPr>
                <a:solidFill>
                  <a:schemeClr val="bg1"/>
                </a:solidFill>
              </a:defRPr>
            </a:lvl1pPr>
          </a:lstStyle>
          <a:p>
            <a:fld id="{CC057153-B650-4DEB-B370-79DDCFDCE934}" type="slidenum">
              <a:rPr lang="en-US" smtClean="0"/>
              <a:pPr/>
              <a:t>‹#›</a:t>
            </a:fld>
            <a:endParaRPr lang="en-US"/>
          </a:p>
        </p:txBody>
      </p:sp>
      <p:sp>
        <p:nvSpPr>
          <p:cNvPr id="15" name="Rectangle 6">
            <a:extLst>
              <a:ext uri="{FF2B5EF4-FFF2-40B4-BE49-F238E27FC236}">
                <a16:creationId xmlns:a16="http://schemas.microsoft.com/office/drawing/2014/main" id="{AE61E74D-D5FA-5080-2F53-0087775B372B}"/>
              </a:ext>
              <a:ext uri="{C183D7F6-B498-43B3-948B-1728B52AA6E4}">
                <adec:decorative xmlns:adec="http://schemas.microsoft.com/office/drawing/2017/decorative" val="1"/>
              </a:ext>
            </a:extLst>
          </p:cNvPr>
          <p:cNvSpPr/>
          <p:nvPr userDrawn="1"/>
        </p:nvSpPr>
        <p:spPr>
          <a:xfrm rot="10800000" flipH="1">
            <a:off x="1" y="0"/>
            <a:ext cx="1498041" cy="2456494"/>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zh-CN" altLang="en-US">
              <a:solidFill>
                <a:schemeClr val="lt1"/>
              </a:solidFill>
            </a:endParaRPr>
          </a:p>
        </p:txBody>
      </p:sp>
      <p:sp>
        <p:nvSpPr>
          <p:cNvPr id="18" name="Freeform: Shape 59">
            <a:extLst>
              <a:ext uri="{FF2B5EF4-FFF2-40B4-BE49-F238E27FC236}">
                <a16:creationId xmlns:a16="http://schemas.microsoft.com/office/drawing/2014/main" id="{470C155E-4CCC-564B-027C-CDC41E373939}"/>
              </a:ext>
              <a:ext uri="{C183D7F6-B498-43B3-948B-1728B52AA6E4}">
                <adec:decorative xmlns:adec="http://schemas.microsoft.com/office/drawing/2017/decorative" val="1"/>
              </a:ext>
            </a:extLst>
          </p:cNvPr>
          <p:cNvSpPr/>
          <p:nvPr userDrawn="1"/>
        </p:nvSpPr>
        <p:spPr>
          <a:xfrm flipV="1">
            <a:off x="0" y="-1"/>
            <a:ext cx="1489338" cy="2456489"/>
          </a:xfrm>
          <a:custGeom>
            <a:avLst/>
            <a:gdLst>
              <a:gd name="connsiteX0" fmla="*/ 1497298 w 1497298"/>
              <a:gd name="connsiteY0" fmla="*/ 0 h 1457281"/>
              <a:gd name="connsiteX1" fmla="*/ 0 w 1497298"/>
              <a:gd name="connsiteY1" fmla="*/ 0 h 1457281"/>
              <a:gd name="connsiteX2" fmla="*/ 0 w 1497298"/>
              <a:gd name="connsiteY2" fmla="*/ 1457281 h 1457281"/>
            </a:gdLst>
            <a:ahLst/>
            <a:cxnLst>
              <a:cxn ang="0">
                <a:pos x="connsiteX0" y="connsiteY0"/>
              </a:cxn>
              <a:cxn ang="0">
                <a:pos x="connsiteX1" y="connsiteY1"/>
              </a:cxn>
              <a:cxn ang="0">
                <a:pos x="connsiteX2" y="connsiteY2"/>
              </a:cxn>
            </a:cxnLst>
            <a:rect l="l" t="t" r="r" b="b"/>
            <a:pathLst>
              <a:path w="1497298" h="1457281">
                <a:moveTo>
                  <a:pt x="1497298" y="0"/>
                </a:moveTo>
                <a:lnTo>
                  <a:pt x="0" y="0"/>
                </a:lnTo>
                <a:lnTo>
                  <a:pt x="0" y="1457281"/>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zh-CN" altLang="en-US">
              <a:solidFill>
                <a:schemeClr val="lt1"/>
              </a:solidFill>
            </a:endParaRPr>
          </a:p>
        </p:txBody>
      </p:sp>
      <p:sp>
        <p:nvSpPr>
          <p:cNvPr id="14" name="Rectangle 6">
            <a:extLst>
              <a:ext uri="{FF2B5EF4-FFF2-40B4-BE49-F238E27FC236}">
                <a16:creationId xmlns:a16="http://schemas.microsoft.com/office/drawing/2014/main" id="{7285D770-FD07-EC97-B009-40BA4F4D0F55}"/>
              </a:ext>
              <a:ext uri="{C183D7F6-B498-43B3-948B-1728B52AA6E4}">
                <adec:decorative xmlns:adec="http://schemas.microsoft.com/office/drawing/2017/decorative" val="1"/>
              </a:ext>
            </a:extLst>
          </p:cNvPr>
          <p:cNvSpPr/>
          <p:nvPr userDrawn="1"/>
        </p:nvSpPr>
        <p:spPr>
          <a:xfrm rot="10800000" flipH="1">
            <a:off x="1" y="2456494"/>
            <a:ext cx="1498041" cy="2101947"/>
          </a:xfrm>
          <a:prstGeom prst="rect">
            <a:avLst/>
          </a:prstGeom>
          <a:solidFill>
            <a:schemeClr val="accent3"/>
          </a:solidFill>
          <a:ln w="9525" cap="flat">
            <a:noFill/>
            <a:prstDash val="solid"/>
            <a:miter/>
          </a:ln>
        </p:spPr>
        <p:txBody>
          <a:bodyPr rtlCol="0" anchor="ctr"/>
          <a:lstStyle/>
          <a:p>
            <a:pPr lvl="0"/>
            <a:endParaRPr lang="zh-CN" altLang="en-US">
              <a:solidFill>
                <a:schemeClr val="tx1"/>
              </a:solidFill>
            </a:endParaRPr>
          </a:p>
        </p:txBody>
      </p:sp>
      <p:sp>
        <p:nvSpPr>
          <p:cNvPr id="35" name="Freeform: Shape 9">
            <a:extLst>
              <a:ext uri="{FF2B5EF4-FFF2-40B4-BE49-F238E27FC236}">
                <a16:creationId xmlns:a16="http://schemas.microsoft.com/office/drawing/2014/main" id="{9F696CCD-6826-7E03-C9F2-76B5BC139752}"/>
              </a:ext>
              <a:ext uri="{C183D7F6-B498-43B3-948B-1728B52AA6E4}">
                <adec:decorative xmlns:adec="http://schemas.microsoft.com/office/drawing/2017/decorative" val="1"/>
              </a:ext>
            </a:extLst>
          </p:cNvPr>
          <p:cNvSpPr/>
          <p:nvPr userDrawn="1"/>
        </p:nvSpPr>
        <p:spPr>
          <a:xfrm flipV="1">
            <a:off x="0" y="3813296"/>
            <a:ext cx="1497360" cy="745145"/>
          </a:xfrm>
          <a:custGeom>
            <a:avLst/>
            <a:gdLst>
              <a:gd name="connsiteX0" fmla="*/ 0 w 2351450"/>
              <a:gd name="connsiteY0" fmla="*/ 0 h 1170173"/>
              <a:gd name="connsiteX1" fmla="*/ 2351450 w 2351450"/>
              <a:gd name="connsiteY1" fmla="*/ 0 h 1170173"/>
              <a:gd name="connsiteX2" fmla="*/ 2345674 w 2351450"/>
              <a:gd name="connsiteY2" fmla="*/ 114394 h 1170173"/>
              <a:gd name="connsiteX3" fmla="*/ 1175725 w 2351450"/>
              <a:gd name="connsiteY3" fmla="*/ 1170173 h 1170173"/>
              <a:gd name="connsiteX4" fmla="*/ 5777 w 2351450"/>
              <a:gd name="connsiteY4" fmla="*/ 114394 h 11701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51450" h="1170173">
                <a:moveTo>
                  <a:pt x="0" y="0"/>
                </a:moveTo>
                <a:lnTo>
                  <a:pt x="2351450" y="0"/>
                </a:lnTo>
                <a:lnTo>
                  <a:pt x="2345674" y="114394"/>
                </a:lnTo>
                <a:cubicBezTo>
                  <a:pt x="2285450" y="707410"/>
                  <a:pt x="1784630" y="1170173"/>
                  <a:pt x="1175725" y="1170173"/>
                </a:cubicBezTo>
                <a:cubicBezTo>
                  <a:pt x="566821" y="1170173"/>
                  <a:pt x="66001" y="707410"/>
                  <a:pt x="5777" y="114394"/>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GB"/>
          </a:p>
        </p:txBody>
      </p:sp>
      <p:sp>
        <p:nvSpPr>
          <p:cNvPr id="4" name="Rectangle 6">
            <a:extLst>
              <a:ext uri="{FF2B5EF4-FFF2-40B4-BE49-F238E27FC236}">
                <a16:creationId xmlns:a16="http://schemas.microsoft.com/office/drawing/2014/main" id="{91A24A50-A008-86B3-5F54-E8B7B3A9C733}"/>
              </a:ext>
              <a:ext uri="{C183D7F6-B498-43B3-948B-1728B52AA6E4}">
                <adec:decorative xmlns:adec="http://schemas.microsoft.com/office/drawing/2017/decorative" val="1"/>
              </a:ext>
            </a:extLst>
          </p:cNvPr>
          <p:cNvSpPr/>
          <p:nvPr userDrawn="1"/>
        </p:nvSpPr>
        <p:spPr>
          <a:xfrm rot="10800000">
            <a:off x="10693958" y="0"/>
            <a:ext cx="1498041" cy="2456494"/>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zh-CN" altLang="en-US">
              <a:solidFill>
                <a:schemeClr val="lt1"/>
              </a:solidFill>
            </a:endParaRPr>
          </a:p>
        </p:txBody>
      </p:sp>
      <p:sp>
        <p:nvSpPr>
          <p:cNvPr id="9" name="Freeform: Shape 59">
            <a:extLst>
              <a:ext uri="{FF2B5EF4-FFF2-40B4-BE49-F238E27FC236}">
                <a16:creationId xmlns:a16="http://schemas.microsoft.com/office/drawing/2014/main" id="{C476D228-FB57-F7F8-C68A-E3413EFE8ED5}"/>
              </a:ext>
              <a:ext uri="{C183D7F6-B498-43B3-948B-1728B52AA6E4}">
                <adec:decorative xmlns:adec="http://schemas.microsoft.com/office/drawing/2017/decorative" val="1"/>
              </a:ext>
            </a:extLst>
          </p:cNvPr>
          <p:cNvSpPr/>
          <p:nvPr userDrawn="1"/>
        </p:nvSpPr>
        <p:spPr>
          <a:xfrm flipH="1" flipV="1">
            <a:off x="10702662" y="-1"/>
            <a:ext cx="1489338" cy="2456489"/>
          </a:xfrm>
          <a:custGeom>
            <a:avLst/>
            <a:gdLst>
              <a:gd name="connsiteX0" fmla="*/ 1497298 w 1497298"/>
              <a:gd name="connsiteY0" fmla="*/ 0 h 1457281"/>
              <a:gd name="connsiteX1" fmla="*/ 0 w 1497298"/>
              <a:gd name="connsiteY1" fmla="*/ 0 h 1457281"/>
              <a:gd name="connsiteX2" fmla="*/ 0 w 1497298"/>
              <a:gd name="connsiteY2" fmla="*/ 1457281 h 1457281"/>
            </a:gdLst>
            <a:ahLst/>
            <a:cxnLst>
              <a:cxn ang="0">
                <a:pos x="connsiteX0" y="connsiteY0"/>
              </a:cxn>
              <a:cxn ang="0">
                <a:pos x="connsiteX1" y="connsiteY1"/>
              </a:cxn>
              <a:cxn ang="0">
                <a:pos x="connsiteX2" y="connsiteY2"/>
              </a:cxn>
            </a:cxnLst>
            <a:rect l="l" t="t" r="r" b="b"/>
            <a:pathLst>
              <a:path w="1497298" h="1457281">
                <a:moveTo>
                  <a:pt x="1497298" y="0"/>
                </a:moveTo>
                <a:lnTo>
                  <a:pt x="0" y="0"/>
                </a:lnTo>
                <a:lnTo>
                  <a:pt x="0" y="1457281"/>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zh-CN" altLang="en-US">
              <a:solidFill>
                <a:schemeClr val="lt1"/>
              </a:solidFill>
            </a:endParaRPr>
          </a:p>
        </p:txBody>
      </p:sp>
      <p:sp>
        <p:nvSpPr>
          <p:cNvPr id="2" name="Rectangle 6">
            <a:extLst>
              <a:ext uri="{FF2B5EF4-FFF2-40B4-BE49-F238E27FC236}">
                <a16:creationId xmlns:a16="http://schemas.microsoft.com/office/drawing/2014/main" id="{03673381-EECC-4D46-EDE7-C5E028BE1F76}"/>
              </a:ext>
              <a:ext uri="{C183D7F6-B498-43B3-948B-1728B52AA6E4}">
                <adec:decorative xmlns:adec="http://schemas.microsoft.com/office/drawing/2017/decorative" val="1"/>
              </a:ext>
            </a:extLst>
          </p:cNvPr>
          <p:cNvSpPr/>
          <p:nvPr userDrawn="1"/>
        </p:nvSpPr>
        <p:spPr>
          <a:xfrm rot="10800000">
            <a:off x="10693958" y="2456494"/>
            <a:ext cx="1498041" cy="2101947"/>
          </a:xfrm>
          <a:prstGeom prst="rect">
            <a:avLst/>
          </a:prstGeom>
          <a:solidFill>
            <a:schemeClr val="accent3"/>
          </a:solidFill>
          <a:ln w="9525" cap="flat">
            <a:noFill/>
            <a:prstDash val="solid"/>
            <a:miter/>
          </a:ln>
        </p:spPr>
        <p:txBody>
          <a:bodyPr rtlCol="0" anchor="ctr"/>
          <a:lstStyle/>
          <a:p>
            <a:pPr lvl="0"/>
            <a:endParaRPr lang="zh-CN" altLang="en-US">
              <a:solidFill>
                <a:schemeClr val="tx1"/>
              </a:solidFill>
            </a:endParaRPr>
          </a:p>
        </p:txBody>
      </p:sp>
      <p:sp>
        <p:nvSpPr>
          <p:cNvPr id="36" name="Freeform: Shape 9">
            <a:extLst>
              <a:ext uri="{FF2B5EF4-FFF2-40B4-BE49-F238E27FC236}">
                <a16:creationId xmlns:a16="http://schemas.microsoft.com/office/drawing/2014/main" id="{4441DE95-147E-9B38-A464-7A9CF35CE2CE}"/>
              </a:ext>
              <a:ext uri="{C183D7F6-B498-43B3-948B-1728B52AA6E4}">
                <adec:decorative xmlns:adec="http://schemas.microsoft.com/office/drawing/2017/decorative" val="1"/>
              </a:ext>
            </a:extLst>
          </p:cNvPr>
          <p:cNvSpPr/>
          <p:nvPr userDrawn="1"/>
        </p:nvSpPr>
        <p:spPr>
          <a:xfrm flipV="1">
            <a:off x="10693958" y="3813296"/>
            <a:ext cx="1497360" cy="745145"/>
          </a:xfrm>
          <a:custGeom>
            <a:avLst/>
            <a:gdLst>
              <a:gd name="connsiteX0" fmla="*/ 0 w 2351450"/>
              <a:gd name="connsiteY0" fmla="*/ 0 h 1170173"/>
              <a:gd name="connsiteX1" fmla="*/ 2351450 w 2351450"/>
              <a:gd name="connsiteY1" fmla="*/ 0 h 1170173"/>
              <a:gd name="connsiteX2" fmla="*/ 2345674 w 2351450"/>
              <a:gd name="connsiteY2" fmla="*/ 114394 h 1170173"/>
              <a:gd name="connsiteX3" fmla="*/ 1175725 w 2351450"/>
              <a:gd name="connsiteY3" fmla="*/ 1170173 h 1170173"/>
              <a:gd name="connsiteX4" fmla="*/ 5777 w 2351450"/>
              <a:gd name="connsiteY4" fmla="*/ 114394 h 11701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51450" h="1170173">
                <a:moveTo>
                  <a:pt x="0" y="0"/>
                </a:moveTo>
                <a:lnTo>
                  <a:pt x="2351450" y="0"/>
                </a:lnTo>
                <a:lnTo>
                  <a:pt x="2345674" y="114394"/>
                </a:lnTo>
                <a:cubicBezTo>
                  <a:pt x="2285450" y="707410"/>
                  <a:pt x="1784630" y="1170173"/>
                  <a:pt x="1175725" y="1170173"/>
                </a:cubicBezTo>
                <a:cubicBezTo>
                  <a:pt x="566821" y="1170173"/>
                  <a:pt x="66001" y="707410"/>
                  <a:pt x="5777" y="114394"/>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GB"/>
          </a:p>
        </p:txBody>
      </p:sp>
    </p:spTree>
    <p:extLst>
      <p:ext uri="{BB962C8B-B14F-4D97-AF65-F5344CB8AC3E}">
        <p14:creationId xmlns:p14="http://schemas.microsoft.com/office/powerpoint/2010/main" val="367174923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Agenda, 6 items">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5CAAAA72-0635-9135-A730-ECC45A439709}"/>
              </a:ext>
            </a:extLst>
          </p:cNvPr>
          <p:cNvSpPr>
            <a:spLocks noGrp="1"/>
          </p:cNvSpPr>
          <p:nvPr>
            <p:ph type="title" hasCustomPrompt="1"/>
          </p:nvPr>
        </p:nvSpPr>
        <p:spPr>
          <a:xfrm>
            <a:off x="844000" y="886783"/>
            <a:ext cx="10504000" cy="1132258"/>
          </a:xfrm>
        </p:spPr>
        <p:txBody>
          <a:bodyPr anchor="ctr">
            <a:noAutofit/>
          </a:bodyPr>
          <a:lstStyle>
            <a:lvl1pPr algn="ctr">
              <a:defRPr sz="3600"/>
            </a:lvl1pPr>
          </a:lstStyle>
          <a:p>
            <a:r>
              <a:rPr lang="en-US"/>
              <a:t>Click to edit Master title style</a:t>
            </a:r>
          </a:p>
        </p:txBody>
      </p:sp>
      <p:sp>
        <p:nvSpPr>
          <p:cNvPr id="13" name="Text Placeholder 12">
            <a:extLst>
              <a:ext uri="{FF2B5EF4-FFF2-40B4-BE49-F238E27FC236}">
                <a16:creationId xmlns:a16="http://schemas.microsoft.com/office/drawing/2014/main" id="{678F1E9F-8DC0-3F47-3713-0A6BECA4A23E}"/>
              </a:ext>
            </a:extLst>
          </p:cNvPr>
          <p:cNvSpPr>
            <a:spLocks noGrp="1"/>
          </p:cNvSpPr>
          <p:nvPr>
            <p:ph type="body" sz="quarter" idx="36" hasCustomPrompt="1"/>
          </p:nvPr>
        </p:nvSpPr>
        <p:spPr>
          <a:xfrm>
            <a:off x="842963" y="2483403"/>
            <a:ext cx="434758" cy="385763"/>
          </a:xfrm>
        </p:spPr>
        <p:txBody>
          <a:bodyPr lIns="0" tIns="0" rIns="0" bIns="0" anchor="b">
            <a:noAutofit/>
          </a:bodyPr>
          <a:lstStyle>
            <a:lvl1pPr marL="0" indent="0" algn="ctr">
              <a:buNone/>
              <a:defRPr>
                <a:latin typeface="+mj-lt"/>
              </a:defRPr>
            </a:lvl1pPr>
          </a:lstStyle>
          <a:p>
            <a:pPr lvl="0"/>
            <a:r>
              <a:rPr lang="en-GB"/>
              <a:t>01</a:t>
            </a:r>
          </a:p>
        </p:txBody>
      </p:sp>
      <p:sp>
        <p:nvSpPr>
          <p:cNvPr id="7" name="Text Placeholder 2">
            <a:extLst>
              <a:ext uri="{FF2B5EF4-FFF2-40B4-BE49-F238E27FC236}">
                <a16:creationId xmlns:a16="http://schemas.microsoft.com/office/drawing/2014/main" id="{15229F71-3CE4-1A56-A454-B19344890E24}"/>
              </a:ext>
            </a:extLst>
          </p:cNvPr>
          <p:cNvSpPr>
            <a:spLocks noGrp="1"/>
          </p:cNvSpPr>
          <p:nvPr>
            <p:ph type="body" sz="quarter" idx="32"/>
          </p:nvPr>
        </p:nvSpPr>
        <p:spPr>
          <a:xfrm>
            <a:off x="1384268" y="2308163"/>
            <a:ext cx="2812863" cy="788962"/>
          </a:xfrm>
        </p:spPr>
        <p:txBody>
          <a:bodyPr anchor="b">
            <a:noAutofit/>
          </a:bodyPr>
          <a:lstStyle>
            <a:lvl1pPr marL="0" indent="0">
              <a:lnSpc>
                <a:spcPct val="100000"/>
              </a:lnSpc>
              <a:spcBef>
                <a:spcPts val="0"/>
              </a:spcBef>
              <a:buNone/>
              <a:defRPr sz="1800" baseline="0">
                <a:latin typeface="+mj-lt"/>
                <a:ea typeface="+mj-ea"/>
              </a:defRPr>
            </a:lvl1pPr>
            <a:lvl2pPr>
              <a:lnSpc>
                <a:spcPct val="100000"/>
              </a:lnSpc>
              <a:spcBef>
                <a:spcPts val="0"/>
              </a:spcBef>
              <a:defRPr sz="1800" baseline="0">
                <a:latin typeface="+mj-lt"/>
                <a:ea typeface="+mj-ea"/>
              </a:defRPr>
            </a:lvl2pPr>
            <a:lvl3pPr>
              <a:lnSpc>
                <a:spcPct val="100000"/>
              </a:lnSpc>
              <a:spcBef>
                <a:spcPts val="0"/>
              </a:spcBef>
              <a:defRPr sz="1800" baseline="0">
                <a:latin typeface="+mj-lt"/>
                <a:ea typeface="+mj-ea"/>
              </a:defRPr>
            </a:lvl3pPr>
            <a:lvl4pPr>
              <a:lnSpc>
                <a:spcPct val="100000"/>
              </a:lnSpc>
              <a:spcBef>
                <a:spcPts val="0"/>
              </a:spcBef>
              <a:defRPr sz="1800" baseline="0">
                <a:latin typeface="+mj-lt"/>
                <a:ea typeface="+mj-ea"/>
              </a:defRPr>
            </a:lvl4pPr>
            <a:lvl5pPr>
              <a:lnSpc>
                <a:spcPct val="100000"/>
              </a:lnSpc>
              <a:spcBef>
                <a:spcPts val="0"/>
              </a:spcBef>
              <a:defRPr sz="1800" baseline="0">
                <a:latin typeface="+mj-lt"/>
                <a:ea typeface="+mj-ea"/>
              </a:defRPr>
            </a:lvl5pPr>
          </a:lstStyle>
          <a:p>
            <a:pPr lvl="0"/>
            <a:r>
              <a:rPr lang="en-GB"/>
              <a:t>Click to edit Master text styles</a:t>
            </a:r>
          </a:p>
        </p:txBody>
      </p:sp>
      <p:sp>
        <p:nvSpPr>
          <p:cNvPr id="53" name="Content Placeholder 2">
            <a:extLst>
              <a:ext uri="{FF2B5EF4-FFF2-40B4-BE49-F238E27FC236}">
                <a16:creationId xmlns:a16="http://schemas.microsoft.com/office/drawing/2014/main" id="{12F71417-AF87-8BCD-86C2-D6D8455F6759}"/>
              </a:ext>
            </a:extLst>
          </p:cNvPr>
          <p:cNvSpPr>
            <a:spLocks noGrp="1"/>
          </p:cNvSpPr>
          <p:nvPr>
            <p:ph idx="13"/>
          </p:nvPr>
        </p:nvSpPr>
        <p:spPr>
          <a:xfrm>
            <a:off x="1384403" y="3221092"/>
            <a:ext cx="2812594" cy="720588"/>
          </a:xfrm>
        </p:spPr>
        <p:txBody>
          <a:bodyPr>
            <a:noAutofit/>
          </a:bodyPr>
          <a:lstStyle>
            <a:lvl1pPr marL="0" indent="0">
              <a:spcBef>
                <a:spcPts val="0"/>
              </a:spcBef>
              <a:buNone/>
              <a:defRPr sz="1400" baseline="0">
                <a:solidFill>
                  <a:schemeClr val="tx1">
                    <a:lumMod val="75000"/>
                    <a:lumOff val="25000"/>
                  </a:schemeClr>
                </a:solidFill>
              </a:defRPr>
            </a:lvl1pPr>
            <a:lvl2pPr>
              <a:spcBef>
                <a:spcPts val="0"/>
              </a:spcBef>
              <a:defRPr sz="1400">
                <a:solidFill>
                  <a:schemeClr val="tx1">
                    <a:lumMod val="75000"/>
                    <a:lumOff val="25000"/>
                  </a:schemeClr>
                </a:solidFill>
              </a:defRPr>
            </a:lvl2pPr>
            <a:lvl3pPr>
              <a:spcBef>
                <a:spcPts val="0"/>
              </a:spcBef>
              <a:defRPr sz="1400">
                <a:solidFill>
                  <a:schemeClr val="tx1">
                    <a:lumMod val="75000"/>
                    <a:lumOff val="25000"/>
                  </a:schemeClr>
                </a:solidFill>
              </a:defRPr>
            </a:lvl3pPr>
            <a:lvl4pPr>
              <a:spcBef>
                <a:spcPts val="0"/>
              </a:spcBef>
              <a:defRPr sz="1400">
                <a:solidFill>
                  <a:schemeClr val="tx1">
                    <a:lumMod val="75000"/>
                    <a:lumOff val="25000"/>
                  </a:schemeClr>
                </a:solidFill>
              </a:defRPr>
            </a:lvl4pPr>
            <a:lvl5pPr>
              <a:spcBef>
                <a:spcPts val="0"/>
              </a:spcBef>
              <a:defRPr sz="1400">
                <a:solidFill>
                  <a:schemeClr val="tx1">
                    <a:lumMod val="75000"/>
                    <a:lumOff val="25000"/>
                  </a:schemeClr>
                </a:solidFill>
              </a:defRPr>
            </a:lvl5pPr>
          </a:lstStyle>
          <a:p>
            <a:pPr lvl="0"/>
            <a:r>
              <a:rPr lang="en-GB"/>
              <a:t>Click to edit Master text styles</a:t>
            </a:r>
            <a:endParaRPr lang="en-US"/>
          </a:p>
        </p:txBody>
      </p:sp>
      <p:sp>
        <p:nvSpPr>
          <p:cNvPr id="15" name="Text Placeholder 12">
            <a:extLst>
              <a:ext uri="{FF2B5EF4-FFF2-40B4-BE49-F238E27FC236}">
                <a16:creationId xmlns:a16="http://schemas.microsoft.com/office/drawing/2014/main" id="{7EF0D168-760E-3567-B5E3-6EB79B152A58}"/>
              </a:ext>
            </a:extLst>
          </p:cNvPr>
          <p:cNvSpPr>
            <a:spLocks noGrp="1"/>
          </p:cNvSpPr>
          <p:nvPr>
            <p:ph type="body" sz="quarter" idx="38" hasCustomPrompt="1"/>
          </p:nvPr>
        </p:nvSpPr>
        <p:spPr>
          <a:xfrm>
            <a:off x="4421805" y="2483403"/>
            <a:ext cx="434758" cy="385763"/>
          </a:xfrm>
        </p:spPr>
        <p:txBody>
          <a:bodyPr lIns="0" tIns="0" rIns="0" bIns="0" anchor="b">
            <a:noAutofit/>
          </a:bodyPr>
          <a:lstStyle>
            <a:lvl1pPr marL="0" indent="0" algn="ctr">
              <a:buNone/>
              <a:defRPr>
                <a:latin typeface="+mj-lt"/>
              </a:defRPr>
            </a:lvl1pPr>
          </a:lstStyle>
          <a:p>
            <a:pPr lvl="0"/>
            <a:r>
              <a:rPr lang="en-GB"/>
              <a:t>02</a:t>
            </a:r>
          </a:p>
        </p:txBody>
      </p:sp>
      <p:sp>
        <p:nvSpPr>
          <p:cNvPr id="3" name="Text Placeholder 2">
            <a:extLst>
              <a:ext uri="{FF2B5EF4-FFF2-40B4-BE49-F238E27FC236}">
                <a16:creationId xmlns:a16="http://schemas.microsoft.com/office/drawing/2014/main" id="{6F80ECA0-C9A9-7F6F-DDEE-49117E596C86}"/>
              </a:ext>
            </a:extLst>
          </p:cNvPr>
          <p:cNvSpPr>
            <a:spLocks noGrp="1"/>
          </p:cNvSpPr>
          <p:nvPr>
            <p:ph type="body" sz="quarter" idx="30"/>
          </p:nvPr>
        </p:nvSpPr>
        <p:spPr>
          <a:xfrm>
            <a:off x="4962577" y="2308163"/>
            <a:ext cx="2812863" cy="788962"/>
          </a:xfrm>
        </p:spPr>
        <p:txBody>
          <a:bodyPr anchor="b">
            <a:noAutofit/>
          </a:bodyPr>
          <a:lstStyle>
            <a:lvl1pPr marL="0" indent="0">
              <a:lnSpc>
                <a:spcPct val="100000"/>
              </a:lnSpc>
              <a:spcBef>
                <a:spcPts val="0"/>
              </a:spcBef>
              <a:buNone/>
              <a:defRPr sz="1800" baseline="0">
                <a:latin typeface="+mj-lt"/>
                <a:ea typeface="+mj-ea"/>
              </a:defRPr>
            </a:lvl1pPr>
            <a:lvl2pPr>
              <a:lnSpc>
                <a:spcPct val="100000"/>
              </a:lnSpc>
              <a:spcBef>
                <a:spcPts val="0"/>
              </a:spcBef>
              <a:defRPr sz="1800" baseline="0">
                <a:latin typeface="+mj-lt"/>
                <a:ea typeface="+mj-ea"/>
              </a:defRPr>
            </a:lvl2pPr>
            <a:lvl3pPr>
              <a:lnSpc>
                <a:spcPct val="100000"/>
              </a:lnSpc>
              <a:spcBef>
                <a:spcPts val="0"/>
              </a:spcBef>
              <a:defRPr sz="1800" baseline="0">
                <a:latin typeface="+mj-lt"/>
                <a:ea typeface="+mj-ea"/>
              </a:defRPr>
            </a:lvl3pPr>
            <a:lvl4pPr>
              <a:lnSpc>
                <a:spcPct val="100000"/>
              </a:lnSpc>
              <a:spcBef>
                <a:spcPts val="0"/>
              </a:spcBef>
              <a:defRPr sz="1800" baseline="0">
                <a:latin typeface="+mj-lt"/>
                <a:ea typeface="+mj-ea"/>
              </a:defRPr>
            </a:lvl4pPr>
            <a:lvl5pPr>
              <a:lnSpc>
                <a:spcPct val="100000"/>
              </a:lnSpc>
              <a:spcBef>
                <a:spcPts val="0"/>
              </a:spcBef>
              <a:defRPr sz="1800" baseline="0">
                <a:latin typeface="+mj-lt"/>
                <a:ea typeface="+mj-ea"/>
              </a:defRPr>
            </a:lvl5pPr>
          </a:lstStyle>
          <a:p>
            <a:pPr lvl="0"/>
            <a:r>
              <a:rPr lang="en-GB"/>
              <a:t>Click to edit Master text styles</a:t>
            </a:r>
          </a:p>
        </p:txBody>
      </p:sp>
      <p:sp>
        <p:nvSpPr>
          <p:cNvPr id="56" name="Content Placeholder 2">
            <a:extLst>
              <a:ext uri="{FF2B5EF4-FFF2-40B4-BE49-F238E27FC236}">
                <a16:creationId xmlns:a16="http://schemas.microsoft.com/office/drawing/2014/main" id="{CB9C6248-FAAF-2686-9707-F8099CFE5465}"/>
              </a:ext>
            </a:extLst>
          </p:cNvPr>
          <p:cNvSpPr>
            <a:spLocks noGrp="1"/>
          </p:cNvSpPr>
          <p:nvPr>
            <p:ph idx="16"/>
          </p:nvPr>
        </p:nvSpPr>
        <p:spPr>
          <a:xfrm>
            <a:off x="4962712" y="3221092"/>
            <a:ext cx="2812594" cy="720588"/>
          </a:xfrm>
        </p:spPr>
        <p:txBody>
          <a:bodyPr>
            <a:noAutofit/>
          </a:bodyPr>
          <a:lstStyle>
            <a:lvl1pPr marL="0" indent="0">
              <a:spcBef>
                <a:spcPts val="0"/>
              </a:spcBef>
              <a:buNone/>
              <a:defRPr sz="1400">
                <a:solidFill>
                  <a:schemeClr val="tx1">
                    <a:lumMod val="75000"/>
                    <a:lumOff val="25000"/>
                  </a:schemeClr>
                </a:solidFill>
              </a:defRPr>
            </a:lvl1pPr>
            <a:lvl2pPr>
              <a:spcBef>
                <a:spcPts val="0"/>
              </a:spcBef>
              <a:defRPr sz="1400">
                <a:solidFill>
                  <a:schemeClr val="tx1">
                    <a:lumMod val="75000"/>
                    <a:lumOff val="25000"/>
                  </a:schemeClr>
                </a:solidFill>
              </a:defRPr>
            </a:lvl2pPr>
            <a:lvl3pPr>
              <a:spcBef>
                <a:spcPts val="0"/>
              </a:spcBef>
              <a:defRPr sz="1400">
                <a:solidFill>
                  <a:schemeClr val="tx1">
                    <a:lumMod val="75000"/>
                    <a:lumOff val="25000"/>
                  </a:schemeClr>
                </a:solidFill>
              </a:defRPr>
            </a:lvl3pPr>
            <a:lvl4pPr>
              <a:spcBef>
                <a:spcPts val="0"/>
              </a:spcBef>
              <a:defRPr sz="1400">
                <a:solidFill>
                  <a:schemeClr val="tx1">
                    <a:lumMod val="75000"/>
                    <a:lumOff val="25000"/>
                  </a:schemeClr>
                </a:solidFill>
              </a:defRPr>
            </a:lvl4pPr>
            <a:lvl5pPr>
              <a:spcBef>
                <a:spcPts val="0"/>
              </a:spcBef>
              <a:defRPr sz="1400">
                <a:solidFill>
                  <a:schemeClr val="tx1">
                    <a:lumMod val="75000"/>
                    <a:lumOff val="25000"/>
                  </a:schemeClr>
                </a:solidFill>
              </a:defRPr>
            </a:lvl5pPr>
          </a:lstStyle>
          <a:p>
            <a:pPr lvl="0"/>
            <a:r>
              <a:rPr lang="en-GB"/>
              <a:t>Click to edit Master text styles</a:t>
            </a:r>
            <a:endParaRPr lang="en-US"/>
          </a:p>
        </p:txBody>
      </p:sp>
      <p:sp>
        <p:nvSpPr>
          <p:cNvPr id="21" name="Text Placeholder 12">
            <a:extLst>
              <a:ext uri="{FF2B5EF4-FFF2-40B4-BE49-F238E27FC236}">
                <a16:creationId xmlns:a16="http://schemas.microsoft.com/office/drawing/2014/main" id="{C9235EC0-5363-881D-ECDD-99F834323172}"/>
              </a:ext>
            </a:extLst>
          </p:cNvPr>
          <p:cNvSpPr>
            <a:spLocks noGrp="1"/>
          </p:cNvSpPr>
          <p:nvPr>
            <p:ph type="body" sz="quarter" idx="40" hasCustomPrompt="1"/>
          </p:nvPr>
        </p:nvSpPr>
        <p:spPr>
          <a:xfrm>
            <a:off x="7994871" y="2483403"/>
            <a:ext cx="434758" cy="385763"/>
          </a:xfrm>
        </p:spPr>
        <p:txBody>
          <a:bodyPr lIns="0" tIns="0" rIns="0" bIns="0" anchor="b">
            <a:noAutofit/>
          </a:bodyPr>
          <a:lstStyle>
            <a:lvl1pPr marL="0" indent="0" algn="ctr">
              <a:buNone/>
              <a:defRPr>
                <a:latin typeface="+mj-lt"/>
              </a:defRPr>
            </a:lvl1pPr>
          </a:lstStyle>
          <a:p>
            <a:pPr lvl="0"/>
            <a:r>
              <a:rPr lang="en-GB"/>
              <a:t>03</a:t>
            </a:r>
          </a:p>
        </p:txBody>
      </p:sp>
      <p:sp>
        <p:nvSpPr>
          <p:cNvPr id="5" name="Text Placeholder 2">
            <a:extLst>
              <a:ext uri="{FF2B5EF4-FFF2-40B4-BE49-F238E27FC236}">
                <a16:creationId xmlns:a16="http://schemas.microsoft.com/office/drawing/2014/main" id="{C787FA2C-E603-94B3-BA10-F6645705849F}"/>
              </a:ext>
            </a:extLst>
          </p:cNvPr>
          <p:cNvSpPr>
            <a:spLocks noGrp="1"/>
          </p:cNvSpPr>
          <p:nvPr>
            <p:ph type="body" sz="quarter" idx="31"/>
          </p:nvPr>
        </p:nvSpPr>
        <p:spPr>
          <a:xfrm>
            <a:off x="8535137" y="2308163"/>
            <a:ext cx="2812863" cy="788962"/>
          </a:xfrm>
        </p:spPr>
        <p:txBody>
          <a:bodyPr anchor="b">
            <a:noAutofit/>
          </a:bodyPr>
          <a:lstStyle>
            <a:lvl1pPr marL="0" indent="0">
              <a:lnSpc>
                <a:spcPct val="100000"/>
              </a:lnSpc>
              <a:spcBef>
                <a:spcPts val="0"/>
              </a:spcBef>
              <a:buNone/>
              <a:defRPr sz="1800" baseline="0">
                <a:latin typeface="+mj-lt"/>
                <a:ea typeface="+mj-ea"/>
              </a:defRPr>
            </a:lvl1pPr>
            <a:lvl2pPr>
              <a:lnSpc>
                <a:spcPct val="100000"/>
              </a:lnSpc>
              <a:spcBef>
                <a:spcPts val="0"/>
              </a:spcBef>
              <a:defRPr sz="1800" baseline="0">
                <a:latin typeface="+mj-lt"/>
                <a:ea typeface="+mj-ea"/>
              </a:defRPr>
            </a:lvl2pPr>
            <a:lvl3pPr>
              <a:lnSpc>
                <a:spcPct val="100000"/>
              </a:lnSpc>
              <a:spcBef>
                <a:spcPts val="0"/>
              </a:spcBef>
              <a:defRPr sz="1800" baseline="0">
                <a:latin typeface="+mj-lt"/>
                <a:ea typeface="+mj-ea"/>
              </a:defRPr>
            </a:lvl3pPr>
            <a:lvl4pPr>
              <a:lnSpc>
                <a:spcPct val="100000"/>
              </a:lnSpc>
              <a:spcBef>
                <a:spcPts val="0"/>
              </a:spcBef>
              <a:defRPr sz="1800" baseline="0">
                <a:latin typeface="+mj-lt"/>
                <a:ea typeface="+mj-ea"/>
              </a:defRPr>
            </a:lvl4pPr>
            <a:lvl5pPr>
              <a:lnSpc>
                <a:spcPct val="100000"/>
              </a:lnSpc>
              <a:spcBef>
                <a:spcPts val="0"/>
              </a:spcBef>
              <a:defRPr sz="1800" baseline="0">
                <a:latin typeface="+mj-lt"/>
                <a:ea typeface="+mj-ea"/>
              </a:defRPr>
            </a:lvl5pPr>
          </a:lstStyle>
          <a:p>
            <a:pPr lvl="0"/>
            <a:r>
              <a:rPr lang="en-GB"/>
              <a:t>Click to edit Master text styles</a:t>
            </a:r>
          </a:p>
        </p:txBody>
      </p:sp>
      <p:sp>
        <p:nvSpPr>
          <p:cNvPr id="59" name="Content Placeholder 2">
            <a:extLst>
              <a:ext uri="{FF2B5EF4-FFF2-40B4-BE49-F238E27FC236}">
                <a16:creationId xmlns:a16="http://schemas.microsoft.com/office/drawing/2014/main" id="{7664AE50-9F09-679F-6A2C-FCFE2305B0FB}"/>
              </a:ext>
            </a:extLst>
          </p:cNvPr>
          <p:cNvSpPr>
            <a:spLocks noGrp="1"/>
          </p:cNvSpPr>
          <p:nvPr>
            <p:ph idx="19"/>
          </p:nvPr>
        </p:nvSpPr>
        <p:spPr>
          <a:xfrm>
            <a:off x="8541021" y="3221092"/>
            <a:ext cx="2812594" cy="720588"/>
          </a:xfrm>
        </p:spPr>
        <p:txBody>
          <a:bodyPr>
            <a:noAutofit/>
          </a:bodyPr>
          <a:lstStyle>
            <a:lvl1pPr marL="0" indent="0">
              <a:spcBef>
                <a:spcPts val="0"/>
              </a:spcBef>
              <a:buNone/>
              <a:defRPr sz="1400">
                <a:solidFill>
                  <a:schemeClr val="tx1">
                    <a:lumMod val="75000"/>
                    <a:lumOff val="25000"/>
                  </a:schemeClr>
                </a:solidFill>
              </a:defRPr>
            </a:lvl1pPr>
            <a:lvl2pPr>
              <a:spcBef>
                <a:spcPts val="0"/>
              </a:spcBef>
              <a:defRPr sz="1400">
                <a:solidFill>
                  <a:schemeClr val="tx1">
                    <a:lumMod val="75000"/>
                    <a:lumOff val="25000"/>
                  </a:schemeClr>
                </a:solidFill>
              </a:defRPr>
            </a:lvl2pPr>
            <a:lvl3pPr>
              <a:spcBef>
                <a:spcPts val="0"/>
              </a:spcBef>
              <a:defRPr sz="1400">
                <a:solidFill>
                  <a:schemeClr val="tx1">
                    <a:lumMod val="75000"/>
                    <a:lumOff val="25000"/>
                  </a:schemeClr>
                </a:solidFill>
              </a:defRPr>
            </a:lvl3pPr>
            <a:lvl4pPr>
              <a:spcBef>
                <a:spcPts val="0"/>
              </a:spcBef>
              <a:defRPr sz="1400">
                <a:solidFill>
                  <a:schemeClr val="tx1">
                    <a:lumMod val="75000"/>
                    <a:lumOff val="25000"/>
                  </a:schemeClr>
                </a:solidFill>
              </a:defRPr>
            </a:lvl4pPr>
            <a:lvl5pPr>
              <a:spcBef>
                <a:spcPts val="0"/>
              </a:spcBef>
              <a:defRPr sz="1400">
                <a:solidFill>
                  <a:schemeClr val="tx1">
                    <a:lumMod val="75000"/>
                    <a:lumOff val="25000"/>
                  </a:schemeClr>
                </a:solidFill>
              </a:defRPr>
            </a:lvl5pPr>
          </a:lstStyle>
          <a:p>
            <a:pPr lvl="0"/>
            <a:r>
              <a:rPr lang="en-GB"/>
              <a:t>Click to edit Master text styles</a:t>
            </a:r>
            <a:endParaRPr lang="en-US"/>
          </a:p>
        </p:txBody>
      </p:sp>
      <p:sp>
        <p:nvSpPr>
          <p:cNvPr id="14" name="Text Placeholder 12">
            <a:extLst>
              <a:ext uri="{FF2B5EF4-FFF2-40B4-BE49-F238E27FC236}">
                <a16:creationId xmlns:a16="http://schemas.microsoft.com/office/drawing/2014/main" id="{D091BDB1-D06A-F20F-BD0A-FA4BEE12E67F}"/>
              </a:ext>
            </a:extLst>
          </p:cNvPr>
          <p:cNvSpPr>
            <a:spLocks noGrp="1"/>
          </p:cNvSpPr>
          <p:nvPr>
            <p:ph type="body" sz="quarter" idx="37" hasCustomPrompt="1"/>
          </p:nvPr>
        </p:nvSpPr>
        <p:spPr>
          <a:xfrm>
            <a:off x="842963" y="4344531"/>
            <a:ext cx="434758" cy="385763"/>
          </a:xfrm>
        </p:spPr>
        <p:txBody>
          <a:bodyPr lIns="0" tIns="0" rIns="0" bIns="0" anchor="b">
            <a:noAutofit/>
          </a:bodyPr>
          <a:lstStyle>
            <a:lvl1pPr marL="0" indent="0" algn="ctr">
              <a:buNone/>
              <a:defRPr>
                <a:latin typeface="+mj-lt"/>
              </a:defRPr>
            </a:lvl1pPr>
          </a:lstStyle>
          <a:p>
            <a:pPr lvl="0"/>
            <a:r>
              <a:rPr lang="en-GB"/>
              <a:t>04</a:t>
            </a:r>
          </a:p>
        </p:txBody>
      </p:sp>
      <p:sp>
        <p:nvSpPr>
          <p:cNvPr id="10" name="Text Placeholder 2">
            <a:extLst>
              <a:ext uri="{FF2B5EF4-FFF2-40B4-BE49-F238E27FC236}">
                <a16:creationId xmlns:a16="http://schemas.microsoft.com/office/drawing/2014/main" id="{34B2A11E-0D27-4D46-A91D-448866797E48}"/>
              </a:ext>
            </a:extLst>
          </p:cNvPr>
          <p:cNvSpPr>
            <a:spLocks noGrp="1"/>
          </p:cNvSpPr>
          <p:nvPr>
            <p:ph type="body" sz="quarter" idx="33"/>
          </p:nvPr>
        </p:nvSpPr>
        <p:spPr>
          <a:xfrm>
            <a:off x="1384268" y="4174631"/>
            <a:ext cx="2812863" cy="788962"/>
          </a:xfrm>
        </p:spPr>
        <p:txBody>
          <a:bodyPr anchor="b">
            <a:noAutofit/>
          </a:bodyPr>
          <a:lstStyle>
            <a:lvl1pPr marL="0" indent="0">
              <a:lnSpc>
                <a:spcPct val="100000"/>
              </a:lnSpc>
              <a:spcBef>
                <a:spcPts val="0"/>
              </a:spcBef>
              <a:buNone/>
              <a:defRPr sz="1800" baseline="0">
                <a:latin typeface="+mj-lt"/>
                <a:ea typeface="+mj-ea"/>
              </a:defRPr>
            </a:lvl1pPr>
            <a:lvl2pPr>
              <a:lnSpc>
                <a:spcPct val="100000"/>
              </a:lnSpc>
              <a:spcBef>
                <a:spcPts val="0"/>
              </a:spcBef>
              <a:defRPr sz="1800" baseline="0">
                <a:latin typeface="+mj-lt"/>
                <a:ea typeface="+mj-ea"/>
              </a:defRPr>
            </a:lvl2pPr>
            <a:lvl3pPr>
              <a:lnSpc>
                <a:spcPct val="100000"/>
              </a:lnSpc>
              <a:spcBef>
                <a:spcPts val="0"/>
              </a:spcBef>
              <a:defRPr sz="1800" baseline="0">
                <a:latin typeface="+mj-lt"/>
                <a:ea typeface="+mj-ea"/>
              </a:defRPr>
            </a:lvl3pPr>
            <a:lvl4pPr>
              <a:lnSpc>
                <a:spcPct val="100000"/>
              </a:lnSpc>
              <a:spcBef>
                <a:spcPts val="0"/>
              </a:spcBef>
              <a:defRPr sz="1800" baseline="0">
                <a:latin typeface="+mj-lt"/>
                <a:ea typeface="+mj-ea"/>
              </a:defRPr>
            </a:lvl4pPr>
            <a:lvl5pPr>
              <a:lnSpc>
                <a:spcPct val="100000"/>
              </a:lnSpc>
              <a:spcBef>
                <a:spcPts val="0"/>
              </a:spcBef>
              <a:defRPr sz="1800" baseline="0">
                <a:latin typeface="+mj-lt"/>
                <a:ea typeface="+mj-ea"/>
              </a:defRPr>
            </a:lvl5pPr>
          </a:lstStyle>
          <a:p>
            <a:pPr lvl="0"/>
            <a:r>
              <a:rPr lang="en-GB"/>
              <a:t>Click to edit Master text styles</a:t>
            </a:r>
          </a:p>
        </p:txBody>
      </p:sp>
      <p:sp>
        <p:nvSpPr>
          <p:cNvPr id="62" name="Content Placeholder 2">
            <a:extLst>
              <a:ext uri="{FF2B5EF4-FFF2-40B4-BE49-F238E27FC236}">
                <a16:creationId xmlns:a16="http://schemas.microsoft.com/office/drawing/2014/main" id="{ABE6E289-1987-1965-BF2F-9BA862779B9C}"/>
              </a:ext>
            </a:extLst>
          </p:cNvPr>
          <p:cNvSpPr>
            <a:spLocks noGrp="1"/>
          </p:cNvSpPr>
          <p:nvPr>
            <p:ph idx="22"/>
          </p:nvPr>
        </p:nvSpPr>
        <p:spPr>
          <a:xfrm>
            <a:off x="1384403" y="5087560"/>
            <a:ext cx="2812594" cy="720588"/>
          </a:xfrm>
        </p:spPr>
        <p:txBody>
          <a:bodyPr>
            <a:noAutofit/>
          </a:bodyPr>
          <a:lstStyle>
            <a:lvl1pPr marL="0" indent="0">
              <a:spcBef>
                <a:spcPts val="0"/>
              </a:spcBef>
              <a:buNone/>
              <a:defRPr sz="1400">
                <a:solidFill>
                  <a:schemeClr val="tx1">
                    <a:lumMod val="75000"/>
                    <a:lumOff val="25000"/>
                  </a:schemeClr>
                </a:solidFill>
              </a:defRPr>
            </a:lvl1pPr>
            <a:lvl2pPr>
              <a:spcBef>
                <a:spcPts val="0"/>
              </a:spcBef>
              <a:defRPr sz="1400">
                <a:solidFill>
                  <a:schemeClr val="tx1">
                    <a:lumMod val="75000"/>
                    <a:lumOff val="25000"/>
                  </a:schemeClr>
                </a:solidFill>
              </a:defRPr>
            </a:lvl2pPr>
            <a:lvl3pPr>
              <a:spcBef>
                <a:spcPts val="0"/>
              </a:spcBef>
              <a:defRPr sz="1400">
                <a:solidFill>
                  <a:schemeClr val="tx1">
                    <a:lumMod val="75000"/>
                    <a:lumOff val="25000"/>
                  </a:schemeClr>
                </a:solidFill>
              </a:defRPr>
            </a:lvl3pPr>
            <a:lvl4pPr>
              <a:spcBef>
                <a:spcPts val="0"/>
              </a:spcBef>
              <a:defRPr sz="1400">
                <a:solidFill>
                  <a:schemeClr val="tx1">
                    <a:lumMod val="75000"/>
                    <a:lumOff val="25000"/>
                  </a:schemeClr>
                </a:solidFill>
              </a:defRPr>
            </a:lvl4pPr>
            <a:lvl5pPr>
              <a:spcBef>
                <a:spcPts val="0"/>
              </a:spcBef>
              <a:defRPr sz="1400">
                <a:solidFill>
                  <a:schemeClr val="tx1">
                    <a:lumMod val="75000"/>
                    <a:lumOff val="25000"/>
                  </a:schemeClr>
                </a:solidFill>
              </a:defRPr>
            </a:lvl5pPr>
          </a:lstStyle>
          <a:p>
            <a:pPr lvl="0"/>
            <a:r>
              <a:rPr lang="en-GB"/>
              <a:t>Click to edit Master text styles</a:t>
            </a:r>
            <a:endParaRPr lang="en-US"/>
          </a:p>
        </p:txBody>
      </p:sp>
      <p:sp>
        <p:nvSpPr>
          <p:cNvPr id="16" name="Text Placeholder 12">
            <a:extLst>
              <a:ext uri="{FF2B5EF4-FFF2-40B4-BE49-F238E27FC236}">
                <a16:creationId xmlns:a16="http://schemas.microsoft.com/office/drawing/2014/main" id="{35A2DADA-11CE-0CFF-67A5-C675A9F7976D}"/>
              </a:ext>
            </a:extLst>
          </p:cNvPr>
          <p:cNvSpPr>
            <a:spLocks noGrp="1"/>
          </p:cNvSpPr>
          <p:nvPr>
            <p:ph type="body" sz="quarter" idx="39" hasCustomPrompt="1"/>
          </p:nvPr>
        </p:nvSpPr>
        <p:spPr>
          <a:xfrm>
            <a:off x="4421805" y="4344531"/>
            <a:ext cx="434758" cy="385763"/>
          </a:xfrm>
        </p:spPr>
        <p:txBody>
          <a:bodyPr lIns="0" tIns="0" rIns="0" bIns="0" anchor="b">
            <a:noAutofit/>
          </a:bodyPr>
          <a:lstStyle>
            <a:lvl1pPr marL="0" indent="0" algn="ctr">
              <a:buNone/>
              <a:defRPr>
                <a:latin typeface="+mj-lt"/>
              </a:defRPr>
            </a:lvl1pPr>
          </a:lstStyle>
          <a:p>
            <a:pPr lvl="0"/>
            <a:r>
              <a:rPr lang="en-GB"/>
              <a:t>05</a:t>
            </a:r>
          </a:p>
        </p:txBody>
      </p:sp>
      <p:sp>
        <p:nvSpPr>
          <p:cNvPr id="11" name="Text Placeholder 2">
            <a:extLst>
              <a:ext uri="{FF2B5EF4-FFF2-40B4-BE49-F238E27FC236}">
                <a16:creationId xmlns:a16="http://schemas.microsoft.com/office/drawing/2014/main" id="{D89CDCE3-2BC6-3295-3B7D-D64BF96C5457}"/>
              </a:ext>
            </a:extLst>
          </p:cNvPr>
          <p:cNvSpPr>
            <a:spLocks noGrp="1"/>
          </p:cNvSpPr>
          <p:nvPr>
            <p:ph type="body" sz="quarter" idx="34"/>
          </p:nvPr>
        </p:nvSpPr>
        <p:spPr>
          <a:xfrm>
            <a:off x="4962577" y="4174631"/>
            <a:ext cx="2812863" cy="788962"/>
          </a:xfrm>
        </p:spPr>
        <p:txBody>
          <a:bodyPr anchor="b">
            <a:noAutofit/>
          </a:bodyPr>
          <a:lstStyle>
            <a:lvl1pPr marL="0" indent="0">
              <a:lnSpc>
                <a:spcPct val="100000"/>
              </a:lnSpc>
              <a:spcBef>
                <a:spcPts val="0"/>
              </a:spcBef>
              <a:buNone/>
              <a:defRPr sz="1800" baseline="0">
                <a:latin typeface="+mj-lt"/>
                <a:ea typeface="+mj-ea"/>
              </a:defRPr>
            </a:lvl1pPr>
            <a:lvl2pPr>
              <a:lnSpc>
                <a:spcPct val="100000"/>
              </a:lnSpc>
              <a:spcBef>
                <a:spcPts val="0"/>
              </a:spcBef>
              <a:defRPr sz="1800" baseline="0">
                <a:latin typeface="+mj-lt"/>
                <a:ea typeface="+mj-ea"/>
              </a:defRPr>
            </a:lvl2pPr>
            <a:lvl3pPr>
              <a:lnSpc>
                <a:spcPct val="100000"/>
              </a:lnSpc>
              <a:spcBef>
                <a:spcPts val="0"/>
              </a:spcBef>
              <a:defRPr sz="1800" baseline="0">
                <a:latin typeface="+mj-lt"/>
                <a:ea typeface="+mj-ea"/>
              </a:defRPr>
            </a:lvl3pPr>
            <a:lvl4pPr>
              <a:lnSpc>
                <a:spcPct val="100000"/>
              </a:lnSpc>
              <a:spcBef>
                <a:spcPts val="0"/>
              </a:spcBef>
              <a:defRPr sz="1800" baseline="0">
                <a:latin typeface="+mj-lt"/>
                <a:ea typeface="+mj-ea"/>
              </a:defRPr>
            </a:lvl4pPr>
            <a:lvl5pPr>
              <a:lnSpc>
                <a:spcPct val="100000"/>
              </a:lnSpc>
              <a:spcBef>
                <a:spcPts val="0"/>
              </a:spcBef>
              <a:defRPr sz="1800" baseline="0">
                <a:latin typeface="+mj-lt"/>
                <a:ea typeface="+mj-ea"/>
              </a:defRPr>
            </a:lvl5pPr>
          </a:lstStyle>
          <a:p>
            <a:pPr lvl="0"/>
            <a:r>
              <a:rPr lang="en-GB"/>
              <a:t>Click to edit Master text styles</a:t>
            </a:r>
          </a:p>
        </p:txBody>
      </p:sp>
      <p:sp>
        <p:nvSpPr>
          <p:cNvPr id="65" name="Content Placeholder 2">
            <a:extLst>
              <a:ext uri="{FF2B5EF4-FFF2-40B4-BE49-F238E27FC236}">
                <a16:creationId xmlns:a16="http://schemas.microsoft.com/office/drawing/2014/main" id="{CD76792D-C530-0E2F-8D16-3B89EFFB4FF6}"/>
              </a:ext>
            </a:extLst>
          </p:cNvPr>
          <p:cNvSpPr>
            <a:spLocks noGrp="1"/>
          </p:cNvSpPr>
          <p:nvPr>
            <p:ph idx="25"/>
          </p:nvPr>
        </p:nvSpPr>
        <p:spPr>
          <a:xfrm>
            <a:off x="4962712" y="5087560"/>
            <a:ext cx="2812594" cy="720588"/>
          </a:xfrm>
        </p:spPr>
        <p:txBody>
          <a:bodyPr>
            <a:noAutofit/>
          </a:bodyPr>
          <a:lstStyle>
            <a:lvl1pPr marL="0" indent="0">
              <a:spcBef>
                <a:spcPts val="0"/>
              </a:spcBef>
              <a:buNone/>
              <a:defRPr sz="1400">
                <a:solidFill>
                  <a:schemeClr val="tx1">
                    <a:lumMod val="75000"/>
                    <a:lumOff val="25000"/>
                  </a:schemeClr>
                </a:solidFill>
              </a:defRPr>
            </a:lvl1pPr>
            <a:lvl2pPr>
              <a:spcBef>
                <a:spcPts val="0"/>
              </a:spcBef>
              <a:defRPr sz="1400">
                <a:solidFill>
                  <a:schemeClr val="tx1">
                    <a:lumMod val="75000"/>
                    <a:lumOff val="25000"/>
                  </a:schemeClr>
                </a:solidFill>
              </a:defRPr>
            </a:lvl2pPr>
            <a:lvl3pPr>
              <a:spcBef>
                <a:spcPts val="0"/>
              </a:spcBef>
              <a:defRPr sz="1400">
                <a:solidFill>
                  <a:schemeClr val="tx1">
                    <a:lumMod val="75000"/>
                    <a:lumOff val="25000"/>
                  </a:schemeClr>
                </a:solidFill>
              </a:defRPr>
            </a:lvl3pPr>
            <a:lvl4pPr>
              <a:spcBef>
                <a:spcPts val="0"/>
              </a:spcBef>
              <a:defRPr sz="1400">
                <a:solidFill>
                  <a:schemeClr val="tx1">
                    <a:lumMod val="75000"/>
                    <a:lumOff val="25000"/>
                  </a:schemeClr>
                </a:solidFill>
              </a:defRPr>
            </a:lvl4pPr>
            <a:lvl5pPr>
              <a:spcBef>
                <a:spcPts val="0"/>
              </a:spcBef>
              <a:defRPr sz="1400">
                <a:solidFill>
                  <a:schemeClr val="tx1">
                    <a:lumMod val="75000"/>
                    <a:lumOff val="25000"/>
                  </a:schemeClr>
                </a:solidFill>
              </a:defRPr>
            </a:lvl5pPr>
          </a:lstStyle>
          <a:p>
            <a:pPr lvl="0"/>
            <a:r>
              <a:rPr lang="en-GB"/>
              <a:t>Click to edit Master text styles</a:t>
            </a:r>
            <a:endParaRPr lang="en-US"/>
          </a:p>
        </p:txBody>
      </p:sp>
      <p:sp>
        <p:nvSpPr>
          <p:cNvPr id="22" name="Text Placeholder 12">
            <a:extLst>
              <a:ext uri="{FF2B5EF4-FFF2-40B4-BE49-F238E27FC236}">
                <a16:creationId xmlns:a16="http://schemas.microsoft.com/office/drawing/2014/main" id="{436CB067-7239-D038-646D-52E7105AE7E0}"/>
              </a:ext>
            </a:extLst>
          </p:cNvPr>
          <p:cNvSpPr>
            <a:spLocks noGrp="1"/>
          </p:cNvSpPr>
          <p:nvPr>
            <p:ph type="body" sz="quarter" idx="41" hasCustomPrompt="1"/>
          </p:nvPr>
        </p:nvSpPr>
        <p:spPr>
          <a:xfrm>
            <a:off x="7994871" y="4344531"/>
            <a:ext cx="434758" cy="385763"/>
          </a:xfrm>
        </p:spPr>
        <p:txBody>
          <a:bodyPr lIns="0" tIns="0" rIns="0" bIns="0" anchor="b">
            <a:noAutofit/>
          </a:bodyPr>
          <a:lstStyle>
            <a:lvl1pPr marL="0" indent="0" algn="ctr">
              <a:buNone/>
              <a:defRPr>
                <a:latin typeface="+mj-lt"/>
              </a:defRPr>
            </a:lvl1pPr>
          </a:lstStyle>
          <a:p>
            <a:pPr lvl="0"/>
            <a:r>
              <a:rPr lang="en-GB"/>
              <a:t>06</a:t>
            </a:r>
          </a:p>
        </p:txBody>
      </p:sp>
      <p:sp>
        <p:nvSpPr>
          <p:cNvPr id="12" name="Text Placeholder 2">
            <a:extLst>
              <a:ext uri="{FF2B5EF4-FFF2-40B4-BE49-F238E27FC236}">
                <a16:creationId xmlns:a16="http://schemas.microsoft.com/office/drawing/2014/main" id="{4BA33470-6404-0E70-04B0-CDCAA18D4361}"/>
              </a:ext>
            </a:extLst>
          </p:cNvPr>
          <p:cNvSpPr>
            <a:spLocks noGrp="1"/>
          </p:cNvSpPr>
          <p:nvPr>
            <p:ph type="body" sz="quarter" idx="35"/>
          </p:nvPr>
        </p:nvSpPr>
        <p:spPr>
          <a:xfrm>
            <a:off x="8535137" y="4174631"/>
            <a:ext cx="2812863" cy="788962"/>
          </a:xfrm>
        </p:spPr>
        <p:txBody>
          <a:bodyPr anchor="b">
            <a:noAutofit/>
          </a:bodyPr>
          <a:lstStyle>
            <a:lvl1pPr marL="0" indent="0">
              <a:lnSpc>
                <a:spcPct val="100000"/>
              </a:lnSpc>
              <a:spcBef>
                <a:spcPts val="0"/>
              </a:spcBef>
              <a:buNone/>
              <a:defRPr sz="1800" baseline="0">
                <a:latin typeface="+mj-lt"/>
                <a:ea typeface="+mj-ea"/>
              </a:defRPr>
            </a:lvl1pPr>
            <a:lvl2pPr>
              <a:lnSpc>
                <a:spcPct val="100000"/>
              </a:lnSpc>
              <a:spcBef>
                <a:spcPts val="0"/>
              </a:spcBef>
              <a:defRPr sz="1800" baseline="0">
                <a:latin typeface="+mj-lt"/>
                <a:ea typeface="+mj-ea"/>
              </a:defRPr>
            </a:lvl2pPr>
            <a:lvl3pPr>
              <a:lnSpc>
                <a:spcPct val="100000"/>
              </a:lnSpc>
              <a:spcBef>
                <a:spcPts val="0"/>
              </a:spcBef>
              <a:defRPr sz="1800" baseline="0">
                <a:latin typeface="+mj-lt"/>
                <a:ea typeface="+mj-ea"/>
              </a:defRPr>
            </a:lvl3pPr>
            <a:lvl4pPr>
              <a:lnSpc>
                <a:spcPct val="100000"/>
              </a:lnSpc>
              <a:spcBef>
                <a:spcPts val="0"/>
              </a:spcBef>
              <a:defRPr sz="1800" baseline="0">
                <a:latin typeface="+mj-lt"/>
                <a:ea typeface="+mj-ea"/>
              </a:defRPr>
            </a:lvl4pPr>
            <a:lvl5pPr>
              <a:lnSpc>
                <a:spcPct val="100000"/>
              </a:lnSpc>
              <a:spcBef>
                <a:spcPts val="0"/>
              </a:spcBef>
              <a:defRPr sz="1800" baseline="0">
                <a:latin typeface="+mj-lt"/>
                <a:ea typeface="+mj-ea"/>
              </a:defRPr>
            </a:lvl5pPr>
          </a:lstStyle>
          <a:p>
            <a:pPr lvl="0"/>
            <a:r>
              <a:rPr lang="en-GB"/>
              <a:t>Click to edit Master text styles</a:t>
            </a:r>
          </a:p>
        </p:txBody>
      </p:sp>
      <p:sp>
        <p:nvSpPr>
          <p:cNvPr id="68" name="Content Placeholder 2">
            <a:extLst>
              <a:ext uri="{FF2B5EF4-FFF2-40B4-BE49-F238E27FC236}">
                <a16:creationId xmlns:a16="http://schemas.microsoft.com/office/drawing/2014/main" id="{068F9459-BC8A-0B9B-0553-20FAA0BDB905}"/>
              </a:ext>
            </a:extLst>
          </p:cNvPr>
          <p:cNvSpPr>
            <a:spLocks noGrp="1"/>
          </p:cNvSpPr>
          <p:nvPr>
            <p:ph idx="28"/>
          </p:nvPr>
        </p:nvSpPr>
        <p:spPr>
          <a:xfrm>
            <a:off x="8541021" y="5087560"/>
            <a:ext cx="2812594" cy="720588"/>
          </a:xfrm>
        </p:spPr>
        <p:txBody>
          <a:bodyPr>
            <a:noAutofit/>
          </a:bodyPr>
          <a:lstStyle>
            <a:lvl1pPr marL="0" indent="0">
              <a:spcBef>
                <a:spcPts val="0"/>
              </a:spcBef>
              <a:buNone/>
              <a:defRPr sz="1400">
                <a:solidFill>
                  <a:schemeClr val="tx1">
                    <a:lumMod val="75000"/>
                    <a:lumOff val="25000"/>
                  </a:schemeClr>
                </a:solidFill>
              </a:defRPr>
            </a:lvl1pPr>
            <a:lvl2pPr>
              <a:spcBef>
                <a:spcPts val="0"/>
              </a:spcBef>
              <a:defRPr sz="1400">
                <a:solidFill>
                  <a:schemeClr val="tx1">
                    <a:lumMod val="75000"/>
                    <a:lumOff val="25000"/>
                  </a:schemeClr>
                </a:solidFill>
              </a:defRPr>
            </a:lvl2pPr>
            <a:lvl3pPr>
              <a:spcBef>
                <a:spcPts val="0"/>
              </a:spcBef>
              <a:defRPr sz="1400">
                <a:solidFill>
                  <a:schemeClr val="tx1">
                    <a:lumMod val="75000"/>
                    <a:lumOff val="25000"/>
                  </a:schemeClr>
                </a:solidFill>
              </a:defRPr>
            </a:lvl3pPr>
            <a:lvl4pPr>
              <a:spcBef>
                <a:spcPts val="0"/>
              </a:spcBef>
              <a:defRPr sz="1400">
                <a:solidFill>
                  <a:schemeClr val="tx1">
                    <a:lumMod val="75000"/>
                    <a:lumOff val="25000"/>
                  </a:schemeClr>
                </a:solidFill>
              </a:defRPr>
            </a:lvl4pPr>
            <a:lvl5pPr>
              <a:spcBef>
                <a:spcPts val="0"/>
              </a:spcBef>
              <a:defRPr sz="1400">
                <a:solidFill>
                  <a:schemeClr val="tx1">
                    <a:lumMod val="75000"/>
                    <a:lumOff val="25000"/>
                  </a:schemeClr>
                </a:solidFill>
              </a:defRPr>
            </a:lvl5pPr>
          </a:lstStyle>
          <a:p>
            <a:pPr lvl="0"/>
            <a:r>
              <a:rPr lang="en-GB"/>
              <a:t>Click to edit Master text styles</a:t>
            </a:r>
            <a:endParaRPr lang="en-US"/>
          </a:p>
        </p:txBody>
      </p:sp>
      <p:sp>
        <p:nvSpPr>
          <p:cNvPr id="8" name="Footer Placeholder 4">
            <a:extLst>
              <a:ext uri="{FF2B5EF4-FFF2-40B4-BE49-F238E27FC236}">
                <a16:creationId xmlns:a16="http://schemas.microsoft.com/office/drawing/2014/main" id="{B791D491-74AF-1110-DE2A-F94B0F8C0981}"/>
              </a:ext>
            </a:extLst>
          </p:cNvPr>
          <p:cNvSpPr>
            <a:spLocks noGrp="1"/>
          </p:cNvSpPr>
          <p:nvPr>
            <p:ph type="ftr" sz="quarter" idx="11"/>
          </p:nvPr>
        </p:nvSpPr>
        <p:spPr>
          <a:xfrm>
            <a:off x="4267200" y="6400800"/>
            <a:ext cx="3657600" cy="266700"/>
          </a:xfrm>
        </p:spPr>
        <p:txBody>
          <a:bodyPr/>
          <a:lstStyle>
            <a:lvl1pPr algn="ctr">
              <a:defRPr/>
            </a:lvl1pPr>
          </a:lstStyle>
          <a:p>
            <a:r>
              <a:rPr lang="en-US"/>
              <a:t>Sample Footer Text</a:t>
            </a:r>
          </a:p>
        </p:txBody>
      </p:sp>
      <p:sp>
        <p:nvSpPr>
          <p:cNvPr id="2" name="Date Placeholder 3">
            <a:extLst>
              <a:ext uri="{FF2B5EF4-FFF2-40B4-BE49-F238E27FC236}">
                <a16:creationId xmlns:a16="http://schemas.microsoft.com/office/drawing/2014/main" id="{27687739-4F1B-4886-C248-53466C296513}"/>
              </a:ext>
            </a:extLst>
          </p:cNvPr>
          <p:cNvSpPr>
            <a:spLocks noGrp="1"/>
          </p:cNvSpPr>
          <p:nvPr>
            <p:ph type="dt" sz="half" idx="42"/>
          </p:nvPr>
        </p:nvSpPr>
        <p:spPr>
          <a:xfrm>
            <a:off x="1174751" y="6400800"/>
            <a:ext cx="2743200" cy="266700"/>
          </a:xfrm>
        </p:spPr>
        <p:txBody>
          <a:bodyPr lIns="0" tIns="0" rIns="0" bIns="0"/>
          <a:lstStyle>
            <a:lvl1pPr>
              <a:defRPr>
                <a:solidFill>
                  <a:schemeClr val="tx1"/>
                </a:solidFill>
              </a:defRPr>
            </a:lvl1pPr>
          </a:lstStyle>
          <a:p>
            <a:r>
              <a:rPr lang="en-US" altLang="zh-CN" dirty="0"/>
              <a:t>03/12/2025</a:t>
            </a:r>
            <a:fld id="{FD138C57-8E3B-4697-92F8-0ED9B71F7E17}" type="datetime1">
              <a:rPr lang="en-US" smtClean="0"/>
              <a:pPr/>
              <a:t>3/5/2026</a:t>
            </a:fld>
            <a:endParaRPr lang="en-US"/>
          </a:p>
        </p:txBody>
      </p:sp>
      <p:sp>
        <p:nvSpPr>
          <p:cNvPr id="6" name="Slide Number Placeholder 5">
            <a:extLst>
              <a:ext uri="{FF2B5EF4-FFF2-40B4-BE49-F238E27FC236}">
                <a16:creationId xmlns:a16="http://schemas.microsoft.com/office/drawing/2014/main" id="{0E0578B1-7D93-F923-4A39-FF6F2B37E343}"/>
              </a:ext>
            </a:extLst>
          </p:cNvPr>
          <p:cNvSpPr>
            <a:spLocks noGrp="1"/>
          </p:cNvSpPr>
          <p:nvPr>
            <p:ph type="sldNum" sz="quarter" idx="12"/>
          </p:nvPr>
        </p:nvSpPr>
        <p:spPr>
          <a:xfrm>
            <a:off x="8274049" y="6400800"/>
            <a:ext cx="3241675" cy="266700"/>
          </a:xfrm>
        </p:spPr>
        <p:txBody>
          <a:bodyPr/>
          <a:lstStyle>
            <a:lvl1pPr algn="r">
              <a:defRPr/>
            </a:lvl1pPr>
          </a:lstStyle>
          <a:p>
            <a:fld id="{CC057153-B650-4DEB-B370-79DDCFDCE934}" type="slidenum">
              <a:rPr lang="en-US" smtClean="0"/>
              <a:pPr/>
              <a:t>‹#›</a:t>
            </a:fld>
            <a:endParaRPr lang="en-US"/>
          </a:p>
        </p:txBody>
      </p:sp>
      <p:sp>
        <p:nvSpPr>
          <p:cNvPr id="17" name="Freeform: Shape 16">
            <a:extLst>
              <a:ext uri="{FF2B5EF4-FFF2-40B4-BE49-F238E27FC236}">
                <a16:creationId xmlns:a16="http://schemas.microsoft.com/office/drawing/2014/main" id="{53E59676-000B-23C4-A79E-6F7EF618E4F9}"/>
              </a:ext>
              <a:ext uri="{C183D7F6-B498-43B3-948B-1728B52AA6E4}">
                <adec:decorative xmlns:adec="http://schemas.microsoft.com/office/drawing/2017/decorative" val="1"/>
              </a:ext>
            </a:extLst>
          </p:cNvPr>
          <p:cNvSpPr/>
          <p:nvPr userDrawn="1"/>
        </p:nvSpPr>
        <p:spPr>
          <a:xfrm>
            <a:off x="11286467" y="0"/>
            <a:ext cx="427411" cy="854823"/>
          </a:xfrm>
          <a:custGeom>
            <a:avLst/>
            <a:gdLst>
              <a:gd name="connsiteX0" fmla="*/ 561975 w 561975"/>
              <a:gd name="connsiteY0" fmla="*/ 0 h 1123950"/>
              <a:gd name="connsiteX1" fmla="*/ 561975 w 561975"/>
              <a:gd name="connsiteY1" fmla="*/ 1123950 h 1123950"/>
              <a:gd name="connsiteX2" fmla="*/ 0 w 561975"/>
              <a:gd name="connsiteY2" fmla="*/ 561975 h 1123950"/>
              <a:gd name="connsiteX3" fmla="*/ 561975 w 561975"/>
              <a:gd name="connsiteY3" fmla="*/ 0 h 1123950"/>
            </a:gdLst>
            <a:ahLst/>
            <a:cxnLst>
              <a:cxn ang="0">
                <a:pos x="connsiteX0" y="connsiteY0"/>
              </a:cxn>
              <a:cxn ang="0">
                <a:pos x="connsiteX1" y="connsiteY1"/>
              </a:cxn>
              <a:cxn ang="0">
                <a:pos x="connsiteX2" y="connsiteY2"/>
              </a:cxn>
              <a:cxn ang="0">
                <a:pos x="connsiteX3" y="connsiteY3"/>
              </a:cxn>
            </a:cxnLst>
            <a:rect l="l" t="t" r="r" b="b"/>
            <a:pathLst>
              <a:path w="561975" h="1123950">
                <a:moveTo>
                  <a:pt x="561975" y="0"/>
                </a:moveTo>
                <a:lnTo>
                  <a:pt x="561975" y="1123950"/>
                </a:lnTo>
                <a:cubicBezTo>
                  <a:pt x="251605" y="1123950"/>
                  <a:pt x="0" y="872345"/>
                  <a:pt x="0" y="561975"/>
                </a:cubicBezTo>
                <a:cubicBezTo>
                  <a:pt x="0" y="251605"/>
                  <a:pt x="251605" y="0"/>
                  <a:pt x="561975" y="0"/>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8" name="Freeform: Shape 17">
            <a:extLst>
              <a:ext uri="{FF2B5EF4-FFF2-40B4-BE49-F238E27FC236}">
                <a16:creationId xmlns:a16="http://schemas.microsoft.com/office/drawing/2014/main" id="{1D8FF8B4-211F-D599-8942-4CEA19F21D3F}"/>
              </a:ext>
              <a:ext uri="{C183D7F6-B498-43B3-948B-1728B52AA6E4}">
                <adec:decorative xmlns:adec="http://schemas.microsoft.com/office/drawing/2017/decorative" val="1"/>
              </a:ext>
            </a:extLst>
          </p:cNvPr>
          <p:cNvSpPr/>
          <p:nvPr userDrawn="1"/>
        </p:nvSpPr>
        <p:spPr>
          <a:xfrm>
            <a:off x="11764589" y="0"/>
            <a:ext cx="427411" cy="854823"/>
          </a:xfrm>
          <a:custGeom>
            <a:avLst/>
            <a:gdLst>
              <a:gd name="connsiteX0" fmla="*/ 561975 w 561975"/>
              <a:gd name="connsiteY0" fmla="*/ 0 h 1123950"/>
              <a:gd name="connsiteX1" fmla="*/ 561975 w 561975"/>
              <a:gd name="connsiteY1" fmla="*/ 1123950 h 1123950"/>
              <a:gd name="connsiteX2" fmla="*/ 0 w 561975"/>
              <a:gd name="connsiteY2" fmla="*/ 561975 h 1123950"/>
              <a:gd name="connsiteX3" fmla="*/ 561975 w 561975"/>
              <a:gd name="connsiteY3" fmla="*/ 0 h 1123950"/>
            </a:gdLst>
            <a:ahLst/>
            <a:cxnLst>
              <a:cxn ang="0">
                <a:pos x="connsiteX0" y="connsiteY0"/>
              </a:cxn>
              <a:cxn ang="0">
                <a:pos x="connsiteX1" y="connsiteY1"/>
              </a:cxn>
              <a:cxn ang="0">
                <a:pos x="connsiteX2" y="connsiteY2"/>
              </a:cxn>
              <a:cxn ang="0">
                <a:pos x="connsiteX3" y="connsiteY3"/>
              </a:cxn>
            </a:cxnLst>
            <a:rect l="l" t="t" r="r" b="b"/>
            <a:pathLst>
              <a:path w="561975" h="1123950">
                <a:moveTo>
                  <a:pt x="561975" y="0"/>
                </a:moveTo>
                <a:lnTo>
                  <a:pt x="561975" y="1123950"/>
                </a:lnTo>
                <a:cubicBezTo>
                  <a:pt x="251605" y="1123950"/>
                  <a:pt x="0" y="872345"/>
                  <a:pt x="0" y="561975"/>
                </a:cubicBezTo>
                <a:cubicBezTo>
                  <a:pt x="0" y="251605"/>
                  <a:pt x="251605" y="0"/>
                  <a:pt x="561975" y="0"/>
                </a:cubicBez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20" name="Freeform: Shape 19">
            <a:extLst>
              <a:ext uri="{FF2B5EF4-FFF2-40B4-BE49-F238E27FC236}">
                <a16:creationId xmlns:a16="http://schemas.microsoft.com/office/drawing/2014/main" id="{8F73199D-15C0-5009-084E-702074F044D2}"/>
              </a:ext>
              <a:ext uri="{C183D7F6-B498-43B3-948B-1728B52AA6E4}">
                <adec:decorative xmlns:adec="http://schemas.microsoft.com/office/drawing/2017/decorative" val="1"/>
              </a:ext>
            </a:extLst>
          </p:cNvPr>
          <p:cNvSpPr/>
          <p:nvPr userDrawn="1"/>
        </p:nvSpPr>
        <p:spPr>
          <a:xfrm flipH="1">
            <a:off x="0" y="6003177"/>
            <a:ext cx="427411" cy="854823"/>
          </a:xfrm>
          <a:custGeom>
            <a:avLst/>
            <a:gdLst>
              <a:gd name="connsiteX0" fmla="*/ 561975 w 561975"/>
              <a:gd name="connsiteY0" fmla="*/ 0 h 1123950"/>
              <a:gd name="connsiteX1" fmla="*/ 561975 w 561975"/>
              <a:gd name="connsiteY1" fmla="*/ 1123950 h 1123950"/>
              <a:gd name="connsiteX2" fmla="*/ 0 w 561975"/>
              <a:gd name="connsiteY2" fmla="*/ 561975 h 1123950"/>
              <a:gd name="connsiteX3" fmla="*/ 561975 w 561975"/>
              <a:gd name="connsiteY3" fmla="*/ 0 h 1123950"/>
            </a:gdLst>
            <a:ahLst/>
            <a:cxnLst>
              <a:cxn ang="0">
                <a:pos x="connsiteX0" y="connsiteY0"/>
              </a:cxn>
              <a:cxn ang="0">
                <a:pos x="connsiteX1" y="connsiteY1"/>
              </a:cxn>
              <a:cxn ang="0">
                <a:pos x="connsiteX2" y="connsiteY2"/>
              </a:cxn>
              <a:cxn ang="0">
                <a:pos x="connsiteX3" y="connsiteY3"/>
              </a:cxn>
            </a:cxnLst>
            <a:rect l="l" t="t" r="r" b="b"/>
            <a:pathLst>
              <a:path w="561975" h="1123950">
                <a:moveTo>
                  <a:pt x="561975" y="0"/>
                </a:moveTo>
                <a:lnTo>
                  <a:pt x="561975" y="1123950"/>
                </a:lnTo>
                <a:cubicBezTo>
                  <a:pt x="251605" y="1123950"/>
                  <a:pt x="0" y="872345"/>
                  <a:pt x="0" y="561975"/>
                </a:cubicBezTo>
                <a:cubicBezTo>
                  <a:pt x="0" y="251605"/>
                  <a:pt x="251605" y="0"/>
                  <a:pt x="561975" y="0"/>
                </a:cubicBez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9" name="Freeform: Shape 18">
            <a:extLst>
              <a:ext uri="{FF2B5EF4-FFF2-40B4-BE49-F238E27FC236}">
                <a16:creationId xmlns:a16="http://schemas.microsoft.com/office/drawing/2014/main" id="{0B3DC668-E35A-3B70-A10C-247B5A01BBB4}"/>
              </a:ext>
              <a:ext uri="{C183D7F6-B498-43B3-948B-1728B52AA6E4}">
                <adec:decorative xmlns:adec="http://schemas.microsoft.com/office/drawing/2017/decorative" val="1"/>
              </a:ext>
            </a:extLst>
          </p:cNvPr>
          <p:cNvSpPr/>
          <p:nvPr userDrawn="1"/>
        </p:nvSpPr>
        <p:spPr>
          <a:xfrm flipH="1">
            <a:off x="478123" y="6003177"/>
            <a:ext cx="427411" cy="854823"/>
          </a:xfrm>
          <a:custGeom>
            <a:avLst/>
            <a:gdLst>
              <a:gd name="connsiteX0" fmla="*/ 561975 w 561975"/>
              <a:gd name="connsiteY0" fmla="*/ 0 h 1123950"/>
              <a:gd name="connsiteX1" fmla="*/ 561975 w 561975"/>
              <a:gd name="connsiteY1" fmla="*/ 1123950 h 1123950"/>
              <a:gd name="connsiteX2" fmla="*/ 0 w 561975"/>
              <a:gd name="connsiteY2" fmla="*/ 561975 h 1123950"/>
              <a:gd name="connsiteX3" fmla="*/ 561975 w 561975"/>
              <a:gd name="connsiteY3" fmla="*/ 0 h 1123950"/>
            </a:gdLst>
            <a:ahLst/>
            <a:cxnLst>
              <a:cxn ang="0">
                <a:pos x="connsiteX0" y="connsiteY0"/>
              </a:cxn>
              <a:cxn ang="0">
                <a:pos x="connsiteX1" y="connsiteY1"/>
              </a:cxn>
              <a:cxn ang="0">
                <a:pos x="connsiteX2" y="connsiteY2"/>
              </a:cxn>
              <a:cxn ang="0">
                <a:pos x="connsiteX3" y="connsiteY3"/>
              </a:cxn>
            </a:cxnLst>
            <a:rect l="l" t="t" r="r" b="b"/>
            <a:pathLst>
              <a:path w="561975" h="1123950">
                <a:moveTo>
                  <a:pt x="561975" y="0"/>
                </a:moveTo>
                <a:lnTo>
                  <a:pt x="561975" y="1123950"/>
                </a:lnTo>
                <a:cubicBezTo>
                  <a:pt x="251605" y="1123950"/>
                  <a:pt x="0" y="872345"/>
                  <a:pt x="0" y="561975"/>
                </a:cubicBezTo>
                <a:cubicBezTo>
                  <a:pt x="0" y="251605"/>
                  <a:pt x="251605" y="0"/>
                  <a:pt x="561975" y="0"/>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Tree>
    <p:extLst>
      <p:ext uri="{BB962C8B-B14F-4D97-AF65-F5344CB8AC3E}">
        <p14:creationId xmlns:p14="http://schemas.microsoft.com/office/powerpoint/2010/main" val="292414395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Agenda 2">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5CAAAA72-0635-9135-A730-ECC45A439709}"/>
              </a:ext>
            </a:extLst>
          </p:cNvPr>
          <p:cNvSpPr>
            <a:spLocks noGrp="1"/>
          </p:cNvSpPr>
          <p:nvPr>
            <p:ph type="title" hasCustomPrompt="1"/>
          </p:nvPr>
        </p:nvSpPr>
        <p:spPr>
          <a:xfrm>
            <a:off x="844000" y="886783"/>
            <a:ext cx="10504000" cy="1132258"/>
          </a:xfrm>
        </p:spPr>
        <p:txBody>
          <a:bodyPr anchor="ctr">
            <a:noAutofit/>
          </a:bodyPr>
          <a:lstStyle>
            <a:lvl1pPr algn="ctr">
              <a:defRPr sz="3600"/>
            </a:lvl1pPr>
          </a:lstStyle>
          <a:p>
            <a:r>
              <a:rPr lang="en-US" dirty="0"/>
              <a:t>Click to edit Master title style</a:t>
            </a:r>
          </a:p>
        </p:txBody>
      </p:sp>
      <p:sp>
        <p:nvSpPr>
          <p:cNvPr id="23" name="Content Placeholder 22">
            <a:extLst>
              <a:ext uri="{FF2B5EF4-FFF2-40B4-BE49-F238E27FC236}">
                <a16:creationId xmlns:a16="http://schemas.microsoft.com/office/drawing/2014/main" id="{86F79B09-7D88-8381-B406-AFD71843F9C1}"/>
              </a:ext>
            </a:extLst>
          </p:cNvPr>
          <p:cNvSpPr>
            <a:spLocks noGrp="1"/>
          </p:cNvSpPr>
          <p:nvPr>
            <p:ph sz="quarter" idx="13"/>
          </p:nvPr>
        </p:nvSpPr>
        <p:spPr>
          <a:xfrm>
            <a:off x="844000" y="2197099"/>
            <a:ext cx="10504000" cy="3774117"/>
          </a:xfrm>
        </p:spPr>
        <p:txBody>
          <a:bodyPr>
            <a:normAutofit/>
          </a:bodyPr>
          <a:lstStyle>
            <a:lvl1pPr marL="0" indent="0">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9" name="Date Placeholder 3">
            <a:extLst>
              <a:ext uri="{FF2B5EF4-FFF2-40B4-BE49-F238E27FC236}">
                <a16:creationId xmlns:a16="http://schemas.microsoft.com/office/drawing/2014/main" id="{35D5E2D8-F574-39FC-A2DB-A1AE4B966622}"/>
              </a:ext>
            </a:extLst>
          </p:cNvPr>
          <p:cNvSpPr>
            <a:spLocks noGrp="1"/>
          </p:cNvSpPr>
          <p:nvPr>
            <p:ph type="dt" sz="half" idx="10"/>
          </p:nvPr>
        </p:nvSpPr>
        <p:spPr>
          <a:xfrm>
            <a:off x="1174751" y="6400800"/>
            <a:ext cx="2743200" cy="266700"/>
          </a:xfrm>
        </p:spPr>
        <p:txBody>
          <a:bodyPr/>
          <a:lstStyle/>
          <a:p>
            <a:r>
              <a:rPr lang="en-US" altLang="zh-CN" dirty="0"/>
              <a:t>03/12/2025</a:t>
            </a:r>
            <a:fld id="{FD138C57-8E3B-4697-92F8-0ED9B71F7E17}" type="datetime1">
              <a:rPr lang="en-US" smtClean="0"/>
              <a:t>3/5/2026</a:t>
            </a:fld>
            <a:endParaRPr lang="en-US"/>
          </a:p>
        </p:txBody>
      </p:sp>
      <p:sp>
        <p:nvSpPr>
          <p:cNvPr id="8" name="Footer Placeholder 4">
            <a:extLst>
              <a:ext uri="{FF2B5EF4-FFF2-40B4-BE49-F238E27FC236}">
                <a16:creationId xmlns:a16="http://schemas.microsoft.com/office/drawing/2014/main" id="{B791D491-74AF-1110-DE2A-F94B0F8C0981}"/>
              </a:ext>
            </a:extLst>
          </p:cNvPr>
          <p:cNvSpPr>
            <a:spLocks noGrp="1"/>
          </p:cNvSpPr>
          <p:nvPr>
            <p:ph type="ftr" sz="quarter" idx="11"/>
          </p:nvPr>
        </p:nvSpPr>
        <p:spPr>
          <a:xfrm>
            <a:off x="4267200" y="6400800"/>
            <a:ext cx="3657600" cy="266700"/>
          </a:xfrm>
        </p:spPr>
        <p:txBody>
          <a:bodyPr/>
          <a:lstStyle>
            <a:lvl1pPr algn="ctr">
              <a:defRPr/>
            </a:lvl1pPr>
          </a:lstStyle>
          <a:p>
            <a:r>
              <a:rPr lang="en-US"/>
              <a:t>Sample Footer Text</a:t>
            </a:r>
          </a:p>
        </p:txBody>
      </p:sp>
      <p:sp>
        <p:nvSpPr>
          <p:cNvPr id="6" name="Slide Number Placeholder 5">
            <a:extLst>
              <a:ext uri="{FF2B5EF4-FFF2-40B4-BE49-F238E27FC236}">
                <a16:creationId xmlns:a16="http://schemas.microsoft.com/office/drawing/2014/main" id="{0E0578B1-7D93-F923-4A39-FF6F2B37E343}"/>
              </a:ext>
            </a:extLst>
          </p:cNvPr>
          <p:cNvSpPr>
            <a:spLocks noGrp="1"/>
          </p:cNvSpPr>
          <p:nvPr>
            <p:ph type="sldNum" sz="quarter" idx="12"/>
          </p:nvPr>
        </p:nvSpPr>
        <p:spPr>
          <a:xfrm>
            <a:off x="8274049" y="6400800"/>
            <a:ext cx="3241675" cy="266700"/>
          </a:xfrm>
        </p:spPr>
        <p:txBody>
          <a:bodyPr/>
          <a:lstStyle>
            <a:lvl1pPr algn="r">
              <a:defRPr/>
            </a:lvl1pPr>
          </a:lstStyle>
          <a:p>
            <a:fld id="{CC057153-B650-4DEB-B370-79DDCFDCE934}" type="slidenum">
              <a:rPr lang="en-US" smtClean="0"/>
              <a:pPr/>
              <a:t>‹#›</a:t>
            </a:fld>
            <a:endParaRPr lang="en-US"/>
          </a:p>
        </p:txBody>
      </p:sp>
      <p:sp>
        <p:nvSpPr>
          <p:cNvPr id="17" name="Freeform: Shape 16">
            <a:extLst>
              <a:ext uri="{FF2B5EF4-FFF2-40B4-BE49-F238E27FC236}">
                <a16:creationId xmlns:a16="http://schemas.microsoft.com/office/drawing/2014/main" id="{53E59676-000B-23C4-A79E-6F7EF618E4F9}"/>
              </a:ext>
              <a:ext uri="{C183D7F6-B498-43B3-948B-1728B52AA6E4}">
                <adec:decorative xmlns:adec="http://schemas.microsoft.com/office/drawing/2017/decorative" val="1"/>
              </a:ext>
            </a:extLst>
          </p:cNvPr>
          <p:cNvSpPr/>
          <p:nvPr userDrawn="1"/>
        </p:nvSpPr>
        <p:spPr>
          <a:xfrm>
            <a:off x="11286467" y="0"/>
            <a:ext cx="427411" cy="854823"/>
          </a:xfrm>
          <a:custGeom>
            <a:avLst/>
            <a:gdLst>
              <a:gd name="connsiteX0" fmla="*/ 561975 w 561975"/>
              <a:gd name="connsiteY0" fmla="*/ 0 h 1123950"/>
              <a:gd name="connsiteX1" fmla="*/ 561975 w 561975"/>
              <a:gd name="connsiteY1" fmla="*/ 1123950 h 1123950"/>
              <a:gd name="connsiteX2" fmla="*/ 0 w 561975"/>
              <a:gd name="connsiteY2" fmla="*/ 561975 h 1123950"/>
              <a:gd name="connsiteX3" fmla="*/ 561975 w 561975"/>
              <a:gd name="connsiteY3" fmla="*/ 0 h 1123950"/>
            </a:gdLst>
            <a:ahLst/>
            <a:cxnLst>
              <a:cxn ang="0">
                <a:pos x="connsiteX0" y="connsiteY0"/>
              </a:cxn>
              <a:cxn ang="0">
                <a:pos x="connsiteX1" y="connsiteY1"/>
              </a:cxn>
              <a:cxn ang="0">
                <a:pos x="connsiteX2" y="connsiteY2"/>
              </a:cxn>
              <a:cxn ang="0">
                <a:pos x="connsiteX3" y="connsiteY3"/>
              </a:cxn>
            </a:cxnLst>
            <a:rect l="l" t="t" r="r" b="b"/>
            <a:pathLst>
              <a:path w="561975" h="1123950">
                <a:moveTo>
                  <a:pt x="561975" y="0"/>
                </a:moveTo>
                <a:lnTo>
                  <a:pt x="561975" y="1123950"/>
                </a:lnTo>
                <a:cubicBezTo>
                  <a:pt x="251605" y="1123950"/>
                  <a:pt x="0" y="872345"/>
                  <a:pt x="0" y="561975"/>
                </a:cubicBezTo>
                <a:cubicBezTo>
                  <a:pt x="0" y="251605"/>
                  <a:pt x="251605" y="0"/>
                  <a:pt x="561975" y="0"/>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8" name="Freeform: Shape 17">
            <a:extLst>
              <a:ext uri="{FF2B5EF4-FFF2-40B4-BE49-F238E27FC236}">
                <a16:creationId xmlns:a16="http://schemas.microsoft.com/office/drawing/2014/main" id="{1D8FF8B4-211F-D599-8942-4CEA19F21D3F}"/>
              </a:ext>
              <a:ext uri="{C183D7F6-B498-43B3-948B-1728B52AA6E4}">
                <adec:decorative xmlns:adec="http://schemas.microsoft.com/office/drawing/2017/decorative" val="1"/>
              </a:ext>
            </a:extLst>
          </p:cNvPr>
          <p:cNvSpPr/>
          <p:nvPr userDrawn="1"/>
        </p:nvSpPr>
        <p:spPr>
          <a:xfrm>
            <a:off x="11764589" y="0"/>
            <a:ext cx="427411" cy="854823"/>
          </a:xfrm>
          <a:custGeom>
            <a:avLst/>
            <a:gdLst>
              <a:gd name="connsiteX0" fmla="*/ 561975 w 561975"/>
              <a:gd name="connsiteY0" fmla="*/ 0 h 1123950"/>
              <a:gd name="connsiteX1" fmla="*/ 561975 w 561975"/>
              <a:gd name="connsiteY1" fmla="*/ 1123950 h 1123950"/>
              <a:gd name="connsiteX2" fmla="*/ 0 w 561975"/>
              <a:gd name="connsiteY2" fmla="*/ 561975 h 1123950"/>
              <a:gd name="connsiteX3" fmla="*/ 561975 w 561975"/>
              <a:gd name="connsiteY3" fmla="*/ 0 h 1123950"/>
            </a:gdLst>
            <a:ahLst/>
            <a:cxnLst>
              <a:cxn ang="0">
                <a:pos x="connsiteX0" y="connsiteY0"/>
              </a:cxn>
              <a:cxn ang="0">
                <a:pos x="connsiteX1" y="connsiteY1"/>
              </a:cxn>
              <a:cxn ang="0">
                <a:pos x="connsiteX2" y="connsiteY2"/>
              </a:cxn>
              <a:cxn ang="0">
                <a:pos x="connsiteX3" y="connsiteY3"/>
              </a:cxn>
            </a:cxnLst>
            <a:rect l="l" t="t" r="r" b="b"/>
            <a:pathLst>
              <a:path w="561975" h="1123950">
                <a:moveTo>
                  <a:pt x="561975" y="0"/>
                </a:moveTo>
                <a:lnTo>
                  <a:pt x="561975" y="1123950"/>
                </a:lnTo>
                <a:cubicBezTo>
                  <a:pt x="251605" y="1123950"/>
                  <a:pt x="0" y="872345"/>
                  <a:pt x="0" y="561975"/>
                </a:cubicBezTo>
                <a:cubicBezTo>
                  <a:pt x="0" y="251605"/>
                  <a:pt x="251605" y="0"/>
                  <a:pt x="561975" y="0"/>
                </a:cubicBez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20" name="Freeform: Shape 19">
            <a:extLst>
              <a:ext uri="{FF2B5EF4-FFF2-40B4-BE49-F238E27FC236}">
                <a16:creationId xmlns:a16="http://schemas.microsoft.com/office/drawing/2014/main" id="{8F73199D-15C0-5009-084E-702074F044D2}"/>
              </a:ext>
              <a:ext uri="{C183D7F6-B498-43B3-948B-1728B52AA6E4}">
                <adec:decorative xmlns:adec="http://schemas.microsoft.com/office/drawing/2017/decorative" val="1"/>
              </a:ext>
            </a:extLst>
          </p:cNvPr>
          <p:cNvSpPr/>
          <p:nvPr userDrawn="1"/>
        </p:nvSpPr>
        <p:spPr>
          <a:xfrm flipH="1">
            <a:off x="0" y="6003177"/>
            <a:ext cx="427411" cy="854823"/>
          </a:xfrm>
          <a:custGeom>
            <a:avLst/>
            <a:gdLst>
              <a:gd name="connsiteX0" fmla="*/ 561975 w 561975"/>
              <a:gd name="connsiteY0" fmla="*/ 0 h 1123950"/>
              <a:gd name="connsiteX1" fmla="*/ 561975 w 561975"/>
              <a:gd name="connsiteY1" fmla="*/ 1123950 h 1123950"/>
              <a:gd name="connsiteX2" fmla="*/ 0 w 561975"/>
              <a:gd name="connsiteY2" fmla="*/ 561975 h 1123950"/>
              <a:gd name="connsiteX3" fmla="*/ 561975 w 561975"/>
              <a:gd name="connsiteY3" fmla="*/ 0 h 1123950"/>
            </a:gdLst>
            <a:ahLst/>
            <a:cxnLst>
              <a:cxn ang="0">
                <a:pos x="connsiteX0" y="connsiteY0"/>
              </a:cxn>
              <a:cxn ang="0">
                <a:pos x="connsiteX1" y="connsiteY1"/>
              </a:cxn>
              <a:cxn ang="0">
                <a:pos x="connsiteX2" y="connsiteY2"/>
              </a:cxn>
              <a:cxn ang="0">
                <a:pos x="connsiteX3" y="connsiteY3"/>
              </a:cxn>
            </a:cxnLst>
            <a:rect l="l" t="t" r="r" b="b"/>
            <a:pathLst>
              <a:path w="561975" h="1123950">
                <a:moveTo>
                  <a:pt x="561975" y="0"/>
                </a:moveTo>
                <a:lnTo>
                  <a:pt x="561975" y="1123950"/>
                </a:lnTo>
                <a:cubicBezTo>
                  <a:pt x="251605" y="1123950"/>
                  <a:pt x="0" y="872345"/>
                  <a:pt x="0" y="561975"/>
                </a:cubicBezTo>
                <a:cubicBezTo>
                  <a:pt x="0" y="251605"/>
                  <a:pt x="251605" y="0"/>
                  <a:pt x="561975" y="0"/>
                </a:cubicBez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9" name="Freeform: Shape 18">
            <a:extLst>
              <a:ext uri="{FF2B5EF4-FFF2-40B4-BE49-F238E27FC236}">
                <a16:creationId xmlns:a16="http://schemas.microsoft.com/office/drawing/2014/main" id="{0B3DC668-E35A-3B70-A10C-247B5A01BBB4}"/>
              </a:ext>
              <a:ext uri="{C183D7F6-B498-43B3-948B-1728B52AA6E4}">
                <adec:decorative xmlns:adec="http://schemas.microsoft.com/office/drawing/2017/decorative" val="1"/>
              </a:ext>
            </a:extLst>
          </p:cNvPr>
          <p:cNvSpPr/>
          <p:nvPr userDrawn="1"/>
        </p:nvSpPr>
        <p:spPr>
          <a:xfrm flipH="1">
            <a:off x="478123" y="6003177"/>
            <a:ext cx="427411" cy="854823"/>
          </a:xfrm>
          <a:custGeom>
            <a:avLst/>
            <a:gdLst>
              <a:gd name="connsiteX0" fmla="*/ 561975 w 561975"/>
              <a:gd name="connsiteY0" fmla="*/ 0 h 1123950"/>
              <a:gd name="connsiteX1" fmla="*/ 561975 w 561975"/>
              <a:gd name="connsiteY1" fmla="*/ 1123950 h 1123950"/>
              <a:gd name="connsiteX2" fmla="*/ 0 w 561975"/>
              <a:gd name="connsiteY2" fmla="*/ 561975 h 1123950"/>
              <a:gd name="connsiteX3" fmla="*/ 561975 w 561975"/>
              <a:gd name="connsiteY3" fmla="*/ 0 h 1123950"/>
            </a:gdLst>
            <a:ahLst/>
            <a:cxnLst>
              <a:cxn ang="0">
                <a:pos x="connsiteX0" y="connsiteY0"/>
              </a:cxn>
              <a:cxn ang="0">
                <a:pos x="connsiteX1" y="connsiteY1"/>
              </a:cxn>
              <a:cxn ang="0">
                <a:pos x="connsiteX2" y="connsiteY2"/>
              </a:cxn>
              <a:cxn ang="0">
                <a:pos x="connsiteX3" y="connsiteY3"/>
              </a:cxn>
            </a:cxnLst>
            <a:rect l="l" t="t" r="r" b="b"/>
            <a:pathLst>
              <a:path w="561975" h="1123950">
                <a:moveTo>
                  <a:pt x="561975" y="0"/>
                </a:moveTo>
                <a:lnTo>
                  <a:pt x="561975" y="1123950"/>
                </a:lnTo>
                <a:cubicBezTo>
                  <a:pt x="251605" y="1123950"/>
                  <a:pt x="0" y="872345"/>
                  <a:pt x="0" y="561975"/>
                </a:cubicBezTo>
                <a:cubicBezTo>
                  <a:pt x="0" y="251605"/>
                  <a:pt x="251605" y="0"/>
                  <a:pt x="561975" y="0"/>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Tree>
    <p:extLst>
      <p:ext uri="{BB962C8B-B14F-4D97-AF65-F5344CB8AC3E}">
        <p14:creationId xmlns:p14="http://schemas.microsoft.com/office/powerpoint/2010/main" val="117135450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Content 1 (Max)">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D323949A-41F3-9274-96B9-AE55D20E747F}"/>
              </a:ext>
            </a:extLst>
          </p:cNvPr>
          <p:cNvSpPr>
            <a:spLocks noGrp="1"/>
          </p:cNvSpPr>
          <p:nvPr>
            <p:ph type="title"/>
          </p:nvPr>
        </p:nvSpPr>
        <p:spPr>
          <a:xfrm>
            <a:off x="844001" y="831919"/>
            <a:ext cx="10504000" cy="528186"/>
          </a:xfrm>
        </p:spPr>
        <p:txBody>
          <a:bodyPr anchor="ctr">
            <a:normAutofit/>
          </a:bodyPr>
          <a:lstStyle>
            <a:lvl1pPr>
              <a:defRPr sz="2400"/>
            </a:lvl1pPr>
          </a:lstStyle>
          <a:p>
            <a:r>
              <a:rPr lang="en-US"/>
              <a:t>Click to edit Master title style</a:t>
            </a:r>
          </a:p>
        </p:txBody>
      </p:sp>
      <p:sp>
        <p:nvSpPr>
          <p:cNvPr id="6" name="Content Placeholder 2">
            <a:extLst>
              <a:ext uri="{FF2B5EF4-FFF2-40B4-BE49-F238E27FC236}">
                <a16:creationId xmlns:a16="http://schemas.microsoft.com/office/drawing/2014/main" id="{6A73CEA9-5FE2-4144-7BCF-29CF17143BAB}"/>
              </a:ext>
            </a:extLst>
          </p:cNvPr>
          <p:cNvSpPr>
            <a:spLocks noGrp="1"/>
          </p:cNvSpPr>
          <p:nvPr>
            <p:ph idx="1"/>
          </p:nvPr>
        </p:nvSpPr>
        <p:spPr>
          <a:xfrm>
            <a:off x="844000" y="1474839"/>
            <a:ext cx="10504000" cy="4551241"/>
          </a:xfrm>
        </p:spPr>
        <p:txBody>
          <a:bodyPr>
            <a:normAutofit/>
          </a:bodyPr>
          <a:lstStyle>
            <a:lvl1pPr marL="0" indent="0">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F4013246-8EC0-8C70-3F45-8768D7C5F7C9}"/>
              </a:ext>
            </a:extLst>
          </p:cNvPr>
          <p:cNvSpPr>
            <a:spLocks noGrp="1"/>
          </p:cNvSpPr>
          <p:nvPr>
            <p:ph type="dt" sz="half" idx="13"/>
          </p:nvPr>
        </p:nvSpPr>
        <p:spPr>
          <a:xfrm>
            <a:off x="1174751" y="6400800"/>
            <a:ext cx="2743200" cy="266700"/>
          </a:xfrm>
        </p:spPr>
        <p:txBody>
          <a:bodyPr lIns="0" tIns="0" rIns="0" bIns="0"/>
          <a:lstStyle>
            <a:lvl1pPr>
              <a:defRPr>
                <a:solidFill>
                  <a:schemeClr val="tx1"/>
                </a:solidFill>
              </a:defRPr>
            </a:lvl1pPr>
          </a:lstStyle>
          <a:p>
            <a:r>
              <a:rPr lang="en-US" altLang="zh-CN" dirty="0"/>
              <a:t>03/12/2025</a:t>
            </a:r>
            <a:fld id="{FD138C57-8E3B-4697-92F8-0ED9B71F7E17}" type="datetime1">
              <a:rPr lang="en-US" smtClean="0"/>
              <a:pPr/>
              <a:t>3/5/2026</a:t>
            </a:fld>
            <a:endParaRPr lang="en-US"/>
          </a:p>
        </p:txBody>
      </p:sp>
      <p:sp>
        <p:nvSpPr>
          <p:cNvPr id="9" name="Footer Placeholder 4">
            <a:extLst>
              <a:ext uri="{FF2B5EF4-FFF2-40B4-BE49-F238E27FC236}">
                <a16:creationId xmlns:a16="http://schemas.microsoft.com/office/drawing/2014/main" id="{3650C69B-A152-BD06-9047-9F7118B5F50D}"/>
              </a:ext>
            </a:extLst>
          </p:cNvPr>
          <p:cNvSpPr>
            <a:spLocks noGrp="1"/>
          </p:cNvSpPr>
          <p:nvPr>
            <p:ph type="ftr" sz="quarter" idx="11"/>
          </p:nvPr>
        </p:nvSpPr>
        <p:spPr>
          <a:xfrm>
            <a:off x="4267200" y="6400800"/>
            <a:ext cx="3657600" cy="266700"/>
          </a:xfrm>
        </p:spPr>
        <p:txBody>
          <a:bodyPr/>
          <a:lstStyle>
            <a:lvl1pPr algn="ctr">
              <a:defRPr/>
            </a:lvl1pPr>
          </a:lstStyle>
          <a:p>
            <a:r>
              <a:rPr lang="en-US"/>
              <a:t>Sample Footer Text</a:t>
            </a:r>
          </a:p>
        </p:txBody>
      </p:sp>
      <p:sp>
        <p:nvSpPr>
          <p:cNvPr id="8" name="Slide Number Placeholder 5">
            <a:extLst>
              <a:ext uri="{FF2B5EF4-FFF2-40B4-BE49-F238E27FC236}">
                <a16:creationId xmlns:a16="http://schemas.microsoft.com/office/drawing/2014/main" id="{27912CA5-005B-5D63-2624-E78C51C2E014}"/>
              </a:ext>
            </a:extLst>
          </p:cNvPr>
          <p:cNvSpPr>
            <a:spLocks noGrp="1"/>
          </p:cNvSpPr>
          <p:nvPr>
            <p:ph type="sldNum" sz="quarter" idx="12"/>
          </p:nvPr>
        </p:nvSpPr>
        <p:spPr>
          <a:xfrm>
            <a:off x="8274049" y="6400800"/>
            <a:ext cx="3241675" cy="266700"/>
          </a:xfrm>
        </p:spPr>
        <p:txBody>
          <a:bodyPr/>
          <a:lstStyle>
            <a:lvl1pPr algn="r">
              <a:defRPr/>
            </a:lvl1pPr>
          </a:lstStyle>
          <a:p>
            <a:fld id="{CC057153-B650-4DEB-B370-79DDCFDCE934}" type="slidenum">
              <a:rPr lang="en-US" smtClean="0"/>
              <a:pPr/>
              <a:t>‹#›</a:t>
            </a:fld>
            <a:endParaRPr lang="en-US"/>
          </a:p>
        </p:txBody>
      </p:sp>
      <p:sp>
        <p:nvSpPr>
          <p:cNvPr id="19" name="Freeform: Shape 59">
            <a:extLst>
              <a:ext uri="{FF2B5EF4-FFF2-40B4-BE49-F238E27FC236}">
                <a16:creationId xmlns:a16="http://schemas.microsoft.com/office/drawing/2014/main" id="{693E4553-C52A-1094-51E7-50535E76976F}"/>
              </a:ext>
              <a:ext uri="{C183D7F6-B498-43B3-948B-1728B52AA6E4}">
                <adec:decorative xmlns:adec="http://schemas.microsoft.com/office/drawing/2017/decorative" val="1"/>
              </a:ext>
            </a:extLst>
          </p:cNvPr>
          <p:cNvSpPr/>
          <p:nvPr userDrawn="1"/>
        </p:nvSpPr>
        <p:spPr>
          <a:xfrm flipH="1">
            <a:off x="10886461" y="0"/>
            <a:ext cx="652769" cy="654548"/>
          </a:xfrm>
          <a:custGeom>
            <a:avLst/>
            <a:gdLst>
              <a:gd name="connsiteX0" fmla="*/ 1497298 w 1497298"/>
              <a:gd name="connsiteY0" fmla="*/ 0 h 1457281"/>
              <a:gd name="connsiteX1" fmla="*/ 0 w 1497298"/>
              <a:gd name="connsiteY1" fmla="*/ 0 h 1457281"/>
              <a:gd name="connsiteX2" fmla="*/ 0 w 1497298"/>
              <a:gd name="connsiteY2" fmla="*/ 1457281 h 1457281"/>
            </a:gdLst>
            <a:ahLst/>
            <a:cxnLst>
              <a:cxn ang="0">
                <a:pos x="connsiteX0" y="connsiteY0"/>
              </a:cxn>
              <a:cxn ang="0">
                <a:pos x="connsiteX1" y="connsiteY1"/>
              </a:cxn>
              <a:cxn ang="0">
                <a:pos x="connsiteX2" y="connsiteY2"/>
              </a:cxn>
            </a:cxnLst>
            <a:rect l="l" t="t" r="r" b="b"/>
            <a:pathLst>
              <a:path w="1497298" h="1457281">
                <a:moveTo>
                  <a:pt x="1497298" y="0"/>
                </a:moveTo>
                <a:lnTo>
                  <a:pt x="0" y="0"/>
                </a:lnTo>
                <a:lnTo>
                  <a:pt x="0" y="1457281"/>
                </a:lnTo>
                <a:close/>
              </a:path>
            </a:pathLst>
          </a:custGeom>
          <a:solidFill>
            <a:schemeClr val="accent3"/>
          </a:solidFill>
          <a:ln w="9525" cap="flat">
            <a:noFill/>
            <a:prstDash val="solid"/>
            <a:miter/>
          </a:ln>
        </p:spPr>
        <p:txBody>
          <a:bodyPr rtlCol="0" anchor="ctr"/>
          <a:lstStyle/>
          <a:p>
            <a:pPr lvl="0"/>
            <a:endParaRPr lang="zh-CN" altLang="en-US">
              <a:solidFill>
                <a:schemeClr val="tx1"/>
              </a:solidFill>
            </a:endParaRPr>
          </a:p>
        </p:txBody>
      </p:sp>
      <p:sp>
        <p:nvSpPr>
          <p:cNvPr id="16" name="Rectangle 9">
            <a:extLst>
              <a:ext uri="{FF2B5EF4-FFF2-40B4-BE49-F238E27FC236}">
                <a16:creationId xmlns:a16="http://schemas.microsoft.com/office/drawing/2014/main" id="{19C42F7F-708C-263A-B3B6-00E85FDE08E1}"/>
              </a:ext>
              <a:ext uri="{C183D7F6-B498-43B3-948B-1728B52AA6E4}">
                <adec:decorative xmlns:adec="http://schemas.microsoft.com/office/drawing/2017/decorative" val="1"/>
              </a:ext>
            </a:extLst>
          </p:cNvPr>
          <p:cNvSpPr/>
          <p:nvPr userDrawn="1"/>
        </p:nvSpPr>
        <p:spPr>
          <a:xfrm rot="16200000" flipV="1">
            <a:off x="11538341" y="890"/>
            <a:ext cx="654549" cy="652769"/>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Rectangle 11">
            <a:extLst>
              <a:ext uri="{FF2B5EF4-FFF2-40B4-BE49-F238E27FC236}">
                <a16:creationId xmlns:a16="http://schemas.microsoft.com/office/drawing/2014/main" id="{12D9E626-EA86-5127-0C73-7BCA5CC9705B}"/>
              </a:ext>
              <a:ext uri="{C183D7F6-B498-43B3-948B-1728B52AA6E4}">
                <adec:decorative xmlns:adec="http://schemas.microsoft.com/office/drawing/2017/decorative" val="1"/>
              </a:ext>
            </a:extLst>
          </p:cNvPr>
          <p:cNvSpPr/>
          <p:nvPr userDrawn="1"/>
        </p:nvSpPr>
        <p:spPr>
          <a:xfrm rot="16200000" flipH="1">
            <a:off x="-889" y="6204342"/>
            <a:ext cx="654546" cy="652769"/>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Freeform: Shape 59">
            <a:extLst>
              <a:ext uri="{FF2B5EF4-FFF2-40B4-BE49-F238E27FC236}">
                <a16:creationId xmlns:a16="http://schemas.microsoft.com/office/drawing/2014/main" id="{E36196F9-2EDE-D6C7-C18F-0CA6607F67BB}"/>
              </a:ext>
              <a:ext uri="{C183D7F6-B498-43B3-948B-1728B52AA6E4}">
                <adec:decorative xmlns:adec="http://schemas.microsoft.com/office/drawing/2017/decorative" val="1"/>
              </a:ext>
            </a:extLst>
          </p:cNvPr>
          <p:cNvSpPr/>
          <p:nvPr userDrawn="1"/>
        </p:nvSpPr>
        <p:spPr>
          <a:xfrm flipV="1">
            <a:off x="652769" y="6203452"/>
            <a:ext cx="652769" cy="654548"/>
          </a:xfrm>
          <a:custGeom>
            <a:avLst/>
            <a:gdLst>
              <a:gd name="connsiteX0" fmla="*/ 1497298 w 1497298"/>
              <a:gd name="connsiteY0" fmla="*/ 0 h 1457281"/>
              <a:gd name="connsiteX1" fmla="*/ 0 w 1497298"/>
              <a:gd name="connsiteY1" fmla="*/ 0 h 1457281"/>
              <a:gd name="connsiteX2" fmla="*/ 0 w 1497298"/>
              <a:gd name="connsiteY2" fmla="*/ 1457281 h 1457281"/>
            </a:gdLst>
            <a:ahLst/>
            <a:cxnLst>
              <a:cxn ang="0">
                <a:pos x="connsiteX0" y="connsiteY0"/>
              </a:cxn>
              <a:cxn ang="0">
                <a:pos x="connsiteX1" y="connsiteY1"/>
              </a:cxn>
              <a:cxn ang="0">
                <a:pos x="connsiteX2" y="connsiteY2"/>
              </a:cxn>
            </a:cxnLst>
            <a:rect l="l" t="t" r="r" b="b"/>
            <a:pathLst>
              <a:path w="1497298" h="1457281">
                <a:moveTo>
                  <a:pt x="1497298" y="0"/>
                </a:moveTo>
                <a:lnTo>
                  <a:pt x="0" y="0"/>
                </a:lnTo>
                <a:lnTo>
                  <a:pt x="0" y="1457281"/>
                </a:lnTo>
                <a:close/>
              </a:path>
            </a:pathLst>
          </a:custGeom>
          <a:solidFill>
            <a:schemeClr val="accent3"/>
          </a:solidFill>
          <a:ln w="9525" cap="flat">
            <a:noFill/>
            <a:prstDash val="solid"/>
            <a:miter/>
          </a:ln>
        </p:spPr>
        <p:txBody>
          <a:bodyPr rtlCol="0" anchor="ctr"/>
          <a:lstStyle/>
          <a:p>
            <a:pPr lvl="0"/>
            <a:endParaRPr lang="zh-CN" altLang="en-US">
              <a:solidFill>
                <a:schemeClr val="tx1"/>
              </a:solidFill>
            </a:endParaRPr>
          </a:p>
        </p:txBody>
      </p:sp>
    </p:spTree>
    <p:extLst>
      <p:ext uri="{BB962C8B-B14F-4D97-AF65-F5344CB8AC3E}">
        <p14:creationId xmlns:p14="http://schemas.microsoft.com/office/powerpoint/2010/main" val="4117278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ent Only (Max)">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hasCustomPrompt="1"/>
          </p:nvPr>
        </p:nvSpPr>
        <p:spPr>
          <a:xfrm>
            <a:off x="841248" y="-1424940"/>
            <a:ext cx="10515600" cy="1325880"/>
          </a:xfrm>
        </p:spPr>
        <p:txBody>
          <a:bodyPr anchor="ctr">
            <a:noAutofit/>
          </a:bodyPr>
          <a:lstStyle>
            <a:lvl1pPr>
              <a:defRPr sz="3600"/>
            </a:lvl1pPr>
          </a:lstStyle>
          <a:p>
            <a:r>
              <a:rPr lang="en-US"/>
              <a:t>Click to edit Master title style</a:t>
            </a:r>
          </a:p>
        </p:txBody>
      </p:sp>
      <p:sp>
        <p:nvSpPr>
          <p:cNvPr id="4" name="Content Placeholder 2">
            <a:extLst>
              <a:ext uri="{FF2B5EF4-FFF2-40B4-BE49-F238E27FC236}">
                <a16:creationId xmlns:a16="http://schemas.microsoft.com/office/drawing/2014/main" id="{C40143AB-871B-A40A-4ABF-203E363009E3}"/>
              </a:ext>
            </a:extLst>
          </p:cNvPr>
          <p:cNvSpPr>
            <a:spLocks noGrp="1"/>
          </p:cNvSpPr>
          <p:nvPr>
            <p:ph idx="1"/>
          </p:nvPr>
        </p:nvSpPr>
        <p:spPr>
          <a:xfrm>
            <a:off x="318800" y="313467"/>
            <a:ext cx="11554400" cy="5507002"/>
          </a:xfrm>
        </p:spPr>
        <p:txBody>
          <a:bodyPr>
            <a:normAutofit/>
          </a:bodyPr>
          <a:lstStyle>
            <a:lvl1pPr marL="0" indent="0">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Date Placeholder 3">
            <a:extLst>
              <a:ext uri="{FF2B5EF4-FFF2-40B4-BE49-F238E27FC236}">
                <a16:creationId xmlns:a16="http://schemas.microsoft.com/office/drawing/2014/main" id="{AE213731-C6F5-8BF4-CFFA-DB6F3E7CBA90}"/>
              </a:ext>
            </a:extLst>
          </p:cNvPr>
          <p:cNvSpPr>
            <a:spLocks noGrp="1"/>
          </p:cNvSpPr>
          <p:nvPr>
            <p:ph type="dt" sz="half" idx="10"/>
          </p:nvPr>
        </p:nvSpPr>
        <p:spPr>
          <a:xfrm>
            <a:off x="657225" y="6400800"/>
            <a:ext cx="2743200" cy="266700"/>
          </a:xfrm>
        </p:spPr>
        <p:txBody>
          <a:bodyPr/>
          <a:lstStyle/>
          <a:p>
            <a:r>
              <a:rPr lang="en-US" altLang="zh-CN" dirty="0"/>
              <a:t>03/12/2025</a:t>
            </a:r>
            <a:fld id="{FD138C57-8E3B-4697-92F8-0ED9B71F7E17}" type="datetime1">
              <a:rPr lang="en-US" smtClean="0"/>
              <a:t>3/5/2026</a:t>
            </a:fld>
            <a:endParaRPr lang="en-US"/>
          </a:p>
        </p:txBody>
      </p:sp>
      <p:sp>
        <p:nvSpPr>
          <p:cNvPr id="8" name="Footer Placeholder 4">
            <a:extLst>
              <a:ext uri="{FF2B5EF4-FFF2-40B4-BE49-F238E27FC236}">
                <a16:creationId xmlns:a16="http://schemas.microsoft.com/office/drawing/2014/main" id="{C7518267-D602-CAB2-16AC-CF280D72A512}"/>
              </a:ext>
            </a:extLst>
          </p:cNvPr>
          <p:cNvSpPr>
            <a:spLocks noGrp="1"/>
          </p:cNvSpPr>
          <p:nvPr>
            <p:ph type="ftr" sz="quarter" idx="11"/>
          </p:nvPr>
        </p:nvSpPr>
        <p:spPr>
          <a:xfrm>
            <a:off x="4267200" y="6400800"/>
            <a:ext cx="3657600" cy="266700"/>
          </a:xfrm>
        </p:spPr>
        <p:txBody>
          <a:bodyPr/>
          <a:lstStyle>
            <a:lvl1pPr algn="ctr">
              <a:defRPr/>
            </a:lvl1pPr>
          </a:lstStyle>
          <a:p>
            <a:r>
              <a:rPr lang="en-US"/>
              <a:t>Sample Footer Text</a:t>
            </a:r>
          </a:p>
        </p:txBody>
      </p:sp>
      <p:sp>
        <p:nvSpPr>
          <p:cNvPr id="7" name="Slide Number Placeholder 5">
            <a:extLst>
              <a:ext uri="{FF2B5EF4-FFF2-40B4-BE49-F238E27FC236}">
                <a16:creationId xmlns:a16="http://schemas.microsoft.com/office/drawing/2014/main" id="{356B0E37-DA37-08EC-5352-201C44098E21}"/>
              </a:ext>
            </a:extLst>
          </p:cNvPr>
          <p:cNvSpPr>
            <a:spLocks noGrp="1"/>
          </p:cNvSpPr>
          <p:nvPr>
            <p:ph type="sldNum" sz="quarter" idx="12"/>
          </p:nvPr>
        </p:nvSpPr>
        <p:spPr>
          <a:xfrm>
            <a:off x="8274049" y="6400800"/>
            <a:ext cx="3241675" cy="266700"/>
          </a:xfrm>
        </p:spPr>
        <p:txBody>
          <a:bodyPr/>
          <a:lstStyle>
            <a:lvl1pPr algn="r">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208941509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and Content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hasCustomPrompt="1"/>
          </p:nvPr>
        </p:nvSpPr>
        <p:spPr>
          <a:xfrm>
            <a:off x="2917031" y="977462"/>
            <a:ext cx="6357939" cy="1639640"/>
          </a:xfrm>
        </p:spPr>
        <p:txBody>
          <a:bodyPr lIns="0" tIns="0" rIns="0" bIns="0">
            <a:noAutofit/>
          </a:bodyPr>
          <a:lstStyle>
            <a:lvl1pPr algn="ctr">
              <a:defRPr sz="3600"/>
            </a:lvl1pPr>
          </a:lstStyle>
          <a:p>
            <a:r>
              <a:rPr lang="en-US"/>
              <a:t>Click to edit Master title style</a:t>
            </a:r>
          </a:p>
        </p:txBody>
      </p:sp>
      <p:sp>
        <p:nvSpPr>
          <p:cNvPr id="5" name="Content Placeholder 2">
            <a:extLst>
              <a:ext uri="{FF2B5EF4-FFF2-40B4-BE49-F238E27FC236}">
                <a16:creationId xmlns:a16="http://schemas.microsoft.com/office/drawing/2014/main" id="{80179A78-77A7-2005-19C5-C07E817AB4A8}"/>
              </a:ext>
            </a:extLst>
          </p:cNvPr>
          <p:cNvSpPr>
            <a:spLocks noGrp="1"/>
          </p:cNvSpPr>
          <p:nvPr>
            <p:ph idx="1"/>
          </p:nvPr>
        </p:nvSpPr>
        <p:spPr>
          <a:xfrm>
            <a:off x="2917030" y="3178628"/>
            <a:ext cx="6357939" cy="2847451"/>
          </a:xfrm>
        </p:spPr>
        <p:txBody>
          <a:bodyPr>
            <a:normAutofit/>
          </a:bodyPr>
          <a:lstStyle>
            <a:lvl1pPr marL="0" indent="0" algn="ctr">
              <a:buNone/>
              <a:defRPr sz="1400"/>
            </a:lvl1pPr>
            <a:lvl2pPr marL="457200" indent="0" algn="ctr">
              <a:buNone/>
              <a:defRPr sz="1200"/>
            </a:lvl2pPr>
            <a:lvl3pPr marL="914400" indent="0" algn="ctr">
              <a:buNone/>
              <a:defRPr sz="1100"/>
            </a:lvl3pPr>
            <a:lvl4pPr marL="1371600" indent="0" algn="ctr">
              <a:buNone/>
              <a:defRPr sz="1050"/>
            </a:lvl4pPr>
            <a:lvl5pPr marL="1828800" indent="0" algn="ctr">
              <a:buNone/>
              <a:defRPr sz="105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Date Placeholder 3">
            <a:extLst>
              <a:ext uri="{FF2B5EF4-FFF2-40B4-BE49-F238E27FC236}">
                <a16:creationId xmlns:a16="http://schemas.microsoft.com/office/drawing/2014/main" id="{0D3A9C5A-2E4F-8513-3BB5-484AF6AB01E0}"/>
              </a:ext>
            </a:extLst>
          </p:cNvPr>
          <p:cNvSpPr>
            <a:spLocks noGrp="1"/>
          </p:cNvSpPr>
          <p:nvPr>
            <p:ph type="dt" sz="half" idx="10"/>
          </p:nvPr>
        </p:nvSpPr>
        <p:spPr>
          <a:xfrm>
            <a:off x="657225" y="6400800"/>
            <a:ext cx="2743200" cy="266700"/>
          </a:xfrm>
        </p:spPr>
        <p:txBody>
          <a:bodyPr/>
          <a:lstStyle/>
          <a:p>
            <a:r>
              <a:rPr lang="en-US" altLang="zh-CN" dirty="0"/>
              <a:t>03/12/2025</a:t>
            </a:r>
            <a:fld id="{FD138C57-8E3B-4697-92F8-0ED9B71F7E17}" type="datetime1">
              <a:rPr lang="en-US" smtClean="0"/>
              <a:t>3/5/2026</a:t>
            </a:fld>
            <a:endParaRPr lang="en-US"/>
          </a:p>
        </p:txBody>
      </p:sp>
      <p:sp>
        <p:nvSpPr>
          <p:cNvPr id="8" name="Footer Placeholder 4">
            <a:extLst>
              <a:ext uri="{FF2B5EF4-FFF2-40B4-BE49-F238E27FC236}">
                <a16:creationId xmlns:a16="http://schemas.microsoft.com/office/drawing/2014/main" id="{7271FE74-F4ED-F522-8E6C-987B7D926F97}"/>
              </a:ext>
            </a:extLst>
          </p:cNvPr>
          <p:cNvSpPr>
            <a:spLocks noGrp="1"/>
          </p:cNvSpPr>
          <p:nvPr>
            <p:ph type="ftr" sz="quarter" idx="11"/>
          </p:nvPr>
        </p:nvSpPr>
        <p:spPr>
          <a:xfrm>
            <a:off x="4267200" y="6400800"/>
            <a:ext cx="3657600" cy="266700"/>
          </a:xfrm>
        </p:spPr>
        <p:txBody>
          <a:bodyPr/>
          <a:lstStyle>
            <a:lvl1pPr algn="ctr">
              <a:defRPr/>
            </a:lvl1pPr>
          </a:lstStyle>
          <a:p>
            <a:r>
              <a:rPr lang="en-US"/>
              <a:t>Sample Footer Text</a:t>
            </a:r>
          </a:p>
        </p:txBody>
      </p:sp>
      <p:sp>
        <p:nvSpPr>
          <p:cNvPr id="7" name="Slide Number Placeholder 5">
            <a:extLst>
              <a:ext uri="{FF2B5EF4-FFF2-40B4-BE49-F238E27FC236}">
                <a16:creationId xmlns:a16="http://schemas.microsoft.com/office/drawing/2014/main" id="{364DB04A-B800-A67D-2202-5E3127DEF9FE}"/>
              </a:ext>
            </a:extLst>
          </p:cNvPr>
          <p:cNvSpPr>
            <a:spLocks noGrp="1"/>
          </p:cNvSpPr>
          <p:nvPr>
            <p:ph type="sldNum" sz="quarter" idx="12"/>
          </p:nvPr>
        </p:nvSpPr>
        <p:spPr>
          <a:xfrm>
            <a:off x="8274049" y="6400800"/>
            <a:ext cx="3241675" cy="266700"/>
          </a:xfrm>
        </p:spPr>
        <p:txBody>
          <a:bodyPr/>
          <a:lstStyle>
            <a:lvl1pPr algn="r">
              <a:defRPr/>
            </a:lvl1pPr>
          </a:lstStyle>
          <a:p>
            <a:fld id="{CC057153-B650-4DEB-B370-79DDCFDCE934}" type="slidenum">
              <a:rPr lang="en-US" smtClean="0"/>
              <a:pPr/>
              <a:t>‹#›</a:t>
            </a:fld>
            <a:endParaRPr lang="en-US"/>
          </a:p>
        </p:txBody>
      </p:sp>
      <p:sp>
        <p:nvSpPr>
          <p:cNvPr id="10" name="Rectangle 8">
            <a:extLst>
              <a:ext uri="{FF2B5EF4-FFF2-40B4-BE49-F238E27FC236}">
                <a16:creationId xmlns:a16="http://schemas.microsoft.com/office/drawing/2014/main" id="{78FE1527-C73A-10FD-DC23-1B90C0C209A2}"/>
              </a:ext>
              <a:ext uri="{C183D7F6-B498-43B3-948B-1728B52AA6E4}">
                <adec:decorative xmlns:adec="http://schemas.microsoft.com/office/drawing/2017/decorative" val="1"/>
              </a:ext>
            </a:extLst>
          </p:cNvPr>
          <p:cNvSpPr/>
          <p:nvPr userDrawn="1"/>
        </p:nvSpPr>
        <p:spPr>
          <a:xfrm>
            <a:off x="0" y="-1"/>
            <a:ext cx="594723" cy="1218703"/>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Rectangle 9">
            <a:extLst>
              <a:ext uri="{FF2B5EF4-FFF2-40B4-BE49-F238E27FC236}">
                <a16:creationId xmlns:a16="http://schemas.microsoft.com/office/drawing/2014/main" id="{9606E1E0-F3DA-894A-2D3C-A22A48141AD9}"/>
              </a:ext>
              <a:ext uri="{C183D7F6-B498-43B3-948B-1728B52AA6E4}">
                <adec:decorative xmlns:adec="http://schemas.microsoft.com/office/drawing/2017/decorative" val="1"/>
              </a:ext>
            </a:extLst>
          </p:cNvPr>
          <p:cNvSpPr/>
          <p:nvPr userDrawn="1"/>
        </p:nvSpPr>
        <p:spPr>
          <a:xfrm>
            <a:off x="1" y="1218702"/>
            <a:ext cx="592750" cy="3553424"/>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Rectangle 6">
            <a:extLst>
              <a:ext uri="{FF2B5EF4-FFF2-40B4-BE49-F238E27FC236}">
                <a16:creationId xmlns:a16="http://schemas.microsoft.com/office/drawing/2014/main" id="{D037B66F-8A88-B401-B56A-B1819D1B720F}"/>
              </a:ext>
              <a:ext uri="{C183D7F6-B498-43B3-948B-1728B52AA6E4}">
                <adec:decorative xmlns:adec="http://schemas.microsoft.com/office/drawing/2017/decorative" val="1"/>
              </a:ext>
            </a:extLst>
          </p:cNvPr>
          <p:cNvSpPr/>
          <p:nvPr userDrawn="1"/>
        </p:nvSpPr>
        <p:spPr>
          <a:xfrm>
            <a:off x="0" y="4772126"/>
            <a:ext cx="592750" cy="2085874"/>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Rectangle 6">
            <a:extLst>
              <a:ext uri="{FF2B5EF4-FFF2-40B4-BE49-F238E27FC236}">
                <a16:creationId xmlns:a16="http://schemas.microsoft.com/office/drawing/2014/main" id="{38B4A883-7D2B-B3A4-E71C-97A5282E4501}"/>
              </a:ext>
              <a:ext uri="{C183D7F6-B498-43B3-948B-1728B52AA6E4}">
                <adec:decorative xmlns:adec="http://schemas.microsoft.com/office/drawing/2017/decorative" val="1"/>
              </a:ext>
            </a:extLst>
          </p:cNvPr>
          <p:cNvSpPr/>
          <p:nvPr userDrawn="1"/>
        </p:nvSpPr>
        <p:spPr>
          <a:xfrm flipH="1" flipV="1">
            <a:off x="11606189" y="-1"/>
            <a:ext cx="589758" cy="2076568"/>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Freeform: Shape 59">
            <a:extLst>
              <a:ext uri="{FF2B5EF4-FFF2-40B4-BE49-F238E27FC236}">
                <a16:creationId xmlns:a16="http://schemas.microsoft.com/office/drawing/2014/main" id="{33DD5763-4396-FB3F-84CF-397FE27E14FF}"/>
              </a:ext>
              <a:ext uri="{C183D7F6-B498-43B3-948B-1728B52AA6E4}">
                <adec:decorative xmlns:adec="http://schemas.microsoft.com/office/drawing/2017/decorative" val="1"/>
              </a:ext>
            </a:extLst>
          </p:cNvPr>
          <p:cNvSpPr/>
          <p:nvPr userDrawn="1"/>
        </p:nvSpPr>
        <p:spPr>
          <a:xfrm flipV="1">
            <a:off x="0" y="5880326"/>
            <a:ext cx="592750" cy="977674"/>
          </a:xfrm>
          <a:custGeom>
            <a:avLst/>
            <a:gdLst>
              <a:gd name="connsiteX0" fmla="*/ 1497298 w 1497298"/>
              <a:gd name="connsiteY0" fmla="*/ 0 h 1457281"/>
              <a:gd name="connsiteX1" fmla="*/ 0 w 1497298"/>
              <a:gd name="connsiteY1" fmla="*/ 0 h 1457281"/>
              <a:gd name="connsiteX2" fmla="*/ 0 w 1497298"/>
              <a:gd name="connsiteY2" fmla="*/ 1457281 h 1457281"/>
            </a:gdLst>
            <a:ahLst/>
            <a:cxnLst>
              <a:cxn ang="0">
                <a:pos x="connsiteX0" y="connsiteY0"/>
              </a:cxn>
              <a:cxn ang="0">
                <a:pos x="connsiteX1" y="connsiteY1"/>
              </a:cxn>
              <a:cxn ang="0">
                <a:pos x="connsiteX2" y="connsiteY2"/>
              </a:cxn>
            </a:cxnLst>
            <a:rect l="l" t="t" r="r" b="b"/>
            <a:pathLst>
              <a:path w="1497298" h="1457281">
                <a:moveTo>
                  <a:pt x="1497298" y="0"/>
                </a:moveTo>
                <a:lnTo>
                  <a:pt x="0" y="0"/>
                </a:lnTo>
                <a:lnTo>
                  <a:pt x="0" y="1457281"/>
                </a:lnTo>
                <a:close/>
              </a:path>
            </a:pathLst>
          </a:custGeom>
          <a:solidFill>
            <a:schemeClr val="accent3"/>
          </a:solidFill>
          <a:ln w="9525" cap="flat">
            <a:noFill/>
            <a:prstDash val="solid"/>
            <a:miter/>
          </a:ln>
        </p:spPr>
        <p:txBody>
          <a:bodyPr rtlCol="0" anchor="ctr"/>
          <a:lstStyle/>
          <a:p>
            <a:pPr lvl="0"/>
            <a:endParaRPr lang="zh-CN" altLang="en-US">
              <a:solidFill>
                <a:schemeClr val="tx1"/>
              </a:solidFill>
            </a:endParaRPr>
          </a:p>
        </p:txBody>
      </p:sp>
      <p:sp>
        <p:nvSpPr>
          <p:cNvPr id="15" name="Freeform: Shape 59">
            <a:extLst>
              <a:ext uri="{FF2B5EF4-FFF2-40B4-BE49-F238E27FC236}">
                <a16:creationId xmlns:a16="http://schemas.microsoft.com/office/drawing/2014/main" id="{79FFE37C-246F-C521-201C-7A3929C754A7}"/>
              </a:ext>
              <a:ext uri="{C183D7F6-B498-43B3-948B-1728B52AA6E4}">
                <adec:decorative xmlns:adec="http://schemas.microsoft.com/office/drawing/2017/decorative" val="1"/>
              </a:ext>
            </a:extLst>
          </p:cNvPr>
          <p:cNvSpPr/>
          <p:nvPr userDrawn="1"/>
        </p:nvSpPr>
        <p:spPr>
          <a:xfrm flipH="1">
            <a:off x="11606189" y="0"/>
            <a:ext cx="593702" cy="977674"/>
          </a:xfrm>
          <a:custGeom>
            <a:avLst/>
            <a:gdLst>
              <a:gd name="connsiteX0" fmla="*/ 1497298 w 1497298"/>
              <a:gd name="connsiteY0" fmla="*/ 0 h 1457281"/>
              <a:gd name="connsiteX1" fmla="*/ 0 w 1497298"/>
              <a:gd name="connsiteY1" fmla="*/ 0 h 1457281"/>
              <a:gd name="connsiteX2" fmla="*/ 0 w 1497298"/>
              <a:gd name="connsiteY2" fmla="*/ 1457281 h 1457281"/>
            </a:gdLst>
            <a:ahLst/>
            <a:cxnLst>
              <a:cxn ang="0">
                <a:pos x="connsiteX0" y="connsiteY0"/>
              </a:cxn>
              <a:cxn ang="0">
                <a:pos x="connsiteX1" y="connsiteY1"/>
              </a:cxn>
              <a:cxn ang="0">
                <a:pos x="connsiteX2" y="connsiteY2"/>
              </a:cxn>
            </a:cxnLst>
            <a:rect l="l" t="t" r="r" b="b"/>
            <a:pathLst>
              <a:path w="1497298" h="1457281">
                <a:moveTo>
                  <a:pt x="1497298" y="0"/>
                </a:moveTo>
                <a:lnTo>
                  <a:pt x="0" y="0"/>
                </a:lnTo>
                <a:lnTo>
                  <a:pt x="0" y="1457281"/>
                </a:lnTo>
                <a:close/>
              </a:path>
            </a:pathLst>
          </a:custGeom>
          <a:solidFill>
            <a:schemeClr val="accent3"/>
          </a:solidFill>
          <a:ln w="9525" cap="flat">
            <a:noFill/>
            <a:prstDash val="solid"/>
            <a:miter/>
          </a:ln>
        </p:spPr>
        <p:txBody>
          <a:bodyPr rtlCol="0" anchor="ctr"/>
          <a:lstStyle/>
          <a:p>
            <a:pPr lvl="0"/>
            <a:endParaRPr lang="zh-CN" altLang="en-US">
              <a:solidFill>
                <a:schemeClr val="tx1"/>
              </a:solidFill>
            </a:endParaRPr>
          </a:p>
        </p:txBody>
      </p:sp>
      <p:sp>
        <p:nvSpPr>
          <p:cNvPr id="13" name="Rectangle 9">
            <a:extLst>
              <a:ext uri="{FF2B5EF4-FFF2-40B4-BE49-F238E27FC236}">
                <a16:creationId xmlns:a16="http://schemas.microsoft.com/office/drawing/2014/main" id="{F03D9D30-3DEA-8443-E734-46EB19A66C63}"/>
              </a:ext>
              <a:ext uri="{C183D7F6-B498-43B3-948B-1728B52AA6E4}">
                <adec:decorative xmlns:adec="http://schemas.microsoft.com/office/drawing/2017/decorative" val="1"/>
              </a:ext>
            </a:extLst>
          </p:cNvPr>
          <p:cNvSpPr/>
          <p:nvPr userDrawn="1"/>
        </p:nvSpPr>
        <p:spPr>
          <a:xfrm flipH="1" flipV="1">
            <a:off x="11606192" y="2076566"/>
            <a:ext cx="589753" cy="3557016"/>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Rectangle 8">
            <a:extLst>
              <a:ext uri="{FF2B5EF4-FFF2-40B4-BE49-F238E27FC236}">
                <a16:creationId xmlns:a16="http://schemas.microsoft.com/office/drawing/2014/main" id="{CFF138E9-CABA-E863-0725-2AF946DDF089}"/>
              </a:ext>
              <a:ext uri="{C183D7F6-B498-43B3-948B-1728B52AA6E4}">
                <adec:decorative xmlns:adec="http://schemas.microsoft.com/office/drawing/2017/decorative" val="1"/>
              </a:ext>
            </a:extLst>
          </p:cNvPr>
          <p:cNvSpPr/>
          <p:nvPr userDrawn="1"/>
        </p:nvSpPr>
        <p:spPr>
          <a:xfrm flipH="1" flipV="1">
            <a:off x="11606189" y="5633579"/>
            <a:ext cx="589755" cy="1224419"/>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29192070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Content 2">
    <p:spTree>
      <p:nvGrpSpPr>
        <p:cNvPr id="1" name=""/>
        <p:cNvGrpSpPr/>
        <p:nvPr/>
      </p:nvGrpSpPr>
      <p:grpSpPr>
        <a:xfrm>
          <a:off x="0" y="0"/>
          <a:ext cx="0" cy="0"/>
          <a:chOff x="0" y="0"/>
          <a:chExt cx="0" cy="0"/>
        </a:xfrm>
      </p:grpSpPr>
      <p:sp>
        <p:nvSpPr>
          <p:cNvPr id="29" name="Rectangle 6">
            <a:extLst>
              <a:ext uri="{FF2B5EF4-FFF2-40B4-BE49-F238E27FC236}">
                <a16:creationId xmlns:a16="http://schemas.microsoft.com/office/drawing/2014/main" id="{0BBEF3D7-DB5B-7581-44D1-A96990F4C8D8}"/>
              </a:ext>
              <a:ext uri="{C183D7F6-B498-43B3-948B-1728B52AA6E4}">
                <adec:decorative xmlns:adec="http://schemas.microsoft.com/office/drawing/2017/decorative" val="1"/>
              </a:ext>
            </a:extLst>
          </p:cNvPr>
          <p:cNvSpPr/>
          <p:nvPr userDrawn="1"/>
        </p:nvSpPr>
        <p:spPr>
          <a:xfrm rot="5400000">
            <a:off x="3066943" y="3479693"/>
            <a:ext cx="311361" cy="6445253"/>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30" name="Freeform: Shape 59">
            <a:extLst>
              <a:ext uri="{FF2B5EF4-FFF2-40B4-BE49-F238E27FC236}">
                <a16:creationId xmlns:a16="http://schemas.microsoft.com/office/drawing/2014/main" id="{AA1200B2-C1B6-992C-FCB0-92D95EFEB46F}"/>
              </a:ext>
              <a:ext uri="{C183D7F6-B498-43B3-948B-1728B52AA6E4}">
                <adec:decorative xmlns:adec="http://schemas.microsoft.com/office/drawing/2017/decorative" val="1"/>
              </a:ext>
            </a:extLst>
          </p:cNvPr>
          <p:cNvSpPr/>
          <p:nvPr userDrawn="1"/>
        </p:nvSpPr>
        <p:spPr>
          <a:xfrm rot="5400000" flipV="1">
            <a:off x="72519" y="6473316"/>
            <a:ext cx="312166" cy="457202"/>
          </a:xfrm>
          <a:custGeom>
            <a:avLst/>
            <a:gdLst>
              <a:gd name="connsiteX0" fmla="*/ 1497298 w 1497298"/>
              <a:gd name="connsiteY0" fmla="*/ 0 h 1457281"/>
              <a:gd name="connsiteX1" fmla="*/ 0 w 1497298"/>
              <a:gd name="connsiteY1" fmla="*/ 0 h 1457281"/>
              <a:gd name="connsiteX2" fmla="*/ 0 w 1497298"/>
              <a:gd name="connsiteY2" fmla="*/ 1457281 h 1457281"/>
            </a:gdLst>
            <a:ahLst/>
            <a:cxnLst>
              <a:cxn ang="0">
                <a:pos x="connsiteX0" y="connsiteY0"/>
              </a:cxn>
              <a:cxn ang="0">
                <a:pos x="connsiteX1" y="connsiteY1"/>
              </a:cxn>
              <a:cxn ang="0">
                <a:pos x="connsiteX2" y="connsiteY2"/>
              </a:cxn>
            </a:cxnLst>
            <a:rect l="l" t="t" r="r" b="b"/>
            <a:pathLst>
              <a:path w="1497298" h="1457281">
                <a:moveTo>
                  <a:pt x="1497298" y="0"/>
                </a:moveTo>
                <a:lnTo>
                  <a:pt x="0" y="0"/>
                </a:lnTo>
                <a:lnTo>
                  <a:pt x="0" y="1457281"/>
                </a:lnTo>
                <a:close/>
              </a:path>
            </a:pathLst>
          </a:custGeom>
          <a:solidFill>
            <a:schemeClr val="accent3"/>
          </a:solidFill>
          <a:ln w="9525" cap="flat">
            <a:noFill/>
            <a:prstDash val="solid"/>
            <a:miter/>
          </a:ln>
        </p:spPr>
        <p:txBody>
          <a:bodyPr rtlCol="0" anchor="ctr"/>
          <a:lstStyle/>
          <a:p>
            <a:pPr lvl="0"/>
            <a:endParaRPr lang="zh-CN" altLang="en-US">
              <a:solidFill>
                <a:schemeClr val="tx1"/>
              </a:solidFill>
            </a:endParaRPr>
          </a:p>
        </p:txBody>
      </p:sp>
      <p:sp>
        <p:nvSpPr>
          <p:cNvPr id="27" name="Rectangle 6">
            <a:extLst>
              <a:ext uri="{FF2B5EF4-FFF2-40B4-BE49-F238E27FC236}">
                <a16:creationId xmlns:a16="http://schemas.microsoft.com/office/drawing/2014/main" id="{3F37E9B1-B103-4DC6-4C5C-CBAE64410DC3}"/>
              </a:ext>
              <a:ext uri="{C183D7F6-B498-43B3-948B-1728B52AA6E4}">
                <adec:decorative xmlns:adec="http://schemas.microsoft.com/office/drawing/2017/decorative" val="1"/>
              </a:ext>
            </a:extLst>
          </p:cNvPr>
          <p:cNvSpPr/>
          <p:nvPr userDrawn="1"/>
        </p:nvSpPr>
        <p:spPr>
          <a:xfrm rot="5400000">
            <a:off x="8416414" y="4574669"/>
            <a:ext cx="312165" cy="4254496"/>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28" name="Rectangle 6">
            <a:extLst>
              <a:ext uri="{FF2B5EF4-FFF2-40B4-BE49-F238E27FC236}">
                <a16:creationId xmlns:a16="http://schemas.microsoft.com/office/drawing/2014/main" id="{ACE39DDF-DFF5-AB6F-F487-951C570FCCBF}"/>
              </a:ext>
              <a:ext uri="{C183D7F6-B498-43B3-948B-1728B52AA6E4}">
                <adec:decorative xmlns:adec="http://schemas.microsoft.com/office/drawing/2017/decorative" val="1"/>
              </a:ext>
            </a:extLst>
          </p:cNvPr>
          <p:cNvSpPr/>
          <p:nvPr userDrawn="1"/>
        </p:nvSpPr>
        <p:spPr>
          <a:xfrm rot="5400000">
            <a:off x="11290193" y="5956192"/>
            <a:ext cx="311360" cy="1492256"/>
          </a:xfrm>
          <a:prstGeom prst="rect">
            <a:avLst/>
          </a:prstGeom>
          <a:solidFill>
            <a:schemeClr val="accent3"/>
          </a:solidFill>
          <a:ln w="9525" cap="flat">
            <a:noFill/>
            <a:prstDash val="solid"/>
            <a:miter/>
          </a:ln>
        </p:spPr>
        <p:txBody>
          <a:bodyPr rtlCol="0" anchor="ctr"/>
          <a:lstStyle/>
          <a:p>
            <a:pPr lvl="0"/>
            <a:endParaRPr lang="zh-CN" altLang="en-US">
              <a:solidFill>
                <a:schemeClr val="tx1"/>
              </a:solidFill>
            </a:endParaRPr>
          </a:p>
        </p:txBody>
      </p:sp>
      <p:sp>
        <p:nvSpPr>
          <p:cNvPr id="2" name="Title 1">
            <a:extLst>
              <a:ext uri="{FF2B5EF4-FFF2-40B4-BE49-F238E27FC236}">
                <a16:creationId xmlns:a16="http://schemas.microsoft.com/office/drawing/2014/main" id="{BC7433D9-FD02-59E2-0F81-A0B7201D2DA0}"/>
              </a:ext>
            </a:extLst>
          </p:cNvPr>
          <p:cNvSpPr>
            <a:spLocks noGrp="1"/>
          </p:cNvSpPr>
          <p:nvPr>
            <p:ph type="title" hasCustomPrompt="1"/>
          </p:nvPr>
        </p:nvSpPr>
        <p:spPr>
          <a:xfrm>
            <a:off x="1028347" y="2385975"/>
            <a:ext cx="4325112" cy="2454796"/>
          </a:xfrm>
        </p:spPr>
        <p:txBody>
          <a:bodyPr anchor="t">
            <a:noAutofit/>
          </a:bodyPr>
          <a:lstStyle>
            <a:lvl1pPr>
              <a:defRPr sz="3600"/>
            </a:lvl1pPr>
          </a:lstStyle>
          <a:p>
            <a:r>
              <a:rPr lang="en-US"/>
              <a:t>Click to edit Master title style</a:t>
            </a:r>
          </a:p>
        </p:txBody>
      </p:sp>
      <p:sp>
        <p:nvSpPr>
          <p:cNvPr id="3" name="Content Placeholder 2">
            <a:extLst>
              <a:ext uri="{FF2B5EF4-FFF2-40B4-BE49-F238E27FC236}">
                <a16:creationId xmlns:a16="http://schemas.microsoft.com/office/drawing/2014/main" id="{42467BD2-62D0-543A-E4EC-DB0D7C8A1B03}"/>
              </a:ext>
            </a:extLst>
          </p:cNvPr>
          <p:cNvSpPr>
            <a:spLocks noGrp="1"/>
          </p:cNvSpPr>
          <p:nvPr>
            <p:ph idx="1"/>
          </p:nvPr>
        </p:nvSpPr>
        <p:spPr>
          <a:xfrm>
            <a:off x="5698836" y="2385976"/>
            <a:ext cx="5464817" cy="2454796"/>
          </a:xfrm>
        </p:spPr>
        <p:txBody>
          <a:bodyPr>
            <a:normAutofit/>
          </a:bodyPr>
          <a:lstStyle>
            <a:lvl1pPr marL="0" indent="0">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4" name="Date Placeholder 3">
            <a:extLst>
              <a:ext uri="{FF2B5EF4-FFF2-40B4-BE49-F238E27FC236}">
                <a16:creationId xmlns:a16="http://schemas.microsoft.com/office/drawing/2014/main" id="{20CB7A08-999A-FAF6-CC22-3A805F7905F8}"/>
              </a:ext>
            </a:extLst>
          </p:cNvPr>
          <p:cNvSpPr>
            <a:spLocks noGrp="1"/>
          </p:cNvSpPr>
          <p:nvPr>
            <p:ph type="dt" sz="half" idx="10"/>
          </p:nvPr>
        </p:nvSpPr>
        <p:spPr>
          <a:xfrm>
            <a:off x="657225" y="6400800"/>
            <a:ext cx="2743200" cy="266700"/>
          </a:xfrm>
        </p:spPr>
        <p:txBody>
          <a:bodyPr/>
          <a:lstStyle/>
          <a:p>
            <a:r>
              <a:rPr lang="en-US" altLang="zh-CN" dirty="0"/>
              <a:t>03/12/2025</a:t>
            </a:r>
            <a:fld id="{FD138C57-8E3B-4697-92F8-0ED9B71F7E17}" type="datetime1">
              <a:rPr lang="en-US" smtClean="0"/>
              <a:t>3/5/2026</a:t>
            </a:fld>
            <a:endParaRPr lang="en-US"/>
          </a:p>
        </p:txBody>
      </p:sp>
      <p:sp>
        <p:nvSpPr>
          <p:cNvPr id="23" name="Footer Placeholder 4">
            <a:extLst>
              <a:ext uri="{FF2B5EF4-FFF2-40B4-BE49-F238E27FC236}">
                <a16:creationId xmlns:a16="http://schemas.microsoft.com/office/drawing/2014/main" id="{31001B33-CCD1-56DE-1347-50FE52B44C6D}"/>
              </a:ext>
            </a:extLst>
          </p:cNvPr>
          <p:cNvSpPr>
            <a:spLocks noGrp="1"/>
          </p:cNvSpPr>
          <p:nvPr>
            <p:ph type="ftr" sz="quarter" idx="11"/>
          </p:nvPr>
        </p:nvSpPr>
        <p:spPr>
          <a:xfrm>
            <a:off x="4267200" y="6400800"/>
            <a:ext cx="3657600" cy="266700"/>
          </a:xfrm>
        </p:spPr>
        <p:txBody>
          <a:bodyPr/>
          <a:lstStyle>
            <a:lvl1pPr algn="ctr">
              <a:defRPr/>
            </a:lvl1pPr>
          </a:lstStyle>
          <a:p>
            <a:r>
              <a:rPr lang="en-US"/>
              <a:t>Sample Footer Text</a:t>
            </a:r>
          </a:p>
        </p:txBody>
      </p:sp>
      <p:sp>
        <p:nvSpPr>
          <p:cNvPr id="22" name="Slide Number Placeholder 5">
            <a:extLst>
              <a:ext uri="{FF2B5EF4-FFF2-40B4-BE49-F238E27FC236}">
                <a16:creationId xmlns:a16="http://schemas.microsoft.com/office/drawing/2014/main" id="{5BA3F666-FC83-4A06-E2D1-F54F36EE1747}"/>
              </a:ext>
            </a:extLst>
          </p:cNvPr>
          <p:cNvSpPr>
            <a:spLocks noGrp="1"/>
          </p:cNvSpPr>
          <p:nvPr>
            <p:ph type="sldNum" sz="quarter" idx="12"/>
          </p:nvPr>
        </p:nvSpPr>
        <p:spPr>
          <a:xfrm>
            <a:off x="8274049" y="6400800"/>
            <a:ext cx="3241675" cy="266700"/>
          </a:xfrm>
        </p:spPr>
        <p:txBody>
          <a:bodyPr/>
          <a:lstStyle>
            <a:lvl1pPr algn="r">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61775230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hasCustomPrompt="1"/>
          </p:nvPr>
        </p:nvSpPr>
        <p:spPr>
          <a:xfrm>
            <a:off x="1028347" y="2258568"/>
            <a:ext cx="3813048" cy="3557016"/>
          </a:xfrm>
        </p:spPr>
        <p:txBody>
          <a:bodyPr anchor="t">
            <a:noAutofit/>
          </a:bodyPr>
          <a:lstStyle>
            <a:lvl1pPr>
              <a:defRPr sz="3600"/>
            </a:lvl1pPr>
          </a:lstStyle>
          <a:p>
            <a:r>
              <a:rPr lang="en-US"/>
              <a:t>Click to edit Master title style</a:t>
            </a:r>
          </a:p>
        </p:txBody>
      </p:sp>
      <p:sp>
        <p:nvSpPr>
          <p:cNvPr id="5" name="Content Placeholder 2">
            <a:extLst>
              <a:ext uri="{FF2B5EF4-FFF2-40B4-BE49-F238E27FC236}">
                <a16:creationId xmlns:a16="http://schemas.microsoft.com/office/drawing/2014/main" id="{A31706AB-E4B8-078D-026D-990252BF26E4}"/>
              </a:ext>
            </a:extLst>
          </p:cNvPr>
          <p:cNvSpPr>
            <a:spLocks noGrp="1"/>
          </p:cNvSpPr>
          <p:nvPr>
            <p:ph idx="1"/>
          </p:nvPr>
        </p:nvSpPr>
        <p:spPr>
          <a:xfrm>
            <a:off x="5237018" y="2258568"/>
            <a:ext cx="6077527" cy="3557016"/>
          </a:xfrm>
        </p:spPr>
        <p:txBody>
          <a:bodyPr>
            <a:normAutofit/>
          </a:bodyPr>
          <a:lstStyle>
            <a:lvl1pPr marL="0" indent="0">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Date Placeholder 3">
            <a:extLst>
              <a:ext uri="{FF2B5EF4-FFF2-40B4-BE49-F238E27FC236}">
                <a16:creationId xmlns:a16="http://schemas.microsoft.com/office/drawing/2014/main" id="{4DBBEFEB-B716-AD6B-320D-005C214A9251}"/>
              </a:ext>
            </a:extLst>
          </p:cNvPr>
          <p:cNvSpPr>
            <a:spLocks noGrp="1"/>
          </p:cNvSpPr>
          <p:nvPr>
            <p:ph type="dt" sz="half" idx="10"/>
          </p:nvPr>
        </p:nvSpPr>
        <p:spPr>
          <a:xfrm>
            <a:off x="657225" y="6400800"/>
            <a:ext cx="2743200" cy="266700"/>
          </a:xfrm>
        </p:spPr>
        <p:txBody>
          <a:bodyPr/>
          <a:lstStyle/>
          <a:p>
            <a:r>
              <a:rPr lang="en-US" altLang="zh-CN" dirty="0"/>
              <a:t>03/12/2025</a:t>
            </a:r>
            <a:fld id="{FD138C57-8E3B-4697-92F8-0ED9B71F7E17}" type="datetime1">
              <a:rPr lang="en-US" smtClean="0"/>
              <a:t>3/5/2026</a:t>
            </a:fld>
            <a:endParaRPr lang="en-US"/>
          </a:p>
        </p:txBody>
      </p:sp>
      <p:sp>
        <p:nvSpPr>
          <p:cNvPr id="14" name="Footer Placeholder 4">
            <a:extLst>
              <a:ext uri="{FF2B5EF4-FFF2-40B4-BE49-F238E27FC236}">
                <a16:creationId xmlns:a16="http://schemas.microsoft.com/office/drawing/2014/main" id="{424575B1-A0F2-12EE-BB19-CB6ADE89EF35}"/>
              </a:ext>
            </a:extLst>
          </p:cNvPr>
          <p:cNvSpPr>
            <a:spLocks noGrp="1"/>
          </p:cNvSpPr>
          <p:nvPr>
            <p:ph type="ftr" sz="quarter" idx="11"/>
          </p:nvPr>
        </p:nvSpPr>
        <p:spPr>
          <a:xfrm>
            <a:off x="4267200" y="6400800"/>
            <a:ext cx="3657600" cy="266700"/>
          </a:xfrm>
        </p:spPr>
        <p:txBody>
          <a:bodyPr/>
          <a:lstStyle>
            <a:lvl1pPr algn="ctr">
              <a:defRPr/>
            </a:lvl1pPr>
          </a:lstStyle>
          <a:p>
            <a:r>
              <a:rPr lang="en-US"/>
              <a:t>Sample Footer Text</a:t>
            </a:r>
          </a:p>
        </p:txBody>
      </p:sp>
      <p:sp>
        <p:nvSpPr>
          <p:cNvPr id="3" name="Slide Number Placeholder 5">
            <a:extLst>
              <a:ext uri="{FF2B5EF4-FFF2-40B4-BE49-F238E27FC236}">
                <a16:creationId xmlns:a16="http://schemas.microsoft.com/office/drawing/2014/main" id="{18431A50-B82F-CFF9-D038-8C4456D09BF8}"/>
              </a:ext>
            </a:extLst>
          </p:cNvPr>
          <p:cNvSpPr>
            <a:spLocks noGrp="1"/>
          </p:cNvSpPr>
          <p:nvPr>
            <p:ph type="sldNum" sz="quarter" idx="12"/>
          </p:nvPr>
        </p:nvSpPr>
        <p:spPr>
          <a:xfrm>
            <a:off x="8274049" y="6400800"/>
            <a:ext cx="3241675" cy="266700"/>
          </a:xfrm>
        </p:spPr>
        <p:txBody>
          <a:bodyPr/>
          <a:lstStyle>
            <a:lvl1pPr algn="r">
              <a:defRPr/>
            </a:lvl1pPr>
          </a:lstStyle>
          <a:p>
            <a:fld id="{CC057153-B650-4DEB-B370-79DDCFDCE934}" type="slidenum">
              <a:rPr lang="en-US" smtClean="0"/>
              <a:pPr/>
              <a:t>‹#›</a:t>
            </a:fld>
            <a:endParaRPr lang="en-US"/>
          </a:p>
        </p:txBody>
      </p:sp>
      <p:sp>
        <p:nvSpPr>
          <p:cNvPr id="4" name="Rectangle 6">
            <a:extLst>
              <a:ext uri="{FF2B5EF4-FFF2-40B4-BE49-F238E27FC236}">
                <a16:creationId xmlns:a16="http://schemas.microsoft.com/office/drawing/2014/main" id="{FEF11A17-6EB4-B345-9C96-E6F438C8A609}"/>
              </a:ext>
              <a:ext uri="{C183D7F6-B498-43B3-948B-1728B52AA6E4}">
                <adec:decorative xmlns:adec="http://schemas.microsoft.com/office/drawing/2017/decorative" val="1"/>
              </a:ext>
            </a:extLst>
          </p:cNvPr>
          <p:cNvSpPr/>
          <p:nvPr userDrawn="1"/>
        </p:nvSpPr>
        <p:spPr>
          <a:xfrm flipH="1" flipV="1">
            <a:off x="11603197" y="-1"/>
            <a:ext cx="592750" cy="2076568"/>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Freeform: Shape 59">
            <a:extLst>
              <a:ext uri="{FF2B5EF4-FFF2-40B4-BE49-F238E27FC236}">
                <a16:creationId xmlns:a16="http://schemas.microsoft.com/office/drawing/2014/main" id="{3B3BEDEF-57A1-D087-1E15-6B0456EC5BE6}"/>
              </a:ext>
              <a:ext uri="{C183D7F6-B498-43B3-948B-1728B52AA6E4}">
                <adec:decorative xmlns:adec="http://schemas.microsoft.com/office/drawing/2017/decorative" val="1"/>
              </a:ext>
            </a:extLst>
          </p:cNvPr>
          <p:cNvSpPr/>
          <p:nvPr userDrawn="1"/>
        </p:nvSpPr>
        <p:spPr>
          <a:xfrm rot="16200000" flipH="1" flipV="1">
            <a:off x="11370119" y="237025"/>
            <a:ext cx="1066800" cy="592750"/>
          </a:xfrm>
          <a:custGeom>
            <a:avLst/>
            <a:gdLst>
              <a:gd name="connsiteX0" fmla="*/ 1497298 w 1497298"/>
              <a:gd name="connsiteY0" fmla="*/ 0 h 1457281"/>
              <a:gd name="connsiteX1" fmla="*/ 0 w 1497298"/>
              <a:gd name="connsiteY1" fmla="*/ 0 h 1457281"/>
              <a:gd name="connsiteX2" fmla="*/ 0 w 1497298"/>
              <a:gd name="connsiteY2" fmla="*/ 1457281 h 1457281"/>
            </a:gdLst>
            <a:ahLst/>
            <a:cxnLst>
              <a:cxn ang="0">
                <a:pos x="connsiteX0" y="connsiteY0"/>
              </a:cxn>
              <a:cxn ang="0">
                <a:pos x="connsiteX1" y="connsiteY1"/>
              </a:cxn>
              <a:cxn ang="0">
                <a:pos x="connsiteX2" y="connsiteY2"/>
              </a:cxn>
            </a:cxnLst>
            <a:rect l="l" t="t" r="r" b="b"/>
            <a:pathLst>
              <a:path w="1497298" h="1457281">
                <a:moveTo>
                  <a:pt x="1497298" y="0"/>
                </a:moveTo>
                <a:lnTo>
                  <a:pt x="0" y="0"/>
                </a:lnTo>
                <a:lnTo>
                  <a:pt x="0" y="1457281"/>
                </a:lnTo>
                <a:close/>
              </a:path>
            </a:pathLst>
          </a:custGeom>
          <a:solidFill>
            <a:schemeClr val="accent3"/>
          </a:solidFill>
          <a:ln w="9525" cap="flat">
            <a:noFill/>
            <a:prstDash val="solid"/>
            <a:miter/>
          </a:ln>
        </p:spPr>
        <p:txBody>
          <a:bodyPr rtlCol="0" anchor="ctr"/>
          <a:lstStyle/>
          <a:p>
            <a:pPr lvl="0"/>
            <a:endParaRPr lang="zh-CN" altLang="en-US">
              <a:solidFill>
                <a:schemeClr val="tx1"/>
              </a:solidFill>
            </a:endParaRPr>
          </a:p>
        </p:txBody>
      </p:sp>
      <p:sp>
        <p:nvSpPr>
          <p:cNvPr id="11" name="Rectangle 9">
            <a:extLst>
              <a:ext uri="{FF2B5EF4-FFF2-40B4-BE49-F238E27FC236}">
                <a16:creationId xmlns:a16="http://schemas.microsoft.com/office/drawing/2014/main" id="{10E338B6-58A3-91A4-F5EB-CD40D614F893}"/>
              </a:ext>
              <a:ext uri="{C183D7F6-B498-43B3-948B-1728B52AA6E4}">
                <adec:decorative xmlns:adec="http://schemas.microsoft.com/office/drawing/2017/decorative" val="1"/>
              </a:ext>
            </a:extLst>
          </p:cNvPr>
          <p:cNvSpPr/>
          <p:nvPr userDrawn="1"/>
        </p:nvSpPr>
        <p:spPr>
          <a:xfrm flipH="1" flipV="1">
            <a:off x="11599250" y="2076566"/>
            <a:ext cx="596697" cy="3557016"/>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Rectangle 8">
            <a:extLst>
              <a:ext uri="{FF2B5EF4-FFF2-40B4-BE49-F238E27FC236}">
                <a16:creationId xmlns:a16="http://schemas.microsoft.com/office/drawing/2014/main" id="{5AD26084-EDDC-61FF-5474-7DF349CC7552}"/>
              </a:ext>
              <a:ext uri="{C183D7F6-B498-43B3-948B-1728B52AA6E4}">
                <adec:decorative xmlns:adec="http://schemas.microsoft.com/office/drawing/2017/decorative" val="1"/>
              </a:ext>
            </a:extLst>
          </p:cNvPr>
          <p:cNvSpPr/>
          <p:nvPr userDrawn="1"/>
        </p:nvSpPr>
        <p:spPr>
          <a:xfrm flipH="1" flipV="1">
            <a:off x="11601222" y="5633580"/>
            <a:ext cx="594723" cy="1224419"/>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28213606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Conten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hasCustomPrompt="1"/>
          </p:nvPr>
        </p:nvSpPr>
        <p:spPr>
          <a:xfrm>
            <a:off x="844000" y="1109587"/>
            <a:ext cx="4145582" cy="4638825"/>
          </a:xfrm>
        </p:spPr>
        <p:txBody>
          <a:bodyPr anchor="t">
            <a:noAutofit/>
          </a:bodyPr>
          <a:lstStyle>
            <a:lvl1pPr>
              <a:defRPr sz="3600"/>
            </a:lvl1pPr>
          </a:lstStyle>
          <a:p>
            <a:r>
              <a:rPr lang="en-US"/>
              <a:t>Click to edit Master title style</a:t>
            </a:r>
          </a:p>
        </p:txBody>
      </p:sp>
      <p:sp>
        <p:nvSpPr>
          <p:cNvPr id="11" name="Content Placeholder 2">
            <a:extLst>
              <a:ext uri="{FF2B5EF4-FFF2-40B4-BE49-F238E27FC236}">
                <a16:creationId xmlns:a16="http://schemas.microsoft.com/office/drawing/2014/main" id="{EAF18FE0-442F-6AE0-4A34-0A68895F343D}"/>
              </a:ext>
            </a:extLst>
          </p:cNvPr>
          <p:cNvSpPr>
            <a:spLocks noGrp="1"/>
          </p:cNvSpPr>
          <p:nvPr>
            <p:ph idx="1"/>
          </p:nvPr>
        </p:nvSpPr>
        <p:spPr>
          <a:xfrm>
            <a:off x="5237018" y="1109587"/>
            <a:ext cx="6077527" cy="4638825"/>
          </a:xfrm>
        </p:spPr>
        <p:txBody>
          <a:bodyPr>
            <a:normAutofit/>
          </a:bodyPr>
          <a:lstStyle>
            <a:lvl1pPr marL="0" indent="0">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Date Placeholder 3">
            <a:extLst>
              <a:ext uri="{FF2B5EF4-FFF2-40B4-BE49-F238E27FC236}">
                <a16:creationId xmlns:a16="http://schemas.microsoft.com/office/drawing/2014/main" id="{ADC0C90B-196D-619B-00AC-36C5F6C0B5ED}"/>
              </a:ext>
            </a:extLst>
          </p:cNvPr>
          <p:cNvSpPr>
            <a:spLocks noGrp="1"/>
          </p:cNvSpPr>
          <p:nvPr>
            <p:ph type="dt" sz="half" idx="10"/>
          </p:nvPr>
        </p:nvSpPr>
        <p:spPr>
          <a:xfrm>
            <a:off x="657225" y="6400800"/>
            <a:ext cx="2743200" cy="266700"/>
          </a:xfrm>
        </p:spPr>
        <p:txBody>
          <a:bodyPr/>
          <a:lstStyle/>
          <a:p>
            <a:r>
              <a:rPr lang="en-US" altLang="zh-CN" dirty="0"/>
              <a:t>03/12/2025</a:t>
            </a:r>
            <a:fld id="{FD138C57-8E3B-4697-92F8-0ED9B71F7E17}" type="datetime1">
              <a:rPr lang="en-US" smtClean="0"/>
              <a:t>3/5/2026</a:t>
            </a:fld>
            <a:endParaRPr lang="en-US"/>
          </a:p>
        </p:txBody>
      </p:sp>
      <p:sp>
        <p:nvSpPr>
          <p:cNvPr id="7" name="Footer Placeholder 4">
            <a:extLst>
              <a:ext uri="{FF2B5EF4-FFF2-40B4-BE49-F238E27FC236}">
                <a16:creationId xmlns:a16="http://schemas.microsoft.com/office/drawing/2014/main" id="{264F9FBE-A6F5-09E6-684B-233C0D23F1D1}"/>
              </a:ext>
            </a:extLst>
          </p:cNvPr>
          <p:cNvSpPr>
            <a:spLocks noGrp="1"/>
          </p:cNvSpPr>
          <p:nvPr>
            <p:ph type="ftr" sz="quarter" idx="11"/>
          </p:nvPr>
        </p:nvSpPr>
        <p:spPr>
          <a:xfrm>
            <a:off x="4267200" y="6400800"/>
            <a:ext cx="3657600" cy="266700"/>
          </a:xfrm>
        </p:spPr>
        <p:txBody>
          <a:bodyPr/>
          <a:lstStyle>
            <a:lvl1pPr algn="ctr">
              <a:defRPr/>
            </a:lvl1pPr>
          </a:lstStyle>
          <a:p>
            <a:r>
              <a:rPr lang="en-US"/>
              <a:t>Sample Footer Text</a:t>
            </a:r>
          </a:p>
        </p:txBody>
      </p:sp>
      <p:sp>
        <p:nvSpPr>
          <p:cNvPr id="3" name="Slide Number Placeholder 5">
            <a:extLst>
              <a:ext uri="{FF2B5EF4-FFF2-40B4-BE49-F238E27FC236}">
                <a16:creationId xmlns:a16="http://schemas.microsoft.com/office/drawing/2014/main" id="{8451D253-EA22-2614-2FD1-DC0FEB26EE88}"/>
              </a:ext>
            </a:extLst>
          </p:cNvPr>
          <p:cNvSpPr>
            <a:spLocks noGrp="1"/>
          </p:cNvSpPr>
          <p:nvPr>
            <p:ph type="sldNum" sz="quarter" idx="12"/>
          </p:nvPr>
        </p:nvSpPr>
        <p:spPr>
          <a:xfrm>
            <a:off x="8274049" y="6400800"/>
            <a:ext cx="3241675" cy="266700"/>
          </a:xfrm>
        </p:spPr>
        <p:txBody>
          <a:bodyPr/>
          <a:lstStyle>
            <a:lvl1pPr algn="r">
              <a:defRPr/>
            </a:lvl1pPr>
          </a:lstStyle>
          <a:p>
            <a:fld id="{CC057153-B650-4DEB-B370-79DDCFDCE934}" type="slidenum">
              <a:rPr lang="en-US" smtClean="0"/>
              <a:pPr/>
              <a:t>‹#›</a:t>
            </a:fld>
            <a:endParaRPr lang="en-US"/>
          </a:p>
        </p:txBody>
      </p:sp>
      <p:sp>
        <p:nvSpPr>
          <p:cNvPr id="4" name="Rectangle 6">
            <a:extLst>
              <a:ext uri="{FF2B5EF4-FFF2-40B4-BE49-F238E27FC236}">
                <a16:creationId xmlns:a16="http://schemas.microsoft.com/office/drawing/2014/main" id="{146832F4-CE37-2BF9-DDF5-11B7ABE0B948}"/>
              </a:ext>
              <a:ext uri="{C183D7F6-B498-43B3-948B-1728B52AA6E4}">
                <adec:decorative xmlns:adec="http://schemas.microsoft.com/office/drawing/2017/decorative" val="1"/>
              </a:ext>
            </a:extLst>
          </p:cNvPr>
          <p:cNvSpPr/>
          <p:nvPr userDrawn="1"/>
        </p:nvSpPr>
        <p:spPr>
          <a:xfrm flipH="1" flipV="1">
            <a:off x="3947" y="-1"/>
            <a:ext cx="592750" cy="2076568"/>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Freeform: Shape 59">
            <a:extLst>
              <a:ext uri="{FF2B5EF4-FFF2-40B4-BE49-F238E27FC236}">
                <a16:creationId xmlns:a16="http://schemas.microsoft.com/office/drawing/2014/main" id="{7DBA236D-4EBB-E514-DF68-7891C120ADE6}"/>
              </a:ext>
              <a:ext uri="{C183D7F6-B498-43B3-948B-1728B52AA6E4}">
                <adec:decorative xmlns:adec="http://schemas.microsoft.com/office/drawing/2017/decorative" val="1"/>
              </a:ext>
            </a:extLst>
          </p:cNvPr>
          <p:cNvSpPr/>
          <p:nvPr userDrawn="1"/>
        </p:nvSpPr>
        <p:spPr>
          <a:xfrm rot="16200000" flipH="1" flipV="1">
            <a:off x="-229131" y="237025"/>
            <a:ext cx="1066800" cy="592750"/>
          </a:xfrm>
          <a:custGeom>
            <a:avLst/>
            <a:gdLst>
              <a:gd name="connsiteX0" fmla="*/ 1497298 w 1497298"/>
              <a:gd name="connsiteY0" fmla="*/ 0 h 1457281"/>
              <a:gd name="connsiteX1" fmla="*/ 0 w 1497298"/>
              <a:gd name="connsiteY1" fmla="*/ 0 h 1457281"/>
              <a:gd name="connsiteX2" fmla="*/ 0 w 1497298"/>
              <a:gd name="connsiteY2" fmla="*/ 1457281 h 1457281"/>
            </a:gdLst>
            <a:ahLst/>
            <a:cxnLst>
              <a:cxn ang="0">
                <a:pos x="connsiteX0" y="connsiteY0"/>
              </a:cxn>
              <a:cxn ang="0">
                <a:pos x="connsiteX1" y="connsiteY1"/>
              </a:cxn>
              <a:cxn ang="0">
                <a:pos x="connsiteX2" y="connsiteY2"/>
              </a:cxn>
            </a:cxnLst>
            <a:rect l="l" t="t" r="r" b="b"/>
            <a:pathLst>
              <a:path w="1497298" h="1457281">
                <a:moveTo>
                  <a:pt x="1497298" y="0"/>
                </a:moveTo>
                <a:lnTo>
                  <a:pt x="0" y="0"/>
                </a:lnTo>
                <a:lnTo>
                  <a:pt x="0" y="1457281"/>
                </a:lnTo>
                <a:close/>
              </a:path>
            </a:pathLst>
          </a:custGeom>
          <a:solidFill>
            <a:schemeClr val="accent3"/>
          </a:solidFill>
          <a:ln w="9525" cap="flat">
            <a:noFill/>
            <a:prstDash val="solid"/>
            <a:miter/>
          </a:ln>
        </p:spPr>
        <p:txBody>
          <a:bodyPr rtlCol="0" anchor="ctr"/>
          <a:lstStyle/>
          <a:p>
            <a:pPr lvl="0"/>
            <a:endParaRPr lang="zh-CN" altLang="en-US">
              <a:solidFill>
                <a:schemeClr val="tx1"/>
              </a:solidFill>
            </a:endParaRPr>
          </a:p>
        </p:txBody>
      </p:sp>
      <p:sp>
        <p:nvSpPr>
          <p:cNvPr id="6" name="Rectangle 9">
            <a:extLst>
              <a:ext uri="{FF2B5EF4-FFF2-40B4-BE49-F238E27FC236}">
                <a16:creationId xmlns:a16="http://schemas.microsoft.com/office/drawing/2014/main" id="{5A191311-3AF4-ADF9-7C92-3ED08ED5EAC6}"/>
              </a:ext>
              <a:ext uri="{C183D7F6-B498-43B3-948B-1728B52AA6E4}">
                <adec:decorative xmlns:adec="http://schemas.microsoft.com/office/drawing/2017/decorative" val="1"/>
              </a:ext>
            </a:extLst>
          </p:cNvPr>
          <p:cNvSpPr/>
          <p:nvPr userDrawn="1"/>
        </p:nvSpPr>
        <p:spPr>
          <a:xfrm flipH="1" flipV="1">
            <a:off x="0" y="2076566"/>
            <a:ext cx="596697" cy="3557016"/>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Rectangle 8">
            <a:extLst>
              <a:ext uri="{FF2B5EF4-FFF2-40B4-BE49-F238E27FC236}">
                <a16:creationId xmlns:a16="http://schemas.microsoft.com/office/drawing/2014/main" id="{ED7C5B45-BE42-B3FC-6515-F1F37CCC2B21}"/>
              </a:ext>
              <a:ext uri="{C183D7F6-B498-43B3-948B-1728B52AA6E4}">
                <adec:decorative xmlns:adec="http://schemas.microsoft.com/office/drawing/2017/decorative" val="1"/>
              </a:ext>
            </a:extLst>
          </p:cNvPr>
          <p:cNvSpPr/>
          <p:nvPr userDrawn="1"/>
        </p:nvSpPr>
        <p:spPr>
          <a:xfrm flipH="1" flipV="1">
            <a:off x="1972" y="5633580"/>
            <a:ext cx="594723" cy="1224419"/>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64738311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Content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844000" y="877456"/>
            <a:ext cx="4142232" cy="4940661"/>
          </a:xfrm>
        </p:spPr>
        <p:txBody>
          <a:bodyPr anchor="ctr">
            <a:noAutofit/>
          </a:bodyPr>
          <a:lstStyle>
            <a:lvl1pPr>
              <a:defRPr sz="3600"/>
            </a:lvl1pPr>
          </a:lstStyle>
          <a:p>
            <a:r>
              <a:rPr lang="en-US"/>
              <a:t>Click to edit Master title style</a:t>
            </a:r>
          </a:p>
        </p:txBody>
      </p:sp>
      <p:sp>
        <p:nvSpPr>
          <p:cNvPr id="7" name="Content Placeholder 2">
            <a:extLst>
              <a:ext uri="{FF2B5EF4-FFF2-40B4-BE49-F238E27FC236}">
                <a16:creationId xmlns:a16="http://schemas.microsoft.com/office/drawing/2014/main" id="{34DD1C0B-8CAB-7B69-0068-FA66F2AC06B9}"/>
              </a:ext>
            </a:extLst>
          </p:cNvPr>
          <p:cNvSpPr>
            <a:spLocks noGrp="1"/>
          </p:cNvSpPr>
          <p:nvPr>
            <p:ph idx="1"/>
          </p:nvPr>
        </p:nvSpPr>
        <p:spPr>
          <a:xfrm>
            <a:off x="5237018" y="874923"/>
            <a:ext cx="6077527" cy="4940661"/>
          </a:xfrm>
        </p:spPr>
        <p:txBody>
          <a:bodyPr anchor="ctr">
            <a:normAutofit/>
          </a:bodyPr>
          <a:lstStyle>
            <a:lvl1pPr marL="0" indent="0">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3">
            <a:extLst>
              <a:ext uri="{FF2B5EF4-FFF2-40B4-BE49-F238E27FC236}">
                <a16:creationId xmlns:a16="http://schemas.microsoft.com/office/drawing/2014/main" id="{0C4E1284-6ADD-36BA-D939-FD3B6B69F280}"/>
              </a:ext>
            </a:extLst>
          </p:cNvPr>
          <p:cNvSpPr>
            <a:spLocks noGrp="1"/>
          </p:cNvSpPr>
          <p:nvPr>
            <p:ph type="dt" sz="half" idx="14"/>
          </p:nvPr>
        </p:nvSpPr>
        <p:spPr>
          <a:xfrm>
            <a:off x="1174751" y="6400800"/>
            <a:ext cx="2743200" cy="266700"/>
          </a:xfrm>
        </p:spPr>
        <p:txBody>
          <a:bodyPr lIns="0" tIns="0" rIns="0" bIns="0"/>
          <a:lstStyle>
            <a:lvl1pPr>
              <a:defRPr>
                <a:solidFill>
                  <a:schemeClr val="tx1"/>
                </a:solidFill>
              </a:defRPr>
            </a:lvl1pPr>
          </a:lstStyle>
          <a:p>
            <a:r>
              <a:rPr lang="en-US" altLang="zh-CN" dirty="0"/>
              <a:t>03/12/2025</a:t>
            </a:r>
            <a:fld id="{FD138C57-8E3B-4697-92F8-0ED9B71F7E17}" type="datetime1">
              <a:rPr lang="en-US" smtClean="0"/>
              <a:pPr/>
              <a:t>3/5/2026</a:t>
            </a:fld>
            <a:endParaRPr lang="en-US"/>
          </a:p>
        </p:txBody>
      </p:sp>
      <p:sp>
        <p:nvSpPr>
          <p:cNvPr id="12" name="Footer Placeholder 4">
            <a:extLst>
              <a:ext uri="{FF2B5EF4-FFF2-40B4-BE49-F238E27FC236}">
                <a16:creationId xmlns:a16="http://schemas.microsoft.com/office/drawing/2014/main" id="{7EEB4352-9E14-63F9-D5BD-0659C3CCD184}"/>
              </a:ext>
            </a:extLst>
          </p:cNvPr>
          <p:cNvSpPr>
            <a:spLocks noGrp="1"/>
          </p:cNvSpPr>
          <p:nvPr>
            <p:ph type="ftr" sz="quarter" idx="11"/>
          </p:nvPr>
        </p:nvSpPr>
        <p:spPr>
          <a:xfrm>
            <a:off x="4267200" y="6400800"/>
            <a:ext cx="3657600" cy="266700"/>
          </a:xfrm>
        </p:spPr>
        <p:txBody>
          <a:bodyPr/>
          <a:lstStyle>
            <a:lvl1pPr algn="ctr">
              <a:defRPr/>
            </a:lvl1pPr>
          </a:lstStyle>
          <a:p>
            <a:r>
              <a:rPr lang="en-US"/>
              <a:t>Sample Footer Text</a:t>
            </a:r>
          </a:p>
        </p:txBody>
      </p:sp>
      <p:sp>
        <p:nvSpPr>
          <p:cNvPr id="11" name="Slide Number Placeholder 5">
            <a:extLst>
              <a:ext uri="{FF2B5EF4-FFF2-40B4-BE49-F238E27FC236}">
                <a16:creationId xmlns:a16="http://schemas.microsoft.com/office/drawing/2014/main" id="{E9A0B020-52CF-C931-68F6-A67EAB1128BE}"/>
              </a:ext>
            </a:extLst>
          </p:cNvPr>
          <p:cNvSpPr>
            <a:spLocks noGrp="1"/>
          </p:cNvSpPr>
          <p:nvPr>
            <p:ph type="sldNum" sz="quarter" idx="12"/>
          </p:nvPr>
        </p:nvSpPr>
        <p:spPr>
          <a:xfrm>
            <a:off x="8274049" y="6400800"/>
            <a:ext cx="3241675" cy="266700"/>
          </a:xfrm>
        </p:spPr>
        <p:txBody>
          <a:bodyPr/>
          <a:lstStyle>
            <a:lvl1pPr algn="r">
              <a:defRPr/>
            </a:lvl1pPr>
          </a:lstStyle>
          <a:p>
            <a:fld id="{CC057153-B650-4DEB-B370-79DDCFDCE934}" type="slidenum">
              <a:rPr lang="en-US" smtClean="0"/>
              <a:pPr/>
              <a:t>‹#›</a:t>
            </a:fld>
            <a:endParaRPr lang="en-US"/>
          </a:p>
        </p:txBody>
      </p:sp>
      <p:sp>
        <p:nvSpPr>
          <p:cNvPr id="4" name="Freeform: Shape 16">
            <a:extLst>
              <a:ext uri="{FF2B5EF4-FFF2-40B4-BE49-F238E27FC236}">
                <a16:creationId xmlns:a16="http://schemas.microsoft.com/office/drawing/2014/main" id="{274252EB-C02E-C37B-E2A2-ABBFED742741}"/>
              </a:ext>
              <a:ext uri="{C183D7F6-B498-43B3-948B-1728B52AA6E4}">
                <adec:decorative xmlns:adec="http://schemas.microsoft.com/office/drawing/2017/decorative" val="1"/>
              </a:ext>
            </a:extLst>
          </p:cNvPr>
          <p:cNvSpPr/>
          <p:nvPr userDrawn="1"/>
        </p:nvSpPr>
        <p:spPr>
          <a:xfrm>
            <a:off x="11286467" y="0"/>
            <a:ext cx="427411" cy="854823"/>
          </a:xfrm>
          <a:custGeom>
            <a:avLst/>
            <a:gdLst>
              <a:gd name="connsiteX0" fmla="*/ 561975 w 561975"/>
              <a:gd name="connsiteY0" fmla="*/ 0 h 1123950"/>
              <a:gd name="connsiteX1" fmla="*/ 561975 w 561975"/>
              <a:gd name="connsiteY1" fmla="*/ 1123950 h 1123950"/>
              <a:gd name="connsiteX2" fmla="*/ 0 w 561975"/>
              <a:gd name="connsiteY2" fmla="*/ 561975 h 1123950"/>
              <a:gd name="connsiteX3" fmla="*/ 561975 w 561975"/>
              <a:gd name="connsiteY3" fmla="*/ 0 h 1123950"/>
            </a:gdLst>
            <a:ahLst/>
            <a:cxnLst>
              <a:cxn ang="0">
                <a:pos x="connsiteX0" y="connsiteY0"/>
              </a:cxn>
              <a:cxn ang="0">
                <a:pos x="connsiteX1" y="connsiteY1"/>
              </a:cxn>
              <a:cxn ang="0">
                <a:pos x="connsiteX2" y="connsiteY2"/>
              </a:cxn>
              <a:cxn ang="0">
                <a:pos x="connsiteX3" y="connsiteY3"/>
              </a:cxn>
            </a:cxnLst>
            <a:rect l="l" t="t" r="r" b="b"/>
            <a:pathLst>
              <a:path w="561975" h="1123950">
                <a:moveTo>
                  <a:pt x="561975" y="0"/>
                </a:moveTo>
                <a:lnTo>
                  <a:pt x="561975" y="1123950"/>
                </a:lnTo>
                <a:cubicBezTo>
                  <a:pt x="251605" y="1123950"/>
                  <a:pt x="0" y="872345"/>
                  <a:pt x="0" y="561975"/>
                </a:cubicBezTo>
                <a:cubicBezTo>
                  <a:pt x="0" y="251605"/>
                  <a:pt x="251605" y="0"/>
                  <a:pt x="561975" y="0"/>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5" name="Freeform: Shape 17">
            <a:extLst>
              <a:ext uri="{FF2B5EF4-FFF2-40B4-BE49-F238E27FC236}">
                <a16:creationId xmlns:a16="http://schemas.microsoft.com/office/drawing/2014/main" id="{66E27A39-E979-7436-99F0-9EE45FC8905E}"/>
              </a:ext>
              <a:ext uri="{C183D7F6-B498-43B3-948B-1728B52AA6E4}">
                <adec:decorative xmlns:adec="http://schemas.microsoft.com/office/drawing/2017/decorative" val="1"/>
              </a:ext>
            </a:extLst>
          </p:cNvPr>
          <p:cNvSpPr/>
          <p:nvPr userDrawn="1"/>
        </p:nvSpPr>
        <p:spPr>
          <a:xfrm>
            <a:off x="11764589" y="0"/>
            <a:ext cx="427411" cy="854823"/>
          </a:xfrm>
          <a:custGeom>
            <a:avLst/>
            <a:gdLst>
              <a:gd name="connsiteX0" fmla="*/ 561975 w 561975"/>
              <a:gd name="connsiteY0" fmla="*/ 0 h 1123950"/>
              <a:gd name="connsiteX1" fmla="*/ 561975 w 561975"/>
              <a:gd name="connsiteY1" fmla="*/ 1123950 h 1123950"/>
              <a:gd name="connsiteX2" fmla="*/ 0 w 561975"/>
              <a:gd name="connsiteY2" fmla="*/ 561975 h 1123950"/>
              <a:gd name="connsiteX3" fmla="*/ 561975 w 561975"/>
              <a:gd name="connsiteY3" fmla="*/ 0 h 1123950"/>
            </a:gdLst>
            <a:ahLst/>
            <a:cxnLst>
              <a:cxn ang="0">
                <a:pos x="connsiteX0" y="connsiteY0"/>
              </a:cxn>
              <a:cxn ang="0">
                <a:pos x="connsiteX1" y="connsiteY1"/>
              </a:cxn>
              <a:cxn ang="0">
                <a:pos x="connsiteX2" y="connsiteY2"/>
              </a:cxn>
              <a:cxn ang="0">
                <a:pos x="connsiteX3" y="connsiteY3"/>
              </a:cxn>
            </a:cxnLst>
            <a:rect l="l" t="t" r="r" b="b"/>
            <a:pathLst>
              <a:path w="561975" h="1123950">
                <a:moveTo>
                  <a:pt x="561975" y="0"/>
                </a:moveTo>
                <a:lnTo>
                  <a:pt x="561975" y="1123950"/>
                </a:lnTo>
                <a:cubicBezTo>
                  <a:pt x="251605" y="1123950"/>
                  <a:pt x="0" y="872345"/>
                  <a:pt x="0" y="561975"/>
                </a:cubicBezTo>
                <a:cubicBezTo>
                  <a:pt x="0" y="251605"/>
                  <a:pt x="251605" y="0"/>
                  <a:pt x="561975" y="0"/>
                </a:cubicBez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6" name="Freeform: Shape 19">
            <a:extLst>
              <a:ext uri="{FF2B5EF4-FFF2-40B4-BE49-F238E27FC236}">
                <a16:creationId xmlns:a16="http://schemas.microsoft.com/office/drawing/2014/main" id="{ACA57297-62CA-9D0A-0CFD-396A7514D3A7}"/>
              </a:ext>
              <a:ext uri="{C183D7F6-B498-43B3-948B-1728B52AA6E4}">
                <adec:decorative xmlns:adec="http://schemas.microsoft.com/office/drawing/2017/decorative" val="1"/>
              </a:ext>
            </a:extLst>
          </p:cNvPr>
          <p:cNvSpPr/>
          <p:nvPr userDrawn="1"/>
        </p:nvSpPr>
        <p:spPr>
          <a:xfrm flipH="1">
            <a:off x="0" y="6003177"/>
            <a:ext cx="427411" cy="854823"/>
          </a:xfrm>
          <a:custGeom>
            <a:avLst/>
            <a:gdLst>
              <a:gd name="connsiteX0" fmla="*/ 561975 w 561975"/>
              <a:gd name="connsiteY0" fmla="*/ 0 h 1123950"/>
              <a:gd name="connsiteX1" fmla="*/ 561975 w 561975"/>
              <a:gd name="connsiteY1" fmla="*/ 1123950 h 1123950"/>
              <a:gd name="connsiteX2" fmla="*/ 0 w 561975"/>
              <a:gd name="connsiteY2" fmla="*/ 561975 h 1123950"/>
              <a:gd name="connsiteX3" fmla="*/ 561975 w 561975"/>
              <a:gd name="connsiteY3" fmla="*/ 0 h 1123950"/>
            </a:gdLst>
            <a:ahLst/>
            <a:cxnLst>
              <a:cxn ang="0">
                <a:pos x="connsiteX0" y="connsiteY0"/>
              </a:cxn>
              <a:cxn ang="0">
                <a:pos x="connsiteX1" y="connsiteY1"/>
              </a:cxn>
              <a:cxn ang="0">
                <a:pos x="connsiteX2" y="connsiteY2"/>
              </a:cxn>
              <a:cxn ang="0">
                <a:pos x="connsiteX3" y="connsiteY3"/>
              </a:cxn>
            </a:cxnLst>
            <a:rect l="l" t="t" r="r" b="b"/>
            <a:pathLst>
              <a:path w="561975" h="1123950">
                <a:moveTo>
                  <a:pt x="561975" y="0"/>
                </a:moveTo>
                <a:lnTo>
                  <a:pt x="561975" y="1123950"/>
                </a:lnTo>
                <a:cubicBezTo>
                  <a:pt x="251605" y="1123950"/>
                  <a:pt x="0" y="872345"/>
                  <a:pt x="0" y="561975"/>
                </a:cubicBezTo>
                <a:cubicBezTo>
                  <a:pt x="0" y="251605"/>
                  <a:pt x="251605" y="0"/>
                  <a:pt x="561975" y="0"/>
                </a:cubicBez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4" name="Freeform: Shape 18">
            <a:extLst>
              <a:ext uri="{FF2B5EF4-FFF2-40B4-BE49-F238E27FC236}">
                <a16:creationId xmlns:a16="http://schemas.microsoft.com/office/drawing/2014/main" id="{389D975E-EBA4-68ED-C38F-B40A2C9DC6E2}"/>
              </a:ext>
              <a:ext uri="{C183D7F6-B498-43B3-948B-1728B52AA6E4}">
                <adec:decorative xmlns:adec="http://schemas.microsoft.com/office/drawing/2017/decorative" val="1"/>
              </a:ext>
            </a:extLst>
          </p:cNvPr>
          <p:cNvSpPr/>
          <p:nvPr userDrawn="1"/>
        </p:nvSpPr>
        <p:spPr>
          <a:xfrm flipH="1">
            <a:off x="478123" y="6003177"/>
            <a:ext cx="427411" cy="854823"/>
          </a:xfrm>
          <a:custGeom>
            <a:avLst/>
            <a:gdLst>
              <a:gd name="connsiteX0" fmla="*/ 561975 w 561975"/>
              <a:gd name="connsiteY0" fmla="*/ 0 h 1123950"/>
              <a:gd name="connsiteX1" fmla="*/ 561975 w 561975"/>
              <a:gd name="connsiteY1" fmla="*/ 1123950 h 1123950"/>
              <a:gd name="connsiteX2" fmla="*/ 0 w 561975"/>
              <a:gd name="connsiteY2" fmla="*/ 561975 h 1123950"/>
              <a:gd name="connsiteX3" fmla="*/ 561975 w 561975"/>
              <a:gd name="connsiteY3" fmla="*/ 0 h 1123950"/>
            </a:gdLst>
            <a:ahLst/>
            <a:cxnLst>
              <a:cxn ang="0">
                <a:pos x="connsiteX0" y="connsiteY0"/>
              </a:cxn>
              <a:cxn ang="0">
                <a:pos x="connsiteX1" y="connsiteY1"/>
              </a:cxn>
              <a:cxn ang="0">
                <a:pos x="connsiteX2" y="connsiteY2"/>
              </a:cxn>
              <a:cxn ang="0">
                <a:pos x="connsiteX3" y="connsiteY3"/>
              </a:cxn>
            </a:cxnLst>
            <a:rect l="l" t="t" r="r" b="b"/>
            <a:pathLst>
              <a:path w="561975" h="1123950">
                <a:moveTo>
                  <a:pt x="561975" y="0"/>
                </a:moveTo>
                <a:lnTo>
                  <a:pt x="561975" y="1123950"/>
                </a:lnTo>
                <a:cubicBezTo>
                  <a:pt x="251605" y="1123950"/>
                  <a:pt x="0" y="872345"/>
                  <a:pt x="0" y="561975"/>
                </a:cubicBezTo>
                <a:cubicBezTo>
                  <a:pt x="0" y="251605"/>
                  <a:pt x="251605" y="0"/>
                  <a:pt x="561975" y="0"/>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Tree>
    <p:extLst>
      <p:ext uri="{BB962C8B-B14F-4D97-AF65-F5344CB8AC3E}">
        <p14:creationId xmlns:p14="http://schemas.microsoft.com/office/powerpoint/2010/main" val="160778886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Content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844000" y="831919"/>
            <a:ext cx="3494314" cy="5194161"/>
          </a:xfrm>
        </p:spPr>
        <p:txBody>
          <a:bodyPr anchor="b">
            <a:noAutofit/>
          </a:bodyPr>
          <a:lstStyle>
            <a:lvl1pPr>
              <a:defRPr sz="3600"/>
            </a:lvl1pPr>
          </a:lstStyle>
          <a:p>
            <a:r>
              <a:rPr lang="en-US"/>
              <a:t>Click to edit Master title style</a:t>
            </a:r>
          </a:p>
        </p:txBody>
      </p:sp>
      <p:sp>
        <p:nvSpPr>
          <p:cNvPr id="6" name="Content Placeholder 2">
            <a:extLst>
              <a:ext uri="{FF2B5EF4-FFF2-40B4-BE49-F238E27FC236}">
                <a16:creationId xmlns:a16="http://schemas.microsoft.com/office/drawing/2014/main" id="{CA46B297-C880-6157-3B17-0BC02453DF43}"/>
              </a:ext>
            </a:extLst>
          </p:cNvPr>
          <p:cNvSpPr>
            <a:spLocks noGrp="1"/>
          </p:cNvSpPr>
          <p:nvPr>
            <p:ph idx="1"/>
          </p:nvPr>
        </p:nvSpPr>
        <p:spPr>
          <a:xfrm>
            <a:off x="4572000" y="831919"/>
            <a:ext cx="6742545" cy="5194161"/>
          </a:xfrm>
        </p:spPr>
        <p:txBody>
          <a:bodyPr anchor="b">
            <a:normAutofit/>
          </a:bodyPr>
          <a:lstStyle>
            <a:lvl1pPr marL="0" indent="0">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Date Placeholder 3">
            <a:extLst>
              <a:ext uri="{FF2B5EF4-FFF2-40B4-BE49-F238E27FC236}">
                <a16:creationId xmlns:a16="http://schemas.microsoft.com/office/drawing/2014/main" id="{0EECDA90-A26B-C002-52AC-C255703344E7}"/>
              </a:ext>
            </a:extLst>
          </p:cNvPr>
          <p:cNvSpPr>
            <a:spLocks noGrp="1"/>
          </p:cNvSpPr>
          <p:nvPr>
            <p:ph type="dt" sz="half" idx="14"/>
          </p:nvPr>
        </p:nvSpPr>
        <p:spPr>
          <a:xfrm>
            <a:off x="1174751" y="6400800"/>
            <a:ext cx="2743200" cy="266700"/>
          </a:xfrm>
        </p:spPr>
        <p:txBody>
          <a:bodyPr lIns="0" tIns="0" rIns="0" bIns="0"/>
          <a:lstStyle>
            <a:lvl1pPr>
              <a:defRPr>
                <a:solidFill>
                  <a:schemeClr val="tx1"/>
                </a:solidFill>
              </a:defRPr>
            </a:lvl1pPr>
          </a:lstStyle>
          <a:p>
            <a:r>
              <a:rPr lang="en-US" altLang="zh-CN" dirty="0"/>
              <a:t>03/12/2025</a:t>
            </a:r>
            <a:fld id="{FD138C57-8E3B-4697-92F8-0ED9B71F7E17}" type="datetime1">
              <a:rPr lang="en-US" smtClean="0"/>
              <a:pPr/>
              <a:t>3/5/2026</a:t>
            </a:fld>
            <a:endParaRPr lang="en-US"/>
          </a:p>
        </p:txBody>
      </p:sp>
      <p:sp>
        <p:nvSpPr>
          <p:cNvPr id="5" name="Footer Placeholder 4">
            <a:extLst>
              <a:ext uri="{FF2B5EF4-FFF2-40B4-BE49-F238E27FC236}">
                <a16:creationId xmlns:a16="http://schemas.microsoft.com/office/drawing/2014/main" id="{8C97998B-12FC-4418-98A3-E280DFBA8A28}"/>
              </a:ext>
            </a:extLst>
          </p:cNvPr>
          <p:cNvSpPr>
            <a:spLocks noGrp="1"/>
          </p:cNvSpPr>
          <p:nvPr>
            <p:ph type="ftr" sz="quarter" idx="11"/>
          </p:nvPr>
        </p:nvSpPr>
        <p:spPr>
          <a:xfrm>
            <a:off x="4267200" y="6400800"/>
            <a:ext cx="3657600" cy="266700"/>
          </a:xfrm>
        </p:spPr>
        <p:txBody>
          <a:bodyPr/>
          <a:lstStyle>
            <a:lvl1pPr algn="ctr">
              <a:defRPr/>
            </a:lvl1pPr>
          </a:lstStyle>
          <a:p>
            <a:r>
              <a:rPr lang="en-US"/>
              <a:t>Sample Footer Text</a:t>
            </a:r>
          </a:p>
        </p:txBody>
      </p:sp>
      <p:sp>
        <p:nvSpPr>
          <p:cNvPr id="4" name="Slide Number Placeholder 5">
            <a:extLst>
              <a:ext uri="{FF2B5EF4-FFF2-40B4-BE49-F238E27FC236}">
                <a16:creationId xmlns:a16="http://schemas.microsoft.com/office/drawing/2014/main" id="{1B562A23-051B-C681-23C4-7436AC39641B}"/>
              </a:ext>
            </a:extLst>
          </p:cNvPr>
          <p:cNvSpPr>
            <a:spLocks noGrp="1"/>
          </p:cNvSpPr>
          <p:nvPr>
            <p:ph type="sldNum" sz="quarter" idx="12"/>
          </p:nvPr>
        </p:nvSpPr>
        <p:spPr>
          <a:xfrm>
            <a:off x="8274049" y="6400800"/>
            <a:ext cx="3241675" cy="266700"/>
          </a:xfrm>
        </p:spPr>
        <p:txBody>
          <a:bodyPr/>
          <a:lstStyle>
            <a:lvl1pPr algn="r">
              <a:defRPr/>
            </a:lvl1pPr>
          </a:lstStyle>
          <a:p>
            <a:fld id="{CC057153-B650-4DEB-B370-79DDCFDCE934}" type="slidenum">
              <a:rPr lang="en-US" smtClean="0"/>
              <a:pPr/>
              <a:t>‹#›</a:t>
            </a:fld>
            <a:endParaRPr lang="en-US"/>
          </a:p>
        </p:txBody>
      </p:sp>
      <p:sp>
        <p:nvSpPr>
          <p:cNvPr id="3" name="Freeform: Shape 59">
            <a:extLst>
              <a:ext uri="{FF2B5EF4-FFF2-40B4-BE49-F238E27FC236}">
                <a16:creationId xmlns:a16="http://schemas.microsoft.com/office/drawing/2014/main" id="{9702558A-53E4-8EAB-6E0F-09871DB4F6CB}"/>
              </a:ext>
              <a:ext uri="{C183D7F6-B498-43B3-948B-1728B52AA6E4}">
                <adec:decorative xmlns:adec="http://schemas.microsoft.com/office/drawing/2017/decorative" val="1"/>
              </a:ext>
            </a:extLst>
          </p:cNvPr>
          <p:cNvSpPr/>
          <p:nvPr userDrawn="1"/>
        </p:nvSpPr>
        <p:spPr>
          <a:xfrm flipH="1">
            <a:off x="10886461" y="0"/>
            <a:ext cx="652769" cy="654548"/>
          </a:xfrm>
          <a:custGeom>
            <a:avLst/>
            <a:gdLst>
              <a:gd name="connsiteX0" fmla="*/ 1497298 w 1497298"/>
              <a:gd name="connsiteY0" fmla="*/ 0 h 1457281"/>
              <a:gd name="connsiteX1" fmla="*/ 0 w 1497298"/>
              <a:gd name="connsiteY1" fmla="*/ 0 h 1457281"/>
              <a:gd name="connsiteX2" fmla="*/ 0 w 1497298"/>
              <a:gd name="connsiteY2" fmla="*/ 1457281 h 1457281"/>
            </a:gdLst>
            <a:ahLst/>
            <a:cxnLst>
              <a:cxn ang="0">
                <a:pos x="connsiteX0" y="connsiteY0"/>
              </a:cxn>
              <a:cxn ang="0">
                <a:pos x="connsiteX1" y="connsiteY1"/>
              </a:cxn>
              <a:cxn ang="0">
                <a:pos x="connsiteX2" y="connsiteY2"/>
              </a:cxn>
            </a:cxnLst>
            <a:rect l="l" t="t" r="r" b="b"/>
            <a:pathLst>
              <a:path w="1497298" h="1457281">
                <a:moveTo>
                  <a:pt x="1497298" y="0"/>
                </a:moveTo>
                <a:lnTo>
                  <a:pt x="0" y="0"/>
                </a:lnTo>
                <a:lnTo>
                  <a:pt x="0" y="1457281"/>
                </a:lnTo>
                <a:close/>
              </a:path>
            </a:pathLst>
          </a:custGeom>
          <a:solidFill>
            <a:schemeClr val="accent3"/>
          </a:solidFill>
          <a:ln w="9525" cap="flat">
            <a:noFill/>
            <a:prstDash val="solid"/>
            <a:miter/>
          </a:ln>
        </p:spPr>
        <p:txBody>
          <a:bodyPr rtlCol="0" anchor="ctr"/>
          <a:lstStyle/>
          <a:p>
            <a:pPr lvl="0"/>
            <a:endParaRPr lang="zh-CN" altLang="en-US">
              <a:solidFill>
                <a:schemeClr val="tx1"/>
              </a:solidFill>
            </a:endParaRPr>
          </a:p>
        </p:txBody>
      </p:sp>
      <p:sp>
        <p:nvSpPr>
          <p:cNvPr id="7" name="Rectangle 9">
            <a:extLst>
              <a:ext uri="{FF2B5EF4-FFF2-40B4-BE49-F238E27FC236}">
                <a16:creationId xmlns:a16="http://schemas.microsoft.com/office/drawing/2014/main" id="{4D9D4F1C-0061-C3CC-D460-24FDA6B88E35}"/>
              </a:ext>
              <a:ext uri="{C183D7F6-B498-43B3-948B-1728B52AA6E4}">
                <adec:decorative xmlns:adec="http://schemas.microsoft.com/office/drawing/2017/decorative" val="1"/>
              </a:ext>
            </a:extLst>
          </p:cNvPr>
          <p:cNvSpPr/>
          <p:nvPr userDrawn="1"/>
        </p:nvSpPr>
        <p:spPr>
          <a:xfrm rot="16200000" flipV="1">
            <a:off x="11538341" y="890"/>
            <a:ext cx="654549" cy="652769"/>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Rectangle 11">
            <a:extLst>
              <a:ext uri="{FF2B5EF4-FFF2-40B4-BE49-F238E27FC236}">
                <a16:creationId xmlns:a16="http://schemas.microsoft.com/office/drawing/2014/main" id="{BE74AEB5-27F7-D3F7-353D-F0C293E28AF4}"/>
              </a:ext>
              <a:ext uri="{C183D7F6-B498-43B3-948B-1728B52AA6E4}">
                <adec:decorative xmlns:adec="http://schemas.microsoft.com/office/drawing/2017/decorative" val="1"/>
              </a:ext>
            </a:extLst>
          </p:cNvPr>
          <p:cNvSpPr/>
          <p:nvPr userDrawn="1"/>
        </p:nvSpPr>
        <p:spPr>
          <a:xfrm rot="16200000" flipH="1">
            <a:off x="-889" y="6204342"/>
            <a:ext cx="654546" cy="652769"/>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Freeform: Shape 59">
            <a:extLst>
              <a:ext uri="{FF2B5EF4-FFF2-40B4-BE49-F238E27FC236}">
                <a16:creationId xmlns:a16="http://schemas.microsoft.com/office/drawing/2014/main" id="{038BAB3B-0C8B-44FB-985D-D01959AF8B02}"/>
              </a:ext>
              <a:ext uri="{C183D7F6-B498-43B3-948B-1728B52AA6E4}">
                <adec:decorative xmlns:adec="http://schemas.microsoft.com/office/drawing/2017/decorative" val="1"/>
              </a:ext>
            </a:extLst>
          </p:cNvPr>
          <p:cNvSpPr/>
          <p:nvPr userDrawn="1"/>
        </p:nvSpPr>
        <p:spPr>
          <a:xfrm flipV="1">
            <a:off x="652769" y="6203452"/>
            <a:ext cx="652769" cy="654548"/>
          </a:xfrm>
          <a:custGeom>
            <a:avLst/>
            <a:gdLst>
              <a:gd name="connsiteX0" fmla="*/ 1497298 w 1497298"/>
              <a:gd name="connsiteY0" fmla="*/ 0 h 1457281"/>
              <a:gd name="connsiteX1" fmla="*/ 0 w 1497298"/>
              <a:gd name="connsiteY1" fmla="*/ 0 h 1457281"/>
              <a:gd name="connsiteX2" fmla="*/ 0 w 1497298"/>
              <a:gd name="connsiteY2" fmla="*/ 1457281 h 1457281"/>
            </a:gdLst>
            <a:ahLst/>
            <a:cxnLst>
              <a:cxn ang="0">
                <a:pos x="connsiteX0" y="connsiteY0"/>
              </a:cxn>
              <a:cxn ang="0">
                <a:pos x="connsiteX1" y="connsiteY1"/>
              </a:cxn>
              <a:cxn ang="0">
                <a:pos x="connsiteX2" y="connsiteY2"/>
              </a:cxn>
            </a:cxnLst>
            <a:rect l="l" t="t" r="r" b="b"/>
            <a:pathLst>
              <a:path w="1497298" h="1457281">
                <a:moveTo>
                  <a:pt x="1497298" y="0"/>
                </a:moveTo>
                <a:lnTo>
                  <a:pt x="0" y="0"/>
                </a:lnTo>
                <a:lnTo>
                  <a:pt x="0" y="1457281"/>
                </a:lnTo>
                <a:close/>
              </a:path>
            </a:pathLst>
          </a:custGeom>
          <a:solidFill>
            <a:schemeClr val="accent3"/>
          </a:solidFill>
          <a:ln w="9525" cap="flat">
            <a:noFill/>
            <a:prstDash val="solid"/>
            <a:miter/>
          </a:ln>
        </p:spPr>
        <p:txBody>
          <a:bodyPr rtlCol="0" anchor="ctr"/>
          <a:lstStyle/>
          <a:p>
            <a:pPr lvl="0"/>
            <a:endParaRPr lang="zh-CN" altLang="en-US">
              <a:solidFill>
                <a:schemeClr val="tx1"/>
              </a:solidFill>
            </a:endParaRPr>
          </a:p>
        </p:txBody>
      </p:sp>
    </p:spTree>
    <p:extLst>
      <p:ext uri="{BB962C8B-B14F-4D97-AF65-F5344CB8AC3E}">
        <p14:creationId xmlns:p14="http://schemas.microsoft.com/office/powerpoint/2010/main" val="148106460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ent Photo 1">
    <p:spTree>
      <p:nvGrpSpPr>
        <p:cNvPr id="1" name=""/>
        <p:cNvGrpSpPr/>
        <p:nvPr/>
      </p:nvGrpSpPr>
      <p:grpSpPr>
        <a:xfrm>
          <a:off x="0" y="0"/>
          <a:ext cx="0" cy="0"/>
          <a:chOff x="0" y="0"/>
          <a:chExt cx="0" cy="0"/>
        </a:xfrm>
      </p:grpSpPr>
      <p:sp>
        <p:nvSpPr>
          <p:cNvPr id="30" name="Rectangle 6">
            <a:extLst>
              <a:ext uri="{FF2B5EF4-FFF2-40B4-BE49-F238E27FC236}">
                <a16:creationId xmlns:a16="http://schemas.microsoft.com/office/drawing/2014/main" id="{F32ACEC3-9042-9CA8-6E03-E51EC9B00D90}"/>
              </a:ext>
              <a:ext uri="{C183D7F6-B498-43B3-948B-1728B52AA6E4}">
                <adec:decorative xmlns:adec="http://schemas.microsoft.com/office/drawing/2017/decorative" val="1"/>
              </a:ext>
            </a:extLst>
          </p:cNvPr>
          <p:cNvSpPr/>
          <p:nvPr userDrawn="1"/>
        </p:nvSpPr>
        <p:spPr>
          <a:xfrm rot="5400000">
            <a:off x="3066943" y="3479693"/>
            <a:ext cx="311361" cy="6445253"/>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16" name="Freeform: Shape 59">
            <a:extLst>
              <a:ext uri="{FF2B5EF4-FFF2-40B4-BE49-F238E27FC236}">
                <a16:creationId xmlns:a16="http://schemas.microsoft.com/office/drawing/2014/main" id="{C406346C-7029-3258-5052-CEF732EAE233}"/>
              </a:ext>
              <a:ext uri="{C183D7F6-B498-43B3-948B-1728B52AA6E4}">
                <adec:decorative xmlns:adec="http://schemas.microsoft.com/office/drawing/2017/decorative" val="1"/>
              </a:ext>
            </a:extLst>
          </p:cNvPr>
          <p:cNvSpPr/>
          <p:nvPr userDrawn="1"/>
        </p:nvSpPr>
        <p:spPr>
          <a:xfrm rot="5400000" flipV="1">
            <a:off x="72519" y="6473316"/>
            <a:ext cx="312166" cy="457202"/>
          </a:xfrm>
          <a:custGeom>
            <a:avLst/>
            <a:gdLst>
              <a:gd name="connsiteX0" fmla="*/ 1497298 w 1497298"/>
              <a:gd name="connsiteY0" fmla="*/ 0 h 1457281"/>
              <a:gd name="connsiteX1" fmla="*/ 0 w 1497298"/>
              <a:gd name="connsiteY1" fmla="*/ 0 h 1457281"/>
              <a:gd name="connsiteX2" fmla="*/ 0 w 1497298"/>
              <a:gd name="connsiteY2" fmla="*/ 1457281 h 1457281"/>
            </a:gdLst>
            <a:ahLst/>
            <a:cxnLst>
              <a:cxn ang="0">
                <a:pos x="connsiteX0" y="connsiteY0"/>
              </a:cxn>
              <a:cxn ang="0">
                <a:pos x="connsiteX1" y="connsiteY1"/>
              </a:cxn>
              <a:cxn ang="0">
                <a:pos x="connsiteX2" y="connsiteY2"/>
              </a:cxn>
            </a:cxnLst>
            <a:rect l="l" t="t" r="r" b="b"/>
            <a:pathLst>
              <a:path w="1497298" h="1457281">
                <a:moveTo>
                  <a:pt x="1497298" y="0"/>
                </a:moveTo>
                <a:lnTo>
                  <a:pt x="0" y="0"/>
                </a:lnTo>
                <a:lnTo>
                  <a:pt x="0" y="1457281"/>
                </a:lnTo>
                <a:close/>
              </a:path>
            </a:pathLst>
          </a:custGeom>
          <a:solidFill>
            <a:schemeClr val="accent3"/>
          </a:solidFill>
          <a:ln w="9525" cap="flat">
            <a:noFill/>
            <a:prstDash val="solid"/>
            <a:miter/>
          </a:ln>
        </p:spPr>
        <p:txBody>
          <a:bodyPr rtlCol="0" anchor="ctr"/>
          <a:lstStyle/>
          <a:p>
            <a:pPr lvl="0"/>
            <a:endParaRPr lang="zh-CN" altLang="en-US">
              <a:solidFill>
                <a:schemeClr val="tx1"/>
              </a:solidFill>
            </a:endParaRPr>
          </a:p>
        </p:txBody>
      </p:sp>
      <p:sp>
        <p:nvSpPr>
          <p:cNvPr id="32" name="Rectangle 6">
            <a:extLst>
              <a:ext uri="{FF2B5EF4-FFF2-40B4-BE49-F238E27FC236}">
                <a16:creationId xmlns:a16="http://schemas.microsoft.com/office/drawing/2014/main" id="{1525127B-EAD0-C6C2-5539-A82B684A5CE6}"/>
              </a:ext>
              <a:ext uri="{C183D7F6-B498-43B3-948B-1728B52AA6E4}">
                <adec:decorative xmlns:adec="http://schemas.microsoft.com/office/drawing/2017/decorative" val="1"/>
              </a:ext>
            </a:extLst>
          </p:cNvPr>
          <p:cNvSpPr/>
          <p:nvPr userDrawn="1"/>
        </p:nvSpPr>
        <p:spPr>
          <a:xfrm rot="5400000">
            <a:off x="8416414" y="4574671"/>
            <a:ext cx="312166" cy="4254496"/>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33" name="Rectangle 6">
            <a:extLst>
              <a:ext uri="{FF2B5EF4-FFF2-40B4-BE49-F238E27FC236}">
                <a16:creationId xmlns:a16="http://schemas.microsoft.com/office/drawing/2014/main" id="{0AD2D883-EB46-4708-231E-8E06FFCC0CD2}"/>
              </a:ext>
              <a:ext uri="{C183D7F6-B498-43B3-948B-1728B52AA6E4}">
                <adec:decorative xmlns:adec="http://schemas.microsoft.com/office/drawing/2017/decorative" val="1"/>
              </a:ext>
            </a:extLst>
          </p:cNvPr>
          <p:cNvSpPr/>
          <p:nvPr userDrawn="1"/>
        </p:nvSpPr>
        <p:spPr>
          <a:xfrm rot="5400000">
            <a:off x="11290193" y="5956192"/>
            <a:ext cx="311360" cy="1492256"/>
          </a:xfrm>
          <a:prstGeom prst="rect">
            <a:avLst/>
          </a:prstGeom>
          <a:solidFill>
            <a:schemeClr val="accent3"/>
          </a:solidFill>
          <a:ln w="9525" cap="flat">
            <a:noFill/>
            <a:prstDash val="solid"/>
            <a:miter/>
          </a:ln>
        </p:spPr>
        <p:txBody>
          <a:bodyPr rtlCol="0" anchor="ctr"/>
          <a:lstStyle/>
          <a:p>
            <a:pPr lvl="0"/>
            <a:endParaRPr lang="zh-CN" altLang="en-US">
              <a:solidFill>
                <a:schemeClr val="tx1"/>
              </a:solidFill>
            </a:endParaRPr>
          </a:p>
        </p:txBody>
      </p:sp>
      <p:sp>
        <p:nvSpPr>
          <p:cNvPr id="2" name="Title 1">
            <a:extLst>
              <a:ext uri="{FF2B5EF4-FFF2-40B4-BE49-F238E27FC236}">
                <a16:creationId xmlns:a16="http://schemas.microsoft.com/office/drawing/2014/main" id="{FAF3BB49-A328-F121-7F27-DEB7C3CC2B0F}"/>
              </a:ext>
            </a:extLst>
          </p:cNvPr>
          <p:cNvSpPr>
            <a:spLocks noGrp="1"/>
          </p:cNvSpPr>
          <p:nvPr>
            <p:ph type="title" hasCustomPrompt="1"/>
          </p:nvPr>
        </p:nvSpPr>
        <p:spPr>
          <a:xfrm>
            <a:off x="1313395" y="886783"/>
            <a:ext cx="9386350" cy="1132258"/>
          </a:xfrm>
        </p:spPr>
        <p:txBody>
          <a:bodyPr anchor="ctr">
            <a:noAutofit/>
          </a:bodyPr>
          <a:lstStyle>
            <a:lvl1pPr algn="ctr">
              <a:defRPr sz="3600"/>
            </a:lvl1pPr>
          </a:lstStyle>
          <a:p>
            <a:r>
              <a:rPr lang="en-US" dirty="0"/>
              <a:t>Click to edit Master title style</a:t>
            </a:r>
          </a:p>
        </p:txBody>
      </p:sp>
      <p:sp>
        <p:nvSpPr>
          <p:cNvPr id="3" name="Content Placeholder 2">
            <a:extLst>
              <a:ext uri="{FF2B5EF4-FFF2-40B4-BE49-F238E27FC236}">
                <a16:creationId xmlns:a16="http://schemas.microsoft.com/office/drawing/2014/main" id="{C251700B-05FA-57C3-2F6D-E68122FE6B91}"/>
              </a:ext>
            </a:extLst>
          </p:cNvPr>
          <p:cNvSpPr>
            <a:spLocks noGrp="1"/>
          </p:cNvSpPr>
          <p:nvPr>
            <p:ph idx="1"/>
          </p:nvPr>
        </p:nvSpPr>
        <p:spPr>
          <a:xfrm>
            <a:off x="1313396" y="2698032"/>
            <a:ext cx="4459331" cy="2957429"/>
          </a:xfrm>
        </p:spPr>
        <p:txBody>
          <a:bodyPr>
            <a:normAutofit/>
          </a:bodyPr>
          <a:lstStyle>
            <a:lvl1pPr marL="0" indent="0">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6659150" y="2698032"/>
            <a:ext cx="4040595" cy="2957429"/>
          </a:xfrm>
        </p:spPr>
        <p:txBody>
          <a:bodyPr/>
          <a:lstStyle/>
          <a:p>
            <a:endParaRPr lang="en-US"/>
          </a:p>
        </p:txBody>
      </p:sp>
      <p:sp>
        <p:nvSpPr>
          <p:cNvPr id="12" name="Date Placeholder 3">
            <a:extLst>
              <a:ext uri="{FF2B5EF4-FFF2-40B4-BE49-F238E27FC236}">
                <a16:creationId xmlns:a16="http://schemas.microsoft.com/office/drawing/2014/main" id="{DA9F9493-409B-15D0-BE96-3C506B18E000}"/>
              </a:ext>
            </a:extLst>
          </p:cNvPr>
          <p:cNvSpPr>
            <a:spLocks noGrp="1"/>
          </p:cNvSpPr>
          <p:nvPr>
            <p:ph type="dt" sz="half" idx="10"/>
          </p:nvPr>
        </p:nvSpPr>
        <p:spPr>
          <a:xfrm>
            <a:off x="657225" y="6400800"/>
            <a:ext cx="2743200" cy="266700"/>
          </a:xfrm>
        </p:spPr>
        <p:txBody>
          <a:bodyPr/>
          <a:lstStyle/>
          <a:p>
            <a:r>
              <a:rPr lang="en-US" altLang="zh-CN" dirty="0"/>
              <a:t>03/12/2025</a:t>
            </a:r>
            <a:fld id="{FD138C57-8E3B-4697-92F8-0ED9B71F7E17}" type="datetime1">
              <a:rPr lang="en-US" smtClean="0"/>
              <a:t>3/5/2026</a:t>
            </a:fld>
            <a:endParaRPr lang="en-US"/>
          </a:p>
        </p:txBody>
      </p:sp>
      <p:sp>
        <p:nvSpPr>
          <p:cNvPr id="10" name="Footer Placeholder 4">
            <a:extLst>
              <a:ext uri="{FF2B5EF4-FFF2-40B4-BE49-F238E27FC236}">
                <a16:creationId xmlns:a16="http://schemas.microsoft.com/office/drawing/2014/main" id="{D1E01870-8427-A77F-33A2-524EAE9E1026}"/>
              </a:ext>
            </a:extLst>
          </p:cNvPr>
          <p:cNvSpPr>
            <a:spLocks noGrp="1"/>
          </p:cNvSpPr>
          <p:nvPr>
            <p:ph type="ftr" sz="quarter" idx="11"/>
          </p:nvPr>
        </p:nvSpPr>
        <p:spPr>
          <a:xfrm>
            <a:off x="4267200" y="6400800"/>
            <a:ext cx="3657600" cy="266700"/>
          </a:xfrm>
        </p:spPr>
        <p:txBody>
          <a:bodyPr/>
          <a:lstStyle>
            <a:lvl1pPr algn="ctr">
              <a:defRPr/>
            </a:lvl1pPr>
          </a:lstStyle>
          <a:p>
            <a:r>
              <a:rPr lang="en-US"/>
              <a:t>Sample Footer Text</a:t>
            </a:r>
          </a:p>
        </p:txBody>
      </p:sp>
      <p:sp>
        <p:nvSpPr>
          <p:cNvPr id="9" name="Slide Number Placeholder 5">
            <a:extLst>
              <a:ext uri="{FF2B5EF4-FFF2-40B4-BE49-F238E27FC236}">
                <a16:creationId xmlns:a16="http://schemas.microsoft.com/office/drawing/2014/main" id="{40307E41-6967-98D0-2B22-C44AADD69EAF}"/>
              </a:ext>
            </a:extLst>
          </p:cNvPr>
          <p:cNvSpPr>
            <a:spLocks noGrp="1"/>
          </p:cNvSpPr>
          <p:nvPr>
            <p:ph type="sldNum" sz="quarter" idx="12"/>
          </p:nvPr>
        </p:nvSpPr>
        <p:spPr>
          <a:xfrm>
            <a:off x="8274049" y="6400800"/>
            <a:ext cx="3241675" cy="266700"/>
          </a:xfrm>
        </p:spPr>
        <p:txBody>
          <a:bodyPr/>
          <a:lstStyle>
            <a:lvl1pPr algn="r">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139251424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ntent Photo 2">
    <p:spTree>
      <p:nvGrpSpPr>
        <p:cNvPr id="1" name=""/>
        <p:cNvGrpSpPr/>
        <p:nvPr/>
      </p:nvGrpSpPr>
      <p:grpSpPr>
        <a:xfrm>
          <a:off x="0" y="0"/>
          <a:ext cx="0" cy="0"/>
          <a:chOff x="0" y="0"/>
          <a:chExt cx="0" cy="0"/>
        </a:xfrm>
      </p:grpSpPr>
      <p:sp>
        <p:nvSpPr>
          <p:cNvPr id="6" name="Rectangle 6">
            <a:extLst>
              <a:ext uri="{FF2B5EF4-FFF2-40B4-BE49-F238E27FC236}">
                <a16:creationId xmlns:a16="http://schemas.microsoft.com/office/drawing/2014/main" id="{8CE92327-3D7D-91A2-CBCF-20D7848814A2}"/>
              </a:ext>
              <a:ext uri="{C183D7F6-B498-43B3-948B-1728B52AA6E4}">
                <adec:decorative xmlns:adec="http://schemas.microsoft.com/office/drawing/2017/decorative" val="1"/>
              </a:ext>
            </a:extLst>
          </p:cNvPr>
          <p:cNvSpPr/>
          <p:nvPr userDrawn="1"/>
        </p:nvSpPr>
        <p:spPr>
          <a:xfrm rot="5400000">
            <a:off x="766930" y="5779705"/>
            <a:ext cx="311361" cy="184523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30" name="Title 1">
            <a:extLst>
              <a:ext uri="{FF2B5EF4-FFF2-40B4-BE49-F238E27FC236}">
                <a16:creationId xmlns:a16="http://schemas.microsoft.com/office/drawing/2014/main" id="{5611E7B7-7FBD-C6BE-4220-4A9AFC269A33}"/>
              </a:ext>
            </a:extLst>
          </p:cNvPr>
          <p:cNvSpPr>
            <a:spLocks noGrp="1"/>
          </p:cNvSpPr>
          <p:nvPr>
            <p:ph type="title" hasCustomPrompt="1"/>
          </p:nvPr>
        </p:nvSpPr>
        <p:spPr>
          <a:xfrm>
            <a:off x="1313394" y="886783"/>
            <a:ext cx="9386351" cy="1132258"/>
          </a:xfrm>
        </p:spPr>
        <p:txBody>
          <a:bodyPr anchor="ctr">
            <a:noAutofit/>
          </a:bodyPr>
          <a:lstStyle>
            <a:lvl1pPr algn="ctr">
              <a:defRPr sz="3600"/>
            </a:lvl1pPr>
          </a:lstStyle>
          <a:p>
            <a:r>
              <a:rPr lang="en-US"/>
              <a:t>Click to edit Master title style</a:t>
            </a:r>
          </a:p>
        </p:txBody>
      </p:sp>
      <p:sp>
        <p:nvSpPr>
          <p:cNvPr id="31" name="Picture Placeholder 10">
            <a:extLst>
              <a:ext uri="{FF2B5EF4-FFF2-40B4-BE49-F238E27FC236}">
                <a16:creationId xmlns:a16="http://schemas.microsoft.com/office/drawing/2014/main" id="{694C599F-AFDE-9701-5E41-913EF170A2AF}"/>
              </a:ext>
            </a:extLst>
          </p:cNvPr>
          <p:cNvSpPr>
            <a:spLocks noGrp="1"/>
          </p:cNvSpPr>
          <p:nvPr>
            <p:ph type="pic" sz="quarter" idx="13"/>
          </p:nvPr>
        </p:nvSpPr>
        <p:spPr>
          <a:xfrm>
            <a:off x="1314096" y="2698032"/>
            <a:ext cx="4040595" cy="2957429"/>
          </a:xfrm>
        </p:spPr>
        <p:txBody>
          <a:bodyPr/>
          <a:lstStyle/>
          <a:p>
            <a:endParaRPr lang="en-US"/>
          </a:p>
        </p:txBody>
      </p:sp>
      <p:sp>
        <p:nvSpPr>
          <p:cNvPr id="3" name="Content Placeholder 2">
            <a:extLst>
              <a:ext uri="{FF2B5EF4-FFF2-40B4-BE49-F238E27FC236}">
                <a16:creationId xmlns:a16="http://schemas.microsoft.com/office/drawing/2014/main" id="{DADA4ECD-4494-EA14-631D-9D60BF413E7F}"/>
              </a:ext>
            </a:extLst>
          </p:cNvPr>
          <p:cNvSpPr>
            <a:spLocks noGrp="1"/>
          </p:cNvSpPr>
          <p:nvPr>
            <p:ph idx="1"/>
          </p:nvPr>
        </p:nvSpPr>
        <p:spPr>
          <a:xfrm>
            <a:off x="6240414" y="2698032"/>
            <a:ext cx="4459331" cy="2957429"/>
          </a:xfrm>
        </p:spPr>
        <p:txBody>
          <a:bodyPr>
            <a:normAutofit/>
          </a:bodyPr>
          <a:lstStyle>
            <a:lvl1pPr marL="0" indent="0">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4" name="Date Placeholder 3">
            <a:extLst>
              <a:ext uri="{FF2B5EF4-FFF2-40B4-BE49-F238E27FC236}">
                <a16:creationId xmlns:a16="http://schemas.microsoft.com/office/drawing/2014/main" id="{6979BA07-7690-B8B0-F566-619EBF2C6D42}"/>
              </a:ext>
            </a:extLst>
          </p:cNvPr>
          <p:cNvSpPr>
            <a:spLocks noGrp="1"/>
          </p:cNvSpPr>
          <p:nvPr>
            <p:ph type="dt" sz="half" idx="10"/>
          </p:nvPr>
        </p:nvSpPr>
        <p:spPr>
          <a:xfrm>
            <a:off x="657225" y="6400800"/>
            <a:ext cx="2743200" cy="266700"/>
          </a:xfrm>
        </p:spPr>
        <p:txBody>
          <a:bodyPr/>
          <a:lstStyle/>
          <a:p>
            <a:r>
              <a:rPr lang="en-US" altLang="zh-CN" dirty="0"/>
              <a:t>03/12/2025</a:t>
            </a:r>
            <a:fld id="{FD138C57-8E3B-4697-92F8-0ED9B71F7E17}" type="datetime1">
              <a:rPr lang="en-US" smtClean="0"/>
              <a:t>3/5/2026</a:t>
            </a:fld>
            <a:endParaRPr lang="en-US"/>
          </a:p>
        </p:txBody>
      </p:sp>
      <p:sp>
        <p:nvSpPr>
          <p:cNvPr id="23" name="Footer Placeholder 4">
            <a:extLst>
              <a:ext uri="{FF2B5EF4-FFF2-40B4-BE49-F238E27FC236}">
                <a16:creationId xmlns:a16="http://schemas.microsoft.com/office/drawing/2014/main" id="{3B42A884-4919-DB12-4A6A-A0629C84BF87}"/>
              </a:ext>
            </a:extLst>
          </p:cNvPr>
          <p:cNvSpPr>
            <a:spLocks noGrp="1"/>
          </p:cNvSpPr>
          <p:nvPr>
            <p:ph type="ftr" sz="quarter" idx="11"/>
          </p:nvPr>
        </p:nvSpPr>
        <p:spPr>
          <a:xfrm>
            <a:off x="4267200" y="6400800"/>
            <a:ext cx="3657600" cy="266700"/>
          </a:xfrm>
        </p:spPr>
        <p:txBody>
          <a:bodyPr/>
          <a:lstStyle>
            <a:lvl1pPr algn="ctr">
              <a:defRPr/>
            </a:lvl1pPr>
          </a:lstStyle>
          <a:p>
            <a:r>
              <a:rPr lang="en-US"/>
              <a:t>Sample Footer Text</a:t>
            </a:r>
          </a:p>
        </p:txBody>
      </p:sp>
      <p:sp>
        <p:nvSpPr>
          <p:cNvPr id="22" name="Slide Number Placeholder 5">
            <a:extLst>
              <a:ext uri="{FF2B5EF4-FFF2-40B4-BE49-F238E27FC236}">
                <a16:creationId xmlns:a16="http://schemas.microsoft.com/office/drawing/2014/main" id="{30A143ED-F5E5-1F8B-C749-6CB144228E0A}"/>
              </a:ext>
            </a:extLst>
          </p:cNvPr>
          <p:cNvSpPr>
            <a:spLocks noGrp="1"/>
          </p:cNvSpPr>
          <p:nvPr>
            <p:ph type="sldNum" sz="quarter" idx="12"/>
          </p:nvPr>
        </p:nvSpPr>
        <p:spPr>
          <a:xfrm>
            <a:off x="8274049" y="6400800"/>
            <a:ext cx="3241675" cy="266700"/>
          </a:xfrm>
        </p:spPr>
        <p:txBody>
          <a:bodyPr/>
          <a:lstStyle>
            <a:lvl1pPr algn="r">
              <a:defRPr/>
            </a:lvl1pPr>
          </a:lstStyle>
          <a:p>
            <a:fld id="{CC057153-B650-4DEB-B370-79DDCFDCE934}" type="slidenum">
              <a:rPr lang="en-US" smtClean="0"/>
              <a:pPr/>
              <a:t>‹#›</a:t>
            </a:fld>
            <a:endParaRPr lang="en-US"/>
          </a:p>
        </p:txBody>
      </p:sp>
      <p:sp>
        <p:nvSpPr>
          <p:cNvPr id="2" name="Rectangle 8">
            <a:extLst>
              <a:ext uri="{FF2B5EF4-FFF2-40B4-BE49-F238E27FC236}">
                <a16:creationId xmlns:a16="http://schemas.microsoft.com/office/drawing/2014/main" id="{72328280-7591-87BA-48BC-57154E8F9200}"/>
              </a:ext>
              <a:ext uri="{C183D7F6-B498-43B3-948B-1728B52AA6E4}">
                <adec:decorative xmlns:adec="http://schemas.microsoft.com/office/drawing/2017/decorative" val="1"/>
              </a:ext>
            </a:extLst>
          </p:cNvPr>
          <p:cNvSpPr/>
          <p:nvPr userDrawn="1"/>
        </p:nvSpPr>
        <p:spPr>
          <a:xfrm rot="16200000" flipH="1">
            <a:off x="10715814" y="-681672"/>
            <a:ext cx="311360" cy="167470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Rectangle 9">
            <a:extLst>
              <a:ext uri="{FF2B5EF4-FFF2-40B4-BE49-F238E27FC236}">
                <a16:creationId xmlns:a16="http://schemas.microsoft.com/office/drawing/2014/main" id="{7E2E09B4-079D-3AC2-569B-351AC77F305D}"/>
              </a:ext>
              <a:ext uri="{C183D7F6-B498-43B3-948B-1728B52AA6E4}">
                <adec:decorative xmlns:adec="http://schemas.microsoft.com/office/drawing/2017/decorative" val="1"/>
              </a:ext>
            </a:extLst>
          </p:cNvPr>
          <p:cNvSpPr/>
          <p:nvPr userDrawn="1"/>
        </p:nvSpPr>
        <p:spPr>
          <a:xfrm rot="16200000" flipH="1">
            <a:off x="11795962" y="-84996"/>
            <a:ext cx="311359" cy="481353"/>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Tree>
    <p:extLst>
      <p:ext uri="{BB962C8B-B14F-4D97-AF65-F5344CB8AC3E}">
        <p14:creationId xmlns:p14="http://schemas.microsoft.com/office/powerpoint/2010/main" val="197866232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ntent Photo 3">
    <p:spTree>
      <p:nvGrpSpPr>
        <p:cNvPr id="1" name=""/>
        <p:cNvGrpSpPr/>
        <p:nvPr/>
      </p:nvGrpSpPr>
      <p:grpSpPr>
        <a:xfrm>
          <a:off x="0" y="0"/>
          <a:ext cx="0" cy="0"/>
          <a:chOff x="0" y="0"/>
          <a:chExt cx="0" cy="0"/>
        </a:xfrm>
      </p:grpSpPr>
      <p:sp>
        <p:nvSpPr>
          <p:cNvPr id="22" name="Rectangle 6">
            <a:extLst>
              <a:ext uri="{FF2B5EF4-FFF2-40B4-BE49-F238E27FC236}">
                <a16:creationId xmlns:a16="http://schemas.microsoft.com/office/drawing/2014/main" id="{67A2B41B-7B73-7F7C-BDE4-B64E367EFCF6}"/>
              </a:ext>
              <a:ext uri="{C183D7F6-B498-43B3-948B-1728B52AA6E4}">
                <adec:decorative xmlns:adec="http://schemas.microsoft.com/office/drawing/2017/decorative" val="1"/>
              </a:ext>
            </a:extLst>
          </p:cNvPr>
          <p:cNvSpPr/>
          <p:nvPr userDrawn="1"/>
        </p:nvSpPr>
        <p:spPr>
          <a:xfrm rot="5400000">
            <a:off x="3066943" y="3479693"/>
            <a:ext cx="311361" cy="6445253"/>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2" name="Freeform: Shape 59">
            <a:extLst>
              <a:ext uri="{FF2B5EF4-FFF2-40B4-BE49-F238E27FC236}">
                <a16:creationId xmlns:a16="http://schemas.microsoft.com/office/drawing/2014/main" id="{ECD5DF8A-9681-079A-0E04-84852AD0BEB5}"/>
              </a:ext>
              <a:ext uri="{C183D7F6-B498-43B3-948B-1728B52AA6E4}">
                <adec:decorative xmlns:adec="http://schemas.microsoft.com/office/drawing/2017/decorative" val="1"/>
              </a:ext>
            </a:extLst>
          </p:cNvPr>
          <p:cNvSpPr/>
          <p:nvPr userDrawn="1"/>
        </p:nvSpPr>
        <p:spPr>
          <a:xfrm rot="5400000" flipV="1">
            <a:off x="72519" y="6473316"/>
            <a:ext cx="312166" cy="457202"/>
          </a:xfrm>
          <a:custGeom>
            <a:avLst/>
            <a:gdLst>
              <a:gd name="connsiteX0" fmla="*/ 1497298 w 1497298"/>
              <a:gd name="connsiteY0" fmla="*/ 0 h 1457281"/>
              <a:gd name="connsiteX1" fmla="*/ 0 w 1497298"/>
              <a:gd name="connsiteY1" fmla="*/ 0 h 1457281"/>
              <a:gd name="connsiteX2" fmla="*/ 0 w 1497298"/>
              <a:gd name="connsiteY2" fmla="*/ 1457281 h 1457281"/>
            </a:gdLst>
            <a:ahLst/>
            <a:cxnLst>
              <a:cxn ang="0">
                <a:pos x="connsiteX0" y="connsiteY0"/>
              </a:cxn>
              <a:cxn ang="0">
                <a:pos x="connsiteX1" y="connsiteY1"/>
              </a:cxn>
              <a:cxn ang="0">
                <a:pos x="connsiteX2" y="connsiteY2"/>
              </a:cxn>
            </a:cxnLst>
            <a:rect l="l" t="t" r="r" b="b"/>
            <a:pathLst>
              <a:path w="1497298" h="1457281">
                <a:moveTo>
                  <a:pt x="1497298" y="0"/>
                </a:moveTo>
                <a:lnTo>
                  <a:pt x="0" y="0"/>
                </a:lnTo>
                <a:lnTo>
                  <a:pt x="0" y="1457281"/>
                </a:lnTo>
                <a:close/>
              </a:path>
            </a:pathLst>
          </a:custGeom>
          <a:solidFill>
            <a:schemeClr val="accent3"/>
          </a:solidFill>
          <a:ln w="9525" cap="flat">
            <a:noFill/>
            <a:prstDash val="solid"/>
            <a:miter/>
          </a:ln>
        </p:spPr>
        <p:txBody>
          <a:bodyPr rtlCol="0" anchor="ctr"/>
          <a:lstStyle/>
          <a:p>
            <a:pPr lvl="0"/>
            <a:endParaRPr lang="zh-CN" altLang="en-US">
              <a:solidFill>
                <a:schemeClr val="tx1"/>
              </a:solidFill>
            </a:endParaRPr>
          </a:p>
        </p:txBody>
      </p:sp>
      <p:sp>
        <p:nvSpPr>
          <p:cNvPr id="24" name="Rectangle 6">
            <a:extLst>
              <a:ext uri="{FF2B5EF4-FFF2-40B4-BE49-F238E27FC236}">
                <a16:creationId xmlns:a16="http://schemas.microsoft.com/office/drawing/2014/main" id="{826C698D-FB25-B1C4-B155-8945F7603371}"/>
              </a:ext>
              <a:ext uri="{C183D7F6-B498-43B3-948B-1728B52AA6E4}">
                <adec:decorative xmlns:adec="http://schemas.microsoft.com/office/drawing/2017/decorative" val="1"/>
              </a:ext>
            </a:extLst>
          </p:cNvPr>
          <p:cNvSpPr/>
          <p:nvPr userDrawn="1"/>
        </p:nvSpPr>
        <p:spPr>
          <a:xfrm rot="5400000">
            <a:off x="8416414" y="4574671"/>
            <a:ext cx="312166" cy="4254496"/>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25" name="Rectangle 6">
            <a:extLst>
              <a:ext uri="{FF2B5EF4-FFF2-40B4-BE49-F238E27FC236}">
                <a16:creationId xmlns:a16="http://schemas.microsoft.com/office/drawing/2014/main" id="{0DCB0DA2-1A73-EDEF-65E1-746EFDD23CDF}"/>
              </a:ext>
              <a:ext uri="{C183D7F6-B498-43B3-948B-1728B52AA6E4}">
                <adec:decorative xmlns:adec="http://schemas.microsoft.com/office/drawing/2017/decorative" val="1"/>
              </a:ext>
            </a:extLst>
          </p:cNvPr>
          <p:cNvSpPr/>
          <p:nvPr userDrawn="1"/>
        </p:nvSpPr>
        <p:spPr>
          <a:xfrm rot="5400000">
            <a:off x="11290193" y="5956192"/>
            <a:ext cx="311360" cy="1492256"/>
          </a:xfrm>
          <a:prstGeom prst="rect">
            <a:avLst/>
          </a:prstGeom>
          <a:solidFill>
            <a:schemeClr val="accent3"/>
          </a:solidFill>
          <a:ln w="9525" cap="flat">
            <a:noFill/>
            <a:prstDash val="solid"/>
            <a:miter/>
          </a:ln>
        </p:spPr>
        <p:txBody>
          <a:bodyPr rtlCol="0" anchor="ctr"/>
          <a:lstStyle/>
          <a:p>
            <a:pPr lvl="0"/>
            <a:endParaRPr lang="zh-CN" altLang="en-US">
              <a:solidFill>
                <a:schemeClr val="tx1"/>
              </a:solidFill>
            </a:endParaRPr>
          </a:p>
        </p:txBody>
      </p:sp>
      <p:sp>
        <p:nvSpPr>
          <p:cNvPr id="13" name="Title 1">
            <a:extLst>
              <a:ext uri="{FF2B5EF4-FFF2-40B4-BE49-F238E27FC236}">
                <a16:creationId xmlns:a16="http://schemas.microsoft.com/office/drawing/2014/main" id="{49BD555F-4F6F-4781-E21D-653B8734556A}"/>
              </a:ext>
            </a:extLst>
          </p:cNvPr>
          <p:cNvSpPr>
            <a:spLocks noGrp="1"/>
          </p:cNvSpPr>
          <p:nvPr>
            <p:ph type="title" hasCustomPrompt="1"/>
          </p:nvPr>
        </p:nvSpPr>
        <p:spPr>
          <a:xfrm>
            <a:off x="844000" y="886783"/>
            <a:ext cx="10504000" cy="1132258"/>
          </a:xfrm>
        </p:spPr>
        <p:txBody>
          <a:bodyPr anchor="ctr">
            <a:noAutofit/>
          </a:bodyPr>
          <a:lstStyle>
            <a:lvl1pPr>
              <a:defRPr sz="3600"/>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844001" y="2187607"/>
            <a:ext cx="10504000" cy="1823347"/>
          </a:xfrm>
        </p:spPr>
        <p:txBody>
          <a:bodyPr/>
          <a:lstStyle/>
          <a:p>
            <a:endParaRPr lang="en-US"/>
          </a:p>
        </p:txBody>
      </p:sp>
      <p:sp>
        <p:nvSpPr>
          <p:cNvPr id="3" name="Content Placeholder 2">
            <a:extLst>
              <a:ext uri="{FF2B5EF4-FFF2-40B4-BE49-F238E27FC236}">
                <a16:creationId xmlns:a16="http://schemas.microsoft.com/office/drawing/2014/main" id="{F58B0601-C34C-BDF8-8583-9991A91F8EF6}"/>
              </a:ext>
            </a:extLst>
          </p:cNvPr>
          <p:cNvSpPr>
            <a:spLocks noGrp="1"/>
          </p:cNvSpPr>
          <p:nvPr>
            <p:ph idx="1"/>
          </p:nvPr>
        </p:nvSpPr>
        <p:spPr>
          <a:xfrm>
            <a:off x="844000" y="4202973"/>
            <a:ext cx="10504000" cy="1498668"/>
          </a:xfrm>
        </p:spPr>
        <p:txBody>
          <a:bodyPr>
            <a:normAutofit/>
          </a:bodyPr>
          <a:lstStyle>
            <a:lvl1pPr marL="0" indent="0">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Date Placeholder 3">
            <a:extLst>
              <a:ext uri="{FF2B5EF4-FFF2-40B4-BE49-F238E27FC236}">
                <a16:creationId xmlns:a16="http://schemas.microsoft.com/office/drawing/2014/main" id="{65F96EBD-A9C3-5CC5-2542-574F1140282D}"/>
              </a:ext>
            </a:extLst>
          </p:cNvPr>
          <p:cNvSpPr>
            <a:spLocks noGrp="1"/>
          </p:cNvSpPr>
          <p:nvPr>
            <p:ph type="dt" sz="half" idx="10"/>
          </p:nvPr>
        </p:nvSpPr>
        <p:spPr>
          <a:xfrm>
            <a:off x="657225" y="6400800"/>
            <a:ext cx="2743200" cy="266700"/>
          </a:xfrm>
        </p:spPr>
        <p:txBody>
          <a:bodyPr lIns="0" tIns="0" rIns="0" bIns="0"/>
          <a:lstStyle/>
          <a:p>
            <a:r>
              <a:rPr lang="en-US" altLang="zh-CN" dirty="0"/>
              <a:t>03/12/2025</a:t>
            </a:r>
            <a:fld id="{FD138C57-8E3B-4697-92F8-0ED9B71F7E17}" type="datetime1">
              <a:rPr lang="en-US" smtClean="0"/>
              <a:t>3/5/2026</a:t>
            </a:fld>
            <a:endParaRPr lang="en-US"/>
          </a:p>
        </p:txBody>
      </p:sp>
      <p:sp>
        <p:nvSpPr>
          <p:cNvPr id="7" name="Footer Placeholder 4">
            <a:extLst>
              <a:ext uri="{FF2B5EF4-FFF2-40B4-BE49-F238E27FC236}">
                <a16:creationId xmlns:a16="http://schemas.microsoft.com/office/drawing/2014/main" id="{0D8FB8D1-F05B-FD90-FBC8-67149E0FAF70}"/>
              </a:ext>
            </a:extLst>
          </p:cNvPr>
          <p:cNvSpPr>
            <a:spLocks noGrp="1"/>
          </p:cNvSpPr>
          <p:nvPr>
            <p:ph type="ftr" sz="quarter" idx="11"/>
          </p:nvPr>
        </p:nvSpPr>
        <p:spPr>
          <a:xfrm>
            <a:off x="4267200" y="6400800"/>
            <a:ext cx="3657600" cy="266700"/>
          </a:xfrm>
        </p:spPr>
        <p:txBody>
          <a:bodyPr lIns="0" tIns="0" rIns="0" bIns="0"/>
          <a:lstStyle>
            <a:lvl1pPr algn="ctr">
              <a:defRPr/>
            </a:lvl1pPr>
          </a:lstStyle>
          <a:p>
            <a:r>
              <a:rPr lang="en-US"/>
              <a:t>Sample Footer Text</a:t>
            </a:r>
          </a:p>
        </p:txBody>
      </p:sp>
      <p:sp>
        <p:nvSpPr>
          <p:cNvPr id="6" name="Slide Number Placeholder 5">
            <a:extLst>
              <a:ext uri="{FF2B5EF4-FFF2-40B4-BE49-F238E27FC236}">
                <a16:creationId xmlns:a16="http://schemas.microsoft.com/office/drawing/2014/main" id="{06EE84F2-1BC7-D2C7-0CEC-215889190C4D}"/>
              </a:ext>
            </a:extLst>
          </p:cNvPr>
          <p:cNvSpPr>
            <a:spLocks noGrp="1"/>
          </p:cNvSpPr>
          <p:nvPr>
            <p:ph type="sldNum" sz="quarter" idx="12"/>
          </p:nvPr>
        </p:nvSpPr>
        <p:spPr>
          <a:xfrm>
            <a:off x="8274049" y="6400800"/>
            <a:ext cx="3241675" cy="266700"/>
          </a:xfrm>
        </p:spPr>
        <p:txBody>
          <a:bodyPr lIns="0" tIns="0" rIns="0" bIns="0"/>
          <a:lstStyle>
            <a:lvl1pPr algn="r">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189529550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ntent Photo 4">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DAB4555F-BCE5-B734-1A0A-7B68F143CD87}"/>
              </a:ext>
            </a:extLst>
          </p:cNvPr>
          <p:cNvSpPr>
            <a:spLocks noGrp="1"/>
          </p:cNvSpPr>
          <p:nvPr>
            <p:ph type="title" hasCustomPrompt="1"/>
          </p:nvPr>
        </p:nvSpPr>
        <p:spPr>
          <a:xfrm>
            <a:off x="1313394" y="886783"/>
            <a:ext cx="9386350" cy="1132258"/>
          </a:xfrm>
        </p:spPr>
        <p:txBody>
          <a:bodyPr anchor="ctr">
            <a:noAutofit/>
          </a:bodyPr>
          <a:lstStyle>
            <a:lvl1pPr algn="ctr">
              <a:defRPr sz="3600"/>
            </a:lvl1pPr>
          </a:lstStyle>
          <a:p>
            <a:r>
              <a:rPr lang="en-US"/>
              <a:t>Click to edit Master title style</a:t>
            </a:r>
          </a:p>
        </p:txBody>
      </p:sp>
      <p:sp>
        <p:nvSpPr>
          <p:cNvPr id="2" name="Content Placeholder 2">
            <a:extLst>
              <a:ext uri="{FF2B5EF4-FFF2-40B4-BE49-F238E27FC236}">
                <a16:creationId xmlns:a16="http://schemas.microsoft.com/office/drawing/2014/main" id="{B59458D0-3685-F716-1340-4CA2129FC0A3}"/>
              </a:ext>
            </a:extLst>
          </p:cNvPr>
          <p:cNvSpPr>
            <a:spLocks noGrp="1"/>
          </p:cNvSpPr>
          <p:nvPr>
            <p:ph idx="1"/>
          </p:nvPr>
        </p:nvSpPr>
        <p:spPr>
          <a:xfrm>
            <a:off x="1313396" y="2698032"/>
            <a:ext cx="4782604" cy="2957429"/>
          </a:xfrm>
        </p:spPr>
        <p:txBody>
          <a:bodyPr>
            <a:normAutofit/>
          </a:bodyPr>
          <a:lstStyle>
            <a:lvl1pPr marL="0" indent="0">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Picture Placeholder 10">
            <a:extLst>
              <a:ext uri="{FF2B5EF4-FFF2-40B4-BE49-F238E27FC236}">
                <a16:creationId xmlns:a16="http://schemas.microsoft.com/office/drawing/2014/main" id="{41874ABC-5130-9579-629F-5CECD6DC2F74}"/>
              </a:ext>
            </a:extLst>
          </p:cNvPr>
          <p:cNvSpPr>
            <a:spLocks noGrp="1"/>
          </p:cNvSpPr>
          <p:nvPr>
            <p:ph type="pic" sz="quarter" idx="13"/>
          </p:nvPr>
        </p:nvSpPr>
        <p:spPr>
          <a:xfrm>
            <a:off x="6659149" y="2698033"/>
            <a:ext cx="4040595" cy="2957428"/>
          </a:xfrm>
        </p:spPr>
        <p:txBody>
          <a:bodyPr/>
          <a:lstStyle/>
          <a:p>
            <a:endParaRPr lang="en-US"/>
          </a:p>
        </p:txBody>
      </p:sp>
      <p:sp>
        <p:nvSpPr>
          <p:cNvPr id="10" name="Date Placeholder 3">
            <a:extLst>
              <a:ext uri="{FF2B5EF4-FFF2-40B4-BE49-F238E27FC236}">
                <a16:creationId xmlns:a16="http://schemas.microsoft.com/office/drawing/2014/main" id="{B5FDF597-FAC1-BC65-1C5C-5C7AA57F1D25}"/>
              </a:ext>
            </a:extLst>
          </p:cNvPr>
          <p:cNvSpPr>
            <a:spLocks noGrp="1"/>
          </p:cNvSpPr>
          <p:nvPr>
            <p:ph type="dt" sz="half" idx="10"/>
          </p:nvPr>
        </p:nvSpPr>
        <p:spPr>
          <a:xfrm>
            <a:off x="657225" y="6400800"/>
            <a:ext cx="2743200" cy="266700"/>
          </a:xfrm>
        </p:spPr>
        <p:txBody>
          <a:bodyPr lIns="0" tIns="0" rIns="0" bIns="0"/>
          <a:lstStyle/>
          <a:p>
            <a:r>
              <a:rPr lang="en-US" altLang="zh-CN" dirty="0"/>
              <a:t>03/12/2025</a:t>
            </a:r>
            <a:fld id="{FD138C57-8E3B-4697-92F8-0ED9B71F7E17}" type="datetime1">
              <a:rPr lang="en-US" smtClean="0"/>
              <a:t>3/5/2026</a:t>
            </a:fld>
            <a:endParaRPr lang="en-US"/>
          </a:p>
        </p:txBody>
      </p:sp>
      <p:sp>
        <p:nvSpPr>
          <p:cNvPr id="9" name="Footer Placeholder 4">
            <a:extLst>
              <a:ext uri="{FF2B5EF4-FFF2-40B4-BE49-F238E27FC236}">
                <a16:creationId xmlns:a16="http://schemas.microsoft.com/office/drawing/2014/main" id="{68CF5147-075A-42DE-BA84-4D53ACCBC3F9}"/>
              </a:ext>
            </a:extLst>
          </p:cNvPr>
          <p:cNvSpPr>
            <a:spLocks noGrp="1"/>
          </p:cNvSpPr>
          <p:nvPr>
            <p:ph type="ftr" sz="quarter" idx="11"/>
          </p:nvPr>
        </p:nvSpPr>
        <p:spPr>
          <a:xfrm>
            <a:off x="4267200" y="6400800"/>
            <a:ext cx="3657600" cy="266700"/>
          </a:xfrm>
        </p:spPr>
        <p:txBody>
          <a:bodyPr lIns="0" tIns="0" rIns="0" bIns="0"/>
          <a:lstStyle>
            <a:lvl1pPr algn="ctr">
              <a:defRPr/>
            </a:lvl1pPr>
          </a:lstStyle>
          <a:p>
            <a:r>
              <a:rPr lang="en-US"/>
              <a:t>Sample Footer Text</a:t>
            </a:r>
          </a:p>
        </p:txBody>
      </p:sp>
      <p:sp>
        <p:nvSpPr>
          <p:cNvPr id="4" name="Slide Number Placeholder 5">
            <a:extLst>
              <a:ext uri="{FF2B5EF4-FFF2-40B4-BE49-F238E27FC236}">
                <a16:creationId xmlns:a16="http://schemas.microsoft.com/office/drawing/2014/main" id="{A966F281-4FB2-63EB-5F87-0CE9630EA374}"/>
              </a:ext>
            </a:extLst>
          </p:cNvPr>
          <p:cNvSpPr>
            <a:spLocks noGrp="1"/>
          </p:cNvSpPr>
          <p:nvPr>
            <p:ph type="sldNum" sz="quarter" idx="12"/>
          </p:nvPr>
        </p:nvSpPr>
        <p:spPr>
          <a:xfrm>
            <a:off x="8274049" y="6400800"/>
            <a:ext cx="3241675" cy="266700"/>
          </a:xfrm>
        </p:spPr>
        <p:txBody>
          <a:bodyPr lIns="0" tIns="0" rIns="0" bIns="0"/>
          <a:lstStyle>
            <a:lvl1pPr algn="r">
              <a:defRPr/>
            </a:lvl1pPr>
          </a:lstStyle>
          <a:p>
            <a:fld id="{CC057153-B650-4DEB-B370-79DDCFDCE934}" type="slidenum">
              <a:rPr lang="en-US" smtClean="0"/>
              <a:pPr/>
              <a:t>‹#›</a:t>
            </a:fld>
            <a:endParaRPr lang="en-US"/>
          </a:p>
        </p:txBody>
      </p:sp>
      <p:sp>
        <p:nvSpPr>
          <p:cNvPr id="28" name="Rectangle 6">
            <a:extLst>
              <a:ext uri="{FF2B5EF4-FFF2-40B4-BE49-F238E27FC236}">
                <a16:creationId xmlns:a16="http://schemas.microsoft.com/office/drawing/2014/main" id="{FB09EC07-8CA4-4E29-5495-97F9FF909426}"/>
              </a:ext>
              <a:ext uri="{C183D7F6-B498-43B3-948B-1728B52AA6E4}">
                <adec:decorative xmlns:adec="http://schemas.microsoft.com/office/drawing/2017/decorative" val="1"/>
              </a:ext>
            </a:extLst>
          </p:cNvPr>
          <p:cNvSpPr/>
          <p:nvPr userDrawn="1"/>
        </p:nvSpPr>
        <p:spPr>
          <a:xfrm rot="5400000">
            <a:off x="11716760" y="-163879"/>
            <a:ext cx="312165" cy="638315"/>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29" name="Rectangle 6">
            <a:extLst>
              <a:ext uri="{FF2B5EF4-FFF2-40B4-BE49-F238E27FC236}">
                <a16:creationId xmlns:a16="http://schemas.microsoft.com/office/drawing/2014/main" id="{7907203D-D192-301A-C181-9D4573A85D7A}"/>
              </a:ext>
              <a:ext uri="{C183D7F6-B498-43B3-948B-1728B52AA6E4}">
                <adec:decorative xmlns:adec="http://schemas.microsoft.com/office/drawing/2017/decorative" val="1"/>
              </a:ext>
            </a:extLst>
          </p:cNvPr>
          <p:cNvSpPr/>
          <p:nvPr userDrawn="1"/>
        </p:nvSpPr>
        <p:spPr>
          <a:xfrm rot="5400000">
            <a:off x="8843383" y="-2398940"/>
            <a:ext cx="312165" cy="5108436"/>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30" name="Rectangle 6">
            <a:extLst>
              <a:ext uri="{FF2B5EF4-FFF2-40B4-BE49-F238E27FC236}">
                <a16:creationId xmlns:a16="http://schemas.microsoft.com/office/drawing/2014/main" id="{C631F856-0C45-8546-C095-0C0B6F379299}"/>
              </a:ext>
              <a:ext uri="{C183D7F6-B498-43B3-948B-1728B52AA6E4}">
                <adec:decorative xmlns:adec="http://schemas.microsoft.com/office/drawing/2017/decorative" val="1"/>
              </a:ext>
            </a:extLst>
          </p:cNvPr>
          <p:cNvSpPr/>
          <p:nvPr userDrawn="1"/>
        </p:nvSpPr>
        <p:spPr>
          <a:xfrm rot="5400000">
            <a:off x="3066943" y="-3066947"/>
            <a:ext cx="311361" cy="6445253"/>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31" name="Freeform: Shape 59">
            <a:extLst>
              <a:ext uri="{FF2B5EF4-FFF2-40B4-BE49-F238E27FC236}">
                <a16:creationId xmlns:a16="http://schemas.microsoft.com/office/drawing/2014/main" id="{924F2AA6-5AE1-A2E0-1742-8C4205481A29}"/>
              </a:ext>
              <a:ext uri="{C183D7F6-B498-43B3-948B-1728B52AA6E4}">
                <adec:decorative xmlns:adec="http://schemas.microsoft.com/office/drawing/2017/decorative" val="1"/>
              </a:ext>
            </a:extLst>
          </p:cNvPr>
          <p:cNvSpPr/>
          <p:nvPr userDrawn="1"/>
        </p:nvSpPr>
        <p:spPr>
          <a:xfrm rot="16200000" flipH="1" flipV="1">
            <a:off x="5673214" y="-460675"/>
            <a:ext cx="312166" cy="1231903"/>
          </a:xfrm>
          <a:custGeom>
            <a:avLst/>
            <a:gdLst>
              <a:gd name="connsiteX0" fmla="*/ 1497298 w 1497298"/>
              <a:gd name="connsiteY0" fmla="*/ 0 h 1457281"/>
              <a:gd name="connsiteX1" fmla="*/ 0 w 1497298"/>
              <a:gd name="connsiteY1" fmla="*/ 0 h 1457281"/>
              <a:gd name="connsiteX2" fmla="*/ 0 w 1497298"/>
              <a:gd name="connsiteY2" fmla="*/ 1457281 h 1457281"/>
            </a:gdLst>
            <a:ahLst/>
            <a:cxnLst>
              <a:cxn ang="0">
                <a:pos x="connsiteX0" y="connsiteY0"/>
              </a:cxn>
              <a:cxn ang="0">
                <a:pos x="connsiteX1" y="connsiteY1"/>
              </a:cxn>
              <a:cxn ang="0">
                <a:pos x="connsiteX2" y="connsiteY2"/>
              </a:cxn>
            </a:cxnLst>
            <a:rect l="l" t="t" r="r" b="b"/>
            <a:pathLst>
              <a:path w="1497298" h="1457281">
                <a:moveTo>
                  <a:pt x="1497298" y="0"/>
                </a:moveTo>
                <a:lnTo>
                  <a:pt x="0" y="0"/>
                </a:lnTo>
                <a:lnTo>
                  <a:pt x="0" y="1457281"/>
                </a:lnTo>
                <a:close/>
              </a:path>
            </a:pathLst>
          </a:custGeom>
          <a:solidFill>
            <a:schemeClr val="accent3"/>
          </a:solidFill>
          <a:ln w="9525" cap="flat">
            <a:noFill/>
            <a:prstDash val="solid"/>
            <a:miter/>
          </a:ln>
        </p:spPr>
        <p:txBody>
          <a:bodyPr rtlCol="0" anchor="ctr"/>
          <a:lstStyle/>
          <a:p>
            <a:pPr lvl="0"/>
            <a:endParaRPr lang="zh-CN" altLang="en-US">
              <a:solidFill>
                <a:schemeClr val="tx1"/>
              </a:solidFill>
            </a:endParaRPr>
          </a:p>
        </p:txBody>
      </p:sp>
    </p:spTree>
    <p:extLst>
      <p:ext uri="{BB962C8B-B14F-4D97-AF65-F5344CB8AC3E}">
        <p14:creationId xmlns:p14="http://schemas.microsoft.com/office/powerpoint/2010/main" val="103304290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ntent Photo 5">
    <p:spTree>
      <p:nvGrpSpPr>
        <p:cNvPr id="1" name=""/>
        <p:cNvGrpSpPr/>
        <p:nvPr/>
      </p:nvGrpSpPr>
      <p:grpSpPr>
        <a:xfrm>
          <a:off x="0" y="0"/>
          <a:ext cx="0" cy="0"/>
          <a:chOff x="0" y="0"/>
          <a:chExt cx="0" cy="0"/>
        </a:xfrm>
      </p:grpSpPr>
      <p:sp>
        <p:nvSpPr>
          <p:cNvPr id="26" name="Title 1">
            <a:extLst>
              <a:ext uri="{FF2B5EF4-FFF2-40B4-BE49-F238E27FC236}">
                <a16:creationId xmlns:a16="http://schemas.microsoft.com/office/drawing/2014/main" id="{155CA260-60C6-0862-8D37-67F8B32D7D2F}"/>
              </a:ext>
            </a:extLst>
          </p:cNvPr>
          <p:cNvSpPr>
            <a:spLocks noGrp="1"/>
          </p:cNvSpPr>
          <p:nvPr>
            <p:ph type="title" hasCustomPrompt="1"/>
          </p:nvPr>
        </p:nvSpPr>
        <p:spPr>
          <a:xfrm>
            <a:off x="1313395" y="886783"/>
            <a:ext cx="9386350" cy="1132258"/>
          </a:xfrm>
        </p:spPr>
        <p:txBody>
          <a:bodyPr anchor="ctr">
            <a:noAutofit/>
          </a:bodyPr>
          <a:lstStyle>
            <a:lvl1pPr algn="ctr">
              <a:defRPr sz="3600"/>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1314095" y="2698032"/>
            <a:ext cx="4040596" cy="2957429"/>
          </a:xfrm>
        </p:spPr>
        <p:txBody>
          <a:bodyPr/>
          <a:lstStyle/>
          <a:p>
            <a:endParaRPr lang="en-US"/>
          </a:p>
        </p:txBody>
      </p:sp>
      <p:sp>
        <p:nvSpPr>
          <p:cNvPr id="3" name="Content Placeholder 2">
            <a:extLst>
              <a:ext uri="{FF2B5EF4-FFF2-40B4-BE49-F238E27FC236}">
                <a16:creationId xmlns:a16="http://schemas.microsoft.com/office/drawing/2014/main" id="{C6D4AD2F-D082-4D53-364B-2AB7F22C4BE2}"/>
              </a:ext>
            </a:extLst>
          </p:cNvPr>
          <p:cNvSpPr>
            <a:spLocks noGrp="1"/>
          </p:cNvSpPr>
          <p:nvPr>
            <p:ph idx="1"/>
          </p:nvPr>
        </p:nvSpPr>
        <p:spPr>
          <a:xfrm>
            <a:off x="6240414" y="2698032"/>
            <a:ext cx="4459331" cy="2957429"/>
          </a:xfrm>
        </p:spPr>
        <p:txBody>
          <a:bodyPr>
            <a:normAutofit/>
          </a:bodyPr>
          <a:lstStyle>
            <a:lvl1pPr marL="0" indent="0">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Date Placeholder 3">
            <a:extLst>
              <a:ext uri="{FF2B5EF4-FFF2-40B4-BE49-F238E27FC236}">
                <a16:creationId xmlns:a16="http://schemas.microsoft.com/office/drawing/2014/main" id="{6F3427FD-24F0-2A8C-4797-41345DBC1469}"/>
              </a:ext>
            </a:extLst>
          </p:cNvPr>
          <p:cNvSpPr>
            <a:spLocks noGrp="1"/>
          </p:cNvSpPr>
          <p:nvPr>
            <p:ph type="dt" sz="half" idx="15"/>
          </p:nvPr>
        </p:nvSpPr>
        <p:spPr>
          <a:xfrm>
            <a:off x="1174751" y="6400800"/>
            <a:ext cx="2743200" cy="266700"/>
          </a:xfrm>
        </p:spPr>
        <p:txBody>
          <a:bodyPr lIns="0" tIns="0" rIns="0" bIns="0"/>
          <a:lstStyle>
            <a:lvl1pPr>
              <a:defRPr>
                <a:solidFill>
                  <a:schemeClr val="tx1"/>
                </a:solidFill>
              </a:defRPr>
            </a:lvl1pPr>
          </a:lstStyle>
          <a:p>
            <a:r>
              <a:rPr lang="en-US" altLang="zh-CN" dirty="0"/>
              <a:t>03/12/2025</a:t>
            </a:r>
            <a:fld id="{FD138C57-8E3B-4697-92F8-0ED9B71F7E17}" type="datetime1">
              <a:rPr lang="en-US" smtClean="0"/>
              <a:pPr/>
              <a:t>3/5/2026</a:t>
            </a:fld>
            <a:endParaRPr lang="en-US"/>
          </a:p>
        </p:txBody>
      </p:sp>
      <p:sp>
        <p:nvSpPr>
          <p:cNvPr id="6" name="Footer Placeholder 4">
            <a:extLst>
              <a:ext uri="{FF2B5EF4-FFF2-40B4-BE49-F238E27FC236}">
                <a16:creationId xmlns:a16="http://schemas.microsoft.com/office/drawing/2014/main" id="{655F9FEB-4B22-C769-CFAF-F6CF37A544DE}"/>
              </a:ext>
            </a:extLst>
          </p:cNvPr>
          <p:cNvSpPr>
            <a:spLocks noGrp="1"/>
          </p:cNvSpPr>
          <p:nvPr>
            <p:ph type="ftr" sz="quarter" idx="11"/>
          </p:nvPr>
        </p:nvSpPr>
        <p:spPr>
          <a:xfrm>
            <a:off x="4267200" y="6400800"/>
            <a:ext cx="3657600" cy="266700"/>
          </a:xfrm>
        </p:spPr>
        <p:txBody>
          <a:bodyPr/>
          <a:lstStyle>
            <a:lvl1pPr algn="ctr">
              <a:defRPr/>
            </a:lvl1pPr>
          </a:lstStyle>
          <a:p>
            <a:r>
              <a:rPr lang="en-US"/>
              <a:t>Sample Footer Text</a:t>
            </a:r>
          </a:p>
        </p:txBody>
      </p:sp>
      <p:sp>
        <p:nvSpPr>
          <p:cNvPr id="5" name="Slide Number Placeholder 5">
            <a:extLst>
              <a:ext uri="{FF2B5EF4-FFF2-40B4-BE49-F238E27FC236}">
                <a16:creationId xmlns:a16="http://schemas.microsoft.com/office/drawing/2014/main" id="{92E8B32F-8DE7-DA38-22D9-A4AB011E71FE}"/>
              </a:ext>
            </a:extLst>
          </p:cNvPr>
          <p:cNvSpPr>
            <a:spLocks noGrp="1"/>
          </p:cNvSpPr>
          <p:nvPr>
            <p:ph type="sldNum" sz="quarter" idx="12"/>
          </p:nvPr>
        </p:nvSpPr>
        <p:spPr>
          <a:xfrm>
            <a:off x="8274049" y="6400800"/>
            <a:ext cx="3241675" cy="266700"/>
          </a:xfrm>
        </p:spPr>
        <p:txBody>
          <a:bodyPr/>
          <a:lstStyle>
            <a:lvl1pPr algn="r">
              <a:defRPr/>
            </a:lvl1pPr>
          </a:lstStyle>
          <a:p>
            <a:fld id="{CC057153-B650-4DEB-B370-79DDCFDCE934}" type="slidenum">
              <a:rPr lang="en-US" smtClean="0"/>
              <a:pPr/>
              <a:t>‹#›</a:t>
            </a:fld>
            <a:endParaRPr lang="en-US"/>
          </a:p>
        </p:txBody>
      </p:sp>
      <p:sp>
        <p:nvSpPr>
          <p:cNvPr id="33" name="Freeform: Shape 16">
            <a:extLst>
              <a:ext uri="{FF2B5EF4-FFF2-40B4-BE49-F238E27FC236}">
                <a16:creationId xmlns:a16="http://schemas.microsoft.com/office/drawing/2014/main" id="{4FEF3EBE-C792-9A19-4F3A-11F8E85215E3}"/>
              </a:ext>
              <a:ext uri="{C183D7F6-B498-43B3-948B-1728B52AA6E4}">
                <adec:decorative xmlns:adec="http://schemas.microsoft.com/office/drawing/2017/decorative" val="1"/>
              </a:ext>
            </a:extLst>
          </p:cNvPr>
          <p:cNvSpPr/>
          <p:nvPr userDrawn="1"/>
        </p:nvSpPr>
        <p:spPr>
          <a:xfrm>
            <a:off x="11286467" y="0"/>
            <a:ext cx="427411" cy="854823"/>
          </a:xfrm>
          <a:custGeom>
            <a:avLst/>
            <a:gdLst>
              <a:gd name="connsiteX0" fmla="*/ 561975 w 561975"/>
              <a:gd name="connsiteY0" fmla="*/ 0 h 1123950"/>
              <a:gd name="connsiteX1" fmla="*/ 561975 w 561975"/>
              <a:gd name="connsiteY1" fmla="*/ 1123950 h 1123950"/>
              <a:gd name="connsiteX2" fmla="*/ 0 w 561975"/>
              <a:gd name="connsiteY2" fmla="*/ 561975 h 1123950"/>
              <a:gd name="connsiteX3" fmla="*/ 561975 w 561975"/>
              <a:gd name="connsiteY3" fmla="*/ 0 h 1123950"/>
            </a:gdLst>
            <a:ahLst/>
            <a:cxnLst>
              <a:cxn ang="0">
                <a:pos x="connsiteX0" y="connsiteY0"/>
              </a:cxn>
              <a:cxn ang="0">
                <a:pos x="connsiteX1" y="connsiteY1"/>
              </a:cxn>
              <a:cxn ang="0">
                <a:pos x="connsiteX2" y="connsiteY2"/>
              </a:cxn>
              <a:cxn ang="0">
                <a:pos x="connsiteX3" y="connsiteY3"/>
              </a:cxn>
            </a:cxnLst>
            <a:rect l="l" t="t" r="r" b="b"/>
            <a:pathLst>
              <a:path w="561975" h="1123950">
                <a:moveTo>
                  <a:pt x="561975" y="0"/>
                </a:moveTo>
                <a:lnTo>
                  <a:pt x="561975" y="1123950"/>
                </a:lnTo>
                <a:cubicBezTo>
                  <a:pt x="251605" y="1123950"/>
                  <a:pt x="0" y="872345"/>
                  <a:pt x="0" y="561975"/>
                </a:cubicBezTo>
                <a:cubicBezTo>
                  <a:pt x="0" y="251605"/>
                  <a:pt x="251605" y="0"/>
                  <a:pt x="561975" y="0"/>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34" name="Freeform: Shape 17">
            <a:extLst>
              <a:ext uri="{FF2B5EF4-FFF2-40B4-BE49-F238E27FC236}">
                <a16:creationId xmlns:a16="http://schemas.microsoft.com/office/drawing/2014/main" id="{32DD04BE-0EC2-B435-EC39-F70F0B4D4CD8}"/>
              </a:ext>
              <a:ext uri="{C183D7F6-B498-43B3-948B-1728B52AA6E4}">
                <adec:decorative xmlns:adec="http://schemas.microsoft.com/office/drawing/2017/decorative" val="1"/>
              </a:ext>
            </a:extLst>
          </p:cNvPr>
          <p:cNvSpPr/>
          <p:nvPr userDrawn="1"/>
        </p:nvSpPr>
        <p:spPr>
          <a:xfrm>
            <a:off x="11764589" y="0"/>
            <a:ext cx="427411" cy="854823"/>
          </a:xfrm>
          <a:custGeom>
            <a:avLst/>
            <a:gdLst>
              <a:gd name="connsiteX0" fmla="*/ 561975 w 561975"/>
              <a:gd name="connsiteY0" fmla="*/ 0 h 1123950"/>
              <a:gd name="connsiteX1" fmla="*/ 561975 w 561975"/>
              <a:gd name="connsiteY1" fmla="*/ 1123950 h 1123950"/>
              <a:gd name="connsiteX2" fmla="*/ 0 w 561975"/>
              <a:gd name="connsiteY2" fmla="*/ 561975 h 1123950"/>
              <a:gd name="connsiteX3" fmla="*/ 561975 w 561975"/>
              <a:gd name="connsiteY3" fmla="*/ 0 h 1123950"/>
            </a:gdLst>
            <a:ahLst/>
            <a:cxnLst>
              <a:cxn ang="0">
                <a:pos x="connsiteX0" y="connsiteY0"/>
              </a:cxn>
              <a:cxn ang="0">
                <a:pos x="connsiteX1" y="connsiteY1"/>
              </a:cxn>
              <a:cxn ang="0">
                <a:pos x="connsiteX2" y="connsiteY2"/>
              </a:cxn>
              <a:cxn ang="0">
                <a:pos x="connsiteX3" y="connsiteY3"/>
              </a:cxn>
            </a:cxnLst>
            <a:rect l="l" t="t" r="r" b="b"/>
            <a:pathLst>
              <a:path w="561975" h="1123950">
                <a:moveTo>
                  <a:pt x="561975" y="0"/>
                </a:moveTo>
                <a:lnTo>
                  <a:pt x="561975" y="1123950"/>
                </a:lnTo>
                <a:cubicBezTo>
                  <a:pt x="251605" y="1123950"/>
                  <a:pt x="0" y="872345"/>
                  <a:pt x="0" y="561975"/>
                </a:cubicBezTo>
                <a:cubicBezTo>
                  <a:pt x="0" y="251605"/>
                  <a:pt x="251605" y="0"/>
                  <a:pt x="561975" y="0"/>
                </a:cubicBez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35" name="Freeform: Shape 19">
            <a:extLst>
              <a:ext uri="{FF2B5EF4-FFF2-40B4-BE49-F238E27FC236}">
                <a16:creationId xmlns:a16="http://schemas.microsoft.com/office/drawing/2014/main" id="{C7346FF1-1F4E-6102-72E8-B661677DE603}"/>
              </a:ext>
              <a:ext uri="{C183D7F6-B498-43B3-948B-1728B52AA6E4}">
                <adec:decorative xmlns:adec="http://schemas.microsoft.com/office/drawing/2017/decorative" val="1"/>
              </a:ext>
            </a:extLst>
          </p:cNvPr>
          <p:cNvSpPr/>
          <p:nvPr userDrawn="1"/>
        </p:nvSpPr>
        <p:spPr>
          <a:xfrm flipH="1">
            <a:off x="0" y="6003177"/>
            <a:ext cx="427411" cy="854823"/>
          </a:xfrm>
          <a:custGeom>
            <a:avLst/>
            <a:gdLst>
              <a:gd name="connsiteX0" fmla="*/ 561975 w 561975"/>
              <a:gd name="connsiteY0" fmla="*/ 0 h 1123950"/>
              <a:gd name="connsiteX1" fmla="*/ 561975 w 561975"/>
              <a:gd name="connsiteY1" fmla="*/ 1123950 h 1123950"/>
              <a:gd name="connsiteX2" fmla="*/ 0 w 561975"/>
              <a:gd name="connsiteY2" fmla="*/ 561975 h 1123950"/>
              <a:gd name="connsiteX3" fmla="*/ 561975 w 561975"/>
              <a:gd name="connsiteY3" fmla="*/ 0 h 1123950"/>
            </a:gdLst>
            <a:ahLst/>
            <a:cxnLst>
              <a:cxn ang="0">
                <a:pos x="connsiteX0" y="connsiteY0"/>
              </a:cxn>
              <a:cxn ang="0">
                <a:pos x="connsiteX1" y="connsiteY1"/>
              </a:cxn>
              <a:cxn ang="0">
                <a:pos x="connsiteX2" y="connsiteY2"/>
              </a:cxn>
              <a:cxn ang="0">
                <a:pos x="connsiteX3" y="connsiteY3"/>
              </a:cxn>
            </a:cxnLst>
            <a:rect l="l" t="t" r="r" b="b"/>
            <a:pathLst>
              <a:path w="561975" h="1123950">
                <a:moveTo>
                  <a:pt x="561975" y="0"/>
                </a:moveTo>
                <a:lnTo>
                  <a:pt x="561975" y="1123950"/>
                </a:lnTo>
                <a:cubicBezTo>
                  <a:pt x="251605" y="1123950"/>
                  <a:pt x="0" y="872345"/>
                  <a:pt x="0" y="561975"/>
                </a:cubicBezTo>
                <a:cubicBezTo>
                  <a:pt x="0" y="251605"/>
                  <a:pt x="251605" y="0"/>
                  <a:pt x="561975" y="0"/>
                </a:cubicBez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36" name="Freeform: Shape 18">
            <a:extLst>
              <a:ext uri="{FF2B5EF4-FFF2-40B4-BE49-F238E27FC236}">
                <a16:creationId xmlns:a16="http://schemas.microsoft.com/office/drawing/2014/main" id="{281C9290-51EF-B467-0F94-917BE4AB6A2E}"/>
              </a:ext>
              <a:ext uri="{C183D7F6-B498-43B3-948B-1728B52AA6E4}">
                <adec:decorative xmlns:adec="http://schemas.microsoft.com/office/drawing/2017/decorative" val="1"/>
              </a:ext>
            </a:extLst>
          </p:cNvPr>
          <p:cNvSpPr/>
          <p:nvPr userDrawn="1"/>
        </p:nvSpPr>
        <p:spPr>
          <a:xfrm flipH="1">
            <a:off x="478123" y="6003177"/>
            <a:ext cx="427411" cy="854823"/>
          </a:xfrm>
          <a:custGeom>
            <a:avLst/>
            <a:gdLst>
              <a:gd name="connsiteX0" fmla="*/ 561975 w 561975"/>
              <a:gd name="connsiteY0" fmla="*/ 0 h 1123950"/>
              <a:gd name="connsiteX1" fmla="*/ 561975 w 561975"/>
              <a:gd name="connsiteY1" fmla="*/ 1123950 h 1123950"/>
              <a:gd name="connsiteX2" fmla="*/ 0 w 561975"/>
              <a:gd name="connsiteY2" fmla="*/ 561975 h 1123950"/>
              <a:gd name="connsiteX3" fmla="*/ 561975 w 561975"/>
              <a:gd name="connsiteY3" fmla="*/ 0 h 1123950"/>
            </a:gdLst>
            <a:ahLst/>
            <a:cxnLst>
              <a:cxn ang="0">
                <a:pos x="connsiteX0" y="connsiteY0"/>
              </a:cxn>
              <a:cxn ang="0">
                <a:pos x="connsiteX1" y="connsiteY1"/>
              </a:cxn>
              <a:cxn ang="0">
                <a:pos x="connsiteX2" y="connsiteY2"/>
              </a:cxn>
              <a:cxn ang="0">
                <a:pos x="connsiteX3" y="connsiteY3"/>
              </a:cxn>
            </a:cxnLst>
            <a:rect l="l" t="t" r="r" b="b"/>
            <a:pathLst>
              <a:path w="561975" h="1123950">
                <a:moveTo>
                  <a:pt x="561975" y="0"/>
                </a:moveTo>
                <a:lnTo>
                  <a:pt x="561975" y="1123950"/>
                </a:lnTo>
                <a:cubicBezTo>
                  <a:pt x="251605" y="1123950"/>
                  <a:pt x="0" y="872345"/>
                  <a:pt x="0" y="561975"/>
                </a:cubicBezTo>
                <a:cubicBezTo>
                  <a:pt x="0" y="251605"/>
                  <a:pt x="251605" y="0"/>
                  <a:pt x="561975" y="0"/>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Tree>
    <p:extLst>
      <p:ext uri="{BB962C8B-B14F-4D97-AF65-F5344CB8AC3E}">
        <p14:creationId xmlns:p14="http://schemas.microsoft.com/office/powerpoint/2010/main" val="123710781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ontent Photo 6">
    <p:spTree>
      <p:nvGrpSpPr>
        <p:cNvPr id="1" name=""/>
        <p:cNvGrpSpPr/>
        <p:nvPr/>
      </p:nvGrpSpPr>
      <p:grpSpPr>
        <a:xfrm>
          <a:off x="0" y="0"/>
          <a:ext cx="0" cy="0"/>
          <a:chOff x="0" y="0"/>
          <a:chExt cx="0" cy="0"/>
        </a:xfrm>
      </p:grpSpPr>
      <p:sp>
        <p:nvSpPr>
          <p:cNvPr id="25" name="Title 1">
            <a:extLst>
              <a:ext uri="{FF2B5EF4-FFF2-40B4-BE49-F238E27FC236}">
                <a16:creationId xmlns:a16="http://schemas.microsoft.com/office/drawing/2014/main" id="{161B8709-B6C6-B6A2-8039-23E2746AC235}"/>
              </a:ext>
            </a:extLst>
          </p:cNvPr>
          <p:cNvSpPr>
            <a:spLocks noGrp="1"/>
          </p:cNvSpPr>
          <p:nvPr>
            <p:ph type="title" hasCustomPrompt="1"/>
          </p:nvPr>
        </p:nvSpPr>
        <p:spPr>
          <a:xfrm>
            <a:off x="1313393" y="886783"/>
            <a:ext cx="9386351" cy="1132258"/>
          </a:xfrm>
        </p:spPr>
        <p:txBody>
          <a:bodyPr anchor="ctr">
            <a:noAutofit/>
          </a:bodyPr>
          <a:lstStyle>
            <a:lvl1pPr algn="ctr">
              <a:defRPr sz="3600"/>
            </a:lvl1pPr>
          </a:lstStyle>
          <a:p>
            <a:r>
              <a:rPr lang="en-US"/>
              <a:t>Click to edit Master title style</a:t>
            </a:r>
          </a:p>
        </p:txBody>
      </p:sp>
      <p:sp>
        <p:nvSpPr>
          <p:cNvPr id="2" name="Content Placeholder 2">
            <a:extLst>
              <a:ext uri="{FF2B5EF4-FFF2-40B4-BE49-F238E27FC236}">
                <a16:creationId xmlns:a16="http://schemas.microsoft.com/office/drawing/2014/main" id="{1CE8CAE3-17FA-FA2A-D6BF-43BBD09B080B}"/>
              </a:ext>
            </a:extLst>
          </p:cNvPr>
          <p:cNvSpPr>
            <a:spLocks noGrp="1"/>
          </p:cNvSpPr>
          <p:nvPr>
            <p:ph idx="1"/>
          </p:nvPr>
        </p:nvSpPr>
        <p:spPr>
          <a:xfrm>
            <a:off x="1313396" y="2698032"/>
            <a:ext cx="4782604" cy="2957429"/>
          </a:xfrm>
        </p:spPr>
        <p:txBody>
          <a:bodyPr>
            <a:normAutofit/>
          </a:bodyPr>
          <a:lstStyle>
            <a:lvl1pPr marL="0" indent="0">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7" name="Picture Placeholder 10">
            <a:extLst>
              <a:ext uri="{FF2B5EF4-FFF2-40B4-BE49-F238E27FC236}">
                <a16:creationId xmlns:a16="http://schemas.microsoft.com/office/drawing/2014/main" id="{BCF6BC28-50F8-F181-0051-83FAF05643A3}"/>
              </a:ext>
            </a:extLst>
          </p:cNvPr>
          <p:cNvSpPr>
            <a:spLocks noGrp="1"/>
          </p:cNvSpPr>
          <p:nvPr>
            <p:ph type="pic" sz="quarter" idx="13"/>
          </p:nvPr>
        </p:nvSpPr>
        <p:spPr>
          <a:xfrm>
            <a:off x="6659150" y="2698032"/>
            <a:ext cx="4040595" cy="2957429"/>
          </a:xfrm>
        </p:spPr>
        <p:txBody>
          <a:bodyPr/>
          <a:lstStyle/>
          <a:p>
            <a:endParaRPr lang="en-US"/>
          </a:p>
        </p:txBody>
      </p:sp>
      <p:sp>
        <p:nvSpPr>
          <p:cNvPr id="7" name="Date Placeholder 3">
            <a:extLst>
              <a:ext uri="{FF2B5EF4-FFF2-40B4-BE49-F238E27FC236}">
                <a16:creationId xmlns:a16="http://schemas.microsoft.com/office/drawing/2014/main" id="{44269C55-855F-A8C7-5284-8ADFEC54A30C}"/>
              </a:ext>
            </a:extLst>
          </p:cNvPr>
          <p:cNvSpPr>
            <a:spLocks noGrp="1"/>
          </p:cNvSpPr>
          <p:nvPr>
            <p:ph type="dt" sz="half" idx="10"/>
          </p:nvPr>
        </p:nvSpPr>
        <p:spPr>
          <a:xfrm>
            <a:off x="657225" y="6400800"/>
            <a:ext cx="2743200" cy="266700"/>
          </a:xfrm>
        </p:spPr>
        <p:txBody>
          <a:bodyPr/>
          <a:lstStyle/>
          <a:p>
            <a:r>
              <a:rPr lang="en-US" altLang="zh-CN" dirty="0"/>
              <a:t>03/12/2025</a:t>
            </a:r>
            <a:fld id="{FD138C57-8E3B-4697-92F8-0ED9B71F7E17}" type="datetime1">
              <a:rPr lang="en-US" smtClean="0"/>
              <a:t>3/5/2026</a:t>
            </a:fld>
            <a:endParaRPr lang="en-US"/>
          </a:p>
        </p:txBody>
      </p:sp>
      <p:sp>
        <p:nvSpPr>
          <p:cNvPr id="6" name="Footer Placeholder 4">
            <a:extLst>
              <a:ext uri="{FF2B5EF4-FFF2-40B4-BE49-F238E27FC236}">
                <a16:creationId xmlns:a16="http://schemas.microsoft.com/office/drawing/2014/main" id="{A44DC330-9F30-20C2-60AD-2F0AD28715C1}"/>
              </a:ext>
            </a:extLst>
          </p:cNvPr>
          <p:cNvSpPr>
            <a:spLocks noGrp="1"/>
          </p:cNvSpPr>
          <p:nvPr>
            <p:ph type="ftr" sz="quarter" idx="11"/>
          </p:nvPr>
        </p:nvSpPr>
        <p:spPr>
          <a:xfrm>
            <a:off x="4267200" y="6400800"/>
            <a:ext cx="3657600" cy="266700"/>
          </a:xfrm>
        </p:spPr>
        <p:txBody>
          <a:bodyPr/>
          <a:lstStyle>
            <a:lvl1pPr algn="ctr">
              <a:defRPr/>
            </a:lvl1pPr>
          </a:lstStyle>
          <a:p>
            <a:r>
              <a:rPr lang="en-US"/>
              <a:t>Sample Footer Text</a:t>
            </a:r>
          </a:p>
        </p:txBody>
      </p:sp>
      <p:sp>
        <p:nvSpPr>
          <p:cNvPr id="5" name="Slide Number Placeholder 5">
            <a:extLst>
              <a:ext uri="{FF2B5EF4-FFF2-40B4-BE49-F238E27FC236}">
                <a16:creationId xmlns:a16="http://schemas.microsoft.com/office/drawing/2014/main" id="{67BA67A5-F86C-E56E-2CA5-913F58D09135}"/>
              </a:ext>
            </a:extLst>
          </p:cNvPr>
          <p:cNvSpPr>
            <a:spLocks noGrp="1"/>
          </p:cNvSpPr>
          <p:nvPr>
            <p:ph type="sldNum" sz="quarter" idx="12"/>
          </p:nvPr>
        </p:nvSpPr>
        <p:spPr>
          <a:xfrm>
            <a:off x="8274049" y="6400800"/>
            <a:ext cx="3241675" cy="266700"/>
          </a:xfrm>
        </p:spPr>
        <p:txBody>
          <a:bodyPr/>
          <a:lstStyle>
            <a:lvl1pPr algn="r">
              <a:defRPr/>
            </a:lvl1pPr>
          </a:lstStyle>
          <a:p>
            <a:fld id="{CC057153-B650-4DEB-B370-79DDCFDCE934}" type="slidenum">
              <a:rPr lang="en-US" smtClean="0"/>
              <a:pPr/>
              <a:t>‹#›</a:t>
            </a:fld>
            <a:endParaRPr lang="en-US"/>
          </a:p>
        </p:txBody>
      </p:sp>
      <p:sp>
        <p:nvSpPr>
          <p:cNvPr id="30" name="Rectangle 6">
            <a:extLst>
              <a:ext uri="{FF2B5EF4-FFF2-40B4-BE49-F238E27FC236}">
                <a16:creationId xmlns:a16="http://schemas.microsoft.com/office/drawing/2014/main" id="{1D8A0EC4-4B8F-427F-7E90-7A7BCDFFE6DC}"/>
              </a:ext>
              <a:ext uri="{C183D7F6-B498-43B3-948B-1728B52AA6E4}">
                <adec:decorative xmlns:adec="http://schemas.microsoft.com/office/drawing/2017/decorative" val="1"/>
              </a:ext>
            </a:extLst>
          </p:cNvPr>
          <p:cNvSpPr/>
          <p:nvPr userDrawn="1"/>
        </p:nvSpPr>
        <p:spPr>
          <a:xfrm rot="5400000">
            <a:off x="11716760" y="-163879"/>
            <a:ext cx="312165" cy="638315"/>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31" name="Rectangle 6">
            <a:extLst>
              <a:ext uri="{FF2B5EF4-FFF2-40B4-BE49-F238E27FC236}">
                <a16:creationId xmlns:a16="http://schemas.microsoft.com/office/drawing/2014/main" id="{7710114B-0C3A-98B0-CCBD-1242ACA3FC61}"/>
              </a:ext>
              <a:ext uri="{C183D7F6-B498-43B3-948B-1728B52AA6E4}">
                <adec:decorative xmlns:adec="http://schemas.microsoft.com/office/drawing/2017/decorative" val="1"/>
              </a:ext>
            </a:extLst>
          </p:cNvPr>
          <p:cNvSpPr/>
          <p:nvPr userDrawn="1"/>
        </p:nvSpPr>
        <p:spPr>
          <a:xfrm rot="5400000">
            <a:off x="8843383" y="-2398940"/>
            <a:ext cx="312165" cy="5108436"/>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32" name="Rectangle 6">
            <a:extLst>
              <a:ext uri="{FF2B5EF4-FFF2-40B4-BE49-F238E27FC236}">
                <a16:creationId xmlns:a16="http://schemas.microsoft.com/office/drawing/2014/main" id="{0F1B5886-DB08-F251-544B-FA1B14D51C05}"/>
              </a:ext>
              <a:ext uri="{C183D7F6-B498-43B3-948B-1728B52AA6E4}">
                <adec:decorative xmlns:adec="http://schemas.microsoft.com/office/drawing/2017/decorative" val="1"/>
              </a:ext>
            </a:extLst>
          </p:cNvPr>
          <p:cNvSpPr/>
          <p:nvPr userDrawn="1"/>
        </p:nvSpPr>
        <p:spPr>
          <a:xfrm rot="5400000">
            <a:off x="3066943" y="-3066947"/>
            <a:ext cx="311361" cy="6445253"/>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33" name="Freeform: Shape 59">
            <a:extLst>
              <a:ext uri="{FF2B5EF4-FFF2-40B4-BE49-F238E27FC236}">
                <a16:creationId xmlns:a16="http://schemas.microsoft.com/office/drawing/2014/main" id="{0BA04B21-2519-6018-CD0C-897EC7ACF948}"/>
              </a:ext>
              <a:ext uri="{C183D7F6-B498-43B3-948B-1728B52AA6E4}">
                <adec:decorative xmlns:adec="http://schemas.microsoft.com/office/drawing/2017/decorative" val="1"/>
              </a:ext>
            </a:extLst>
          </p:cNvPr>
          <p:cNvSpPr/>
          <p:nvPr userDrawn="1"/>
        </p:nvSpPr>
        <p:spPr>
          <a:xfrm rot="16200000" flipH="1" flipV="1">
            <a:off x="5673214" y="-460675"/>
            <a:ext cx="312166" cy="1231903"/>
          </a:xfrm>
          <a:custGeom>
            <a:avLst/>
            <a:gdLst>
              <a:gd name="connsiteX0" fmla="*/ 1497298 w 1497298"/>
              <a:gd name="connsiteY0" fmla="*/ 0 h 1457281"/>
              <a:gd name="connsiteX1" fmla="*/ 0 w 1497298"/>
              <a:gd name="connsiteY1" fmla="*/ 0 h 1457281"/>
              <a:gd name="connsiteX2" fmla="*/ 0 w 1497298"/>
              <a:gd name="connsiteY2" fmla="*/ 1457281 h 1457281"/>
            </a:gdLst>
            <a:ahLst/>
            <a:cxnLst>
              <a:cxn ang="0">
                <a:pos x="connsiteX0" y="connsiteY0"/>
              </a:cxn>
              <a:cxn ang="0">
                <a:pos x="connsiteX1" y="connsiteY1"/>
              </a:cxn>
              <a:cxn ang="0">
                <a:pos x="connsiteX2" y="connsiteY2"/>
              </a:cxn>
            </a:cxnLst>
            <a:rect l="l" t="t" r="r" b="b"/>
            <a:pathLst>
              <a:path w="1497298" h="1457281">
                <a:moveTo>
                  <a:pt x="1497298" y="0"/>
                </a:moveTo>
                <a:lnTo>
                  <a:pt x="0" y="0"/>
                </a:lnTo>
                <a:lnTo>
                  <a:pt x="0" y="1457281"/>
                </a:lnTo>
                <a:close/>
              </a:path>
            </a:pathLst>
          </a:custGeom>
          <a:solidFill>
            <a:schemeClr val="accent3"/>
          </a:solidFill>
          <a:ln w="9525" cap="flat">
            <a:noFill/>
            <a:prstDash val="solid"/>
            <a:miter/>
          </a:ln>
        </p:spPr>
        <p:txBody>
          <a:bodyPr rtlCol="0" anchor="ctr"/>
          <a:lstStyle/>
          <a:p>
            <a:pPr lvl="0"/>
            <a:endParaRPr lang="zh-CN" altLang="en-US">
              <a:solidFill>
                <a:schemeClr val="tx1"/>
              </a:solidFill>
            </a:endParaRPr>
          </a:p>
        </p:txBody>
      </p:sp>
    </p:spTree>
    <p:extLst>
      <p:ext uri="{BB962C8B-B14F-4D97-AF65-F5344CB8AC3E}">
        <p14:creationId xmlns:p14="http://schemas.microsoft.com/office/powerpoint/2010/main" val="15054028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ontent Photo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hasCustomPrompt="1"/>
          </p:nvPr>
        </p:nvSpPr>
        <p:spPr>
          <a:xfrm>
            <a:off x="6825064" y="825622"/>
            <a:ext cx="4522936" cy="932688"/>
          </a:xfrm>
        </p:spPr>
        <p:txBody>
          <a:bodyPr anchor="b">
            <a:noAutofit/>
          </a:bodyPr>
          <a:lstStyle>
            <a:lvl1pPr>
              <a:defRPr sz="3200"/>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843999" y="831918"/>
            <a:ext cx="5648242" cy="5194161"/>
          </a:xfrm>
        </p:spPr>
        <p:txBody>
          <a:bodyPr/>
          <a:lstStyle/>
          <a:p>
            <a:endParaRPr lang="en-US"/>
          </a:p>
        </p:txBody>
      </p:sp>
      <p:sp>
        <p:nvSpPr>
          <p:cNvPr id="4" name="Content Placeholder 2">
            <a:extLst>
              <a:ext uri="{FF2B5EF4-FFF2-40B4-BE49-F238E27FC236}">
                <a16:creationId xmlns:a16="http://schemas.microsoft.com/office/drawing/2014/main" id="{6AD37751-87A6-2102-5FE0-13CF0475375A}"/>
              </a:ext>
            </a:extLst>
          </p:cNvPr>
          <p:cNvSpPr>
            <a:spLocks noGrp="1"/>
          </p:cNvSpPr>
          <p:nvPr>
            <p:ph idx="1"/>
          </p:nvPr>
        </p:nvSpPr>
        <p:spPr>
          <a:xfrm>
            <a:off x="6825064" y="2050473"/>
            <a:ext cx="4522936" cy="3952704"/>
          </a:xfrm>
        </p:spPr>
        <p:txBody>
          <a:bodyPr>
            <a:normAutofit/>
          </a:bodyPr>
          <a:lstStyle>
            <a:lvl1pPr marL="0" indent="0">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3">
            <a:extLst>
              <a:ext uri="{FF2B5EF4-FFF2-40B4-BE49-F238E27FC236}">
                <a16:creationId xmlns:a16="http://schemas.microsoft.com/office/drawing/2014/main" id="{057C7EDD-DB32-06EC-F820-BCF6715A2443}"/>
              </a:ext>
            </a:extLst>
          </p:cNvPr>
          <p:cNvSpPr>
            <a:spLocks noGrp="1"/>
          </p:cNvSpPr>
          <p:nvPr>
            <p:ph type="dt" sz="half" idx="15"/>
          </p:nvPr>
        </p:nvSpPr>
        <p:spPr>
          <a:xfrm>
            <a:off x="1174751" y="6400800"/>
            <a:ext cx="2743200" cy="266700"/>
          </a:xfrm>
        </p:spPr>
        <p:txBody>
          <a:bodyPr lIns="0" tIns="0" rIns="0" bIns="0"/>
          <a:lstStyle>
            <a:lvl1pPr>
              <a:defRPr>
                <a:solidFill>
                  <a:schemeClr val="tx1"/>
                </a:solidFill>
              </a:defRPr>
            </a:lvl1pPr>
          </a:lstStyle>
          <a:p>
            <a:r>
              <a:rPr lang="en-US" altLang="zh-CN" dirty="0"/>
              <a:t>03/12/2025</a:t>
            </a:r>
            <a:fld id="{FD138C57-8E3B-4697-92F8-0ED9B71F7E17}" type="datetime1">
              <a:rPr lang="en-US" smtClean="0"/>
              <a:pPr/>
              <a:t>3/5/2026</a:t>
            </a:fld>
            <a:endParaRPr lang="en-US"/>
          </a:p>
        </p:txBody>
      </p:sp>
      <p:sp>
        <p:nvSpPr>
          <p:cNvPr id="6" name="Footer Placeholder 4">
            <a:extLst>
              <a:ext uri="{FF2B5EF4-FFF2-40B4-BE49-F238E27FC236}">
                <a16:creationId xmlns:a16="http://schemas.microsoft.com/office/drawing/2014/main" id="{EFC55F9D-1F89-7C43-F3C5-6A855F82018F}"/>
              </a:ext>
            </a:extLst>
          </p:cNvPr>
          <p:cNvSpPr>
            <a:spLocks noGrp="1"/>
          </p:cNvSpPr>
          <p:nvPr>
            <p:ph type="ftr" sz="quarter" idx="11"/>
          </p:nvPr>
        </p:nvSpPr>
        <p:spPr>
          <a:xfrm>
            <a:off x="4267200" y="6400800"/>
            <a:ext cx="3657600" cy="266700"/>
          </a:xfrm>
        </p:spPr>
        <p:txBody>
          <a:bodyPr/>
          <a:lstStyle>
            <a:lvl1pPr algn="ctr">
              <a:defRPr/>
            </a:lvl1pPr>
          </a:lstStyle>
          <a:p>
            <a:r>
              <a:rPr lang="en-US"/>
              <a:t>Sample Footer Text</a:t>
            </a:r>
          </a:p>
        </p:txBody>
      </p:sp>
      <p:sp>
        <p:nvSpPr>
          <p:cNvPr id="5" name="Slide Number Placeholder 5">
            <a:extLst>
              <a:ext uri="{FF2B5EF4-FFF2-40B4-BE49-F238E27FC236}">
                <a16:creationId xmlns:a16="http://schemas.microsoft.com/office/drawing/2014/main" id="{53A576E1-43A8-DA10-8404-0BA92AFBA4BF}"/>
              </a:ext>
            </a:extLst>
          </p:cNvPr>
          <p:cNvSpPr>
            <a:spLocks noGrp="1"/>
          </p:cNvSpPr>
          <p:nvPr>
            <p:ph type="sldNum" sz="quarter" idx="12"/>
          </p:nvPr>
        </p:nvSpPr>
        <p:spPr>
          <a:xfrm>
            <a:off x="8274049" y="6400800"/>
            <a:ext cx="3241675" cy="266700"/>
          </a:xfrm>
        </p:spPr>
        <p:txBody>
          <a:bodyPr/>
          <a:lstStyle>
            <a:lvl1pPr algn="r">
              <a:defRPr/>
            </a:lvl1pPr>
          </a:lstStyle>
          <a:p>
            <a:fld id="{CC057153-B650-4DEB-B370-79DDCFDCE934}" type="slidenum">
              <a:rPr lang="en-US" smtClean="0"/>
              <a:pPr/>
              <a:t>‹#›</a:t>
            </a:fld>
            <a:endParaRPr lang="en-US"/>
          </a:p>
        </p:txBody>
      </p:sp>
      <p:sp>
        <p:nvSpPr>
          <p:cNvPr id="12" name="Freeform: Shape 16">
            <a:extLst>
              <a:ext uri="{FF2B5EF4-FFF2-40B4-BE49-F238E27FC236}">
                <a16:creationId xmlns:a16="http://schemas.microsoft.com/office/drawing/2014/main" id="{4774B974-C60E-962D-A2BF-A8D91844B471}"/>
              </a:ext>
              <a:ext uri="{C183D7F6-B498-43B3-948B-1728B52AA6E4}">
                <adec:decorative xmlns:adec="http://schemas.microsoft.com/office/drawing/2017/decorative" val="1"/>
              </a:ext>
            </a:extLst>
          </p:cNvPr>
          <p:cNvSpPr/>
          <p:nvPr userDrawn="1"/>
        </p:nvSpPr>
        <p:spPr>
          <a:xfrm>
            <a:off x="11286467" y="0"/>
            <a:ext cx="427411" cy="854823"/>
          </a:xfrm>
          <a:custGeom>
            <a:avLst/>
            <a:gdLst>
              <a:gd name="connsiteX0" fmla="*/ 561975 w 561975"/>
              <a:gd name="connsiteY0" fmla="*/ 0 h 1123950"/>
              <a:gd name="connsiteX1" fmla="*/ 561975 w 561975"/>
              <a:gd name="connsiteY1" fmla="*/ 1123950 h 1123950"/>
              <a:gd name="connsiteX2" fmla="*/ 0 w 561975"/>
              <a:gd name="connsiteY2" fmla="*/ 561975 h 1123950"/>
              <a:gd name="connsiteX3" fmla="*/ 561975 w 561975"/>
              <a:gd name="connsiteY3" fmla="*/ 0 h 1123950"/>
            </a:gdLst>
            <a:ahLst/>
            <a:cxnLst>
              <a:cxn ang="0">
                <a:pos x="connsiteX0" y="connsiteY0"/>
              </a:cxn>
              <a:cxn ang="0">
                <a:pos x="connsiteX1" y="connsiteY1"/>
              </a:cxn>
              <a:cxn ang="0">
                <a:pos x="connsiteX2" y="connsiteY2"/>
              </a:cxn>
              <a:cxn ang="0">
                <a:pos x="connsiteX3" y="connsiteY3"/>
              </a:cxn>
            </a:cxnLst>
            <a:rect l="l" t="t" r="r" b="b"/>
            <a:pathLst>
              <a:path w="561975" h="1123950">
                <a:moveTo>
                  <a:pt x="561975" y="0"/>
                </a:moveTo>
                <a:lnTo>
                  <a:pt x="561975" y="1123950"/>
                </a:lnTo>
                <a:cubicBezTo>
                  <a:pt x="251605" y="1123950"/>
                  <a:pt x="0" y="872345"/>
                  <a:pt x="0" y="561975"/>
                </a:cubicBezTo>
                <a:cubicBezTo>
                  <a:pt x="0" y="251605"/>
                  <a:pt x="251605" y="0"/>
                  <a:pt x="561975" y="0"/>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3" name="Freeform: Shape 17">
            <a:extLst>
              <a:ext uri="{FF2B5EF4-FFF2-40B4-BE49-F238E27FC236}">
                <a16:creationId xmlns:a16="http://schemas.microsoft.com/office/drawing/2014/main" id="{38ED7D40-86A1-ABCA-9230-F31126FBD37D}"/>
              </a:ext>
              <a:ext uri="{C183D7F6-B498-43B3-948B-1728B52AA6E4}">
                <adec:decorative xmlns:adec="http://schemas.microsoft.com/office/drawing/2017/decorative" val="1"/>
              </a:ext>
            </a:extLst>
          </p:cNvPr>
          <p:cNvSpPr/>
          <p:nvPr userDrawn="1"/>
        </p:nvSpPr>
        <p:spPr>
          <a:xfrm>
            <a:off x="11764589" y="0"/>
            <a:ext cx="427411" cy="854823"/>
          </a:xfrm>
          <a:custGeom>
            <a:avLst/>
            <a:gdLst>
              <a:gd name="connsiteX0" fmla="*/ 561975 w 561975"/>
              <a:gd name="connsiteY0" fmla="*/ 0 h 1123950"/>
              <a:gd name="connsiteX1" fmla="*/ 561975 w 561975"/>
              <a:gd name="connsiteY1" fmla="*/ 1123950 h 1123950"/>
              <a:gd name="connsiteX2" fmla="*/ 0 w 561975"/>
              <a:gd name="connsiteY2" fmla="*/ 561975 h 1123950"/>
              <a:gd name="connsiteX3" fmla="*/ 561975 w 561975"/>
              <a:gd name="connsiteY3" fmla="*/ 0 h 1123950"/>
            </a:gdLst>
            <a:ahLst/>
            <a:cxnLst>
              <a:cxn ang="0">
                <a:pos x="connsiteX0" y="connsiteY0"/>
              </a:cxn>
              <a:cxn ang="0">
                <a:pos x="connsiteX1" y="connsiteY1"/>
              </a:cxn>
              <a:cxn ang="0">
                <a:pos x="connsiteX2" y="connsiteY2"/>
              </a:cxn>
              <a:cxn ang="0">
                <a:pos x="connsiteX3" y="connsiteY3"/>
              </a:cxn>
            </a:cxnLst>
            <a:rect l="l" t="t" r="r" b="b"/>
            <a:pathLst>
              <a:path w="561975" h="1123950">
                <a:moveTo>
                  <a:pt x="561975" y="0"/>
                </a:moveTo>
                <a:lnTo>
                  <a:pt x="561975" y="1123950"/>
                </a:lnTo>
                <a:cubicBezTo>
                  <a:pt x="251605" y="1123950"/>
                  <a:pt x="0" y="872345"/>
                  <a:pt x="0" y="561975"/>
                </a:cubicBezTo>
                <a:cubicBezTo>
                  <a:pt x="0" y="251605"/>
                  <a:pt x="251605" y="0"/>
                  <a:pt x="561975" y="0"/>
                </a:cubicBez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4" name="Freeform: Shape 19">
            <a:extLst>
              <a:ext uri="{FF2B5EF4-FFF2-40B4-BE49-F238E27FC236}">
                <a16:creationId xmlns:a16="http://schemas.microsoft.com/office/drawing/2014/main" id="{644CC40D-4D0B-8820-3E77-FF38C10EF70E}"/>
              </a:ext>
              <a:ext uri="{C183D7F6-B498-43B3-948B-1728B52AA6E4}">
                <adec:decorative xmlns:adec="http://schemas.microsoft.com/office/drawing/2017/decorative" val="1"/>
              </a:ext>
            </a:extLst>
          </p:cNvPr>
          <p:cNvSpPr/>
          <p:nvPr userDrawn="1"/>
        </p:nvSpPr>
        <p:spPr>
          <a:xfrm flipH="1">
            <a:off x="0" y="6003177"/>
            <a:ext cx="427411" cy="854823"/>
          </a:xfrm>
          <a:custGeom>
            <a:avLst/>
            <a:gdLst>
              <a:gd name="connsiteX0" fmla="*/ 561975 w 561975"/>
              <a:gd name="connsiteY0" fmla="*/ 0 h 1123950"/>
              <a:gd name="connsiteX1" fmla="*/ 561975 w 561975"/>
              <a:gd name="connsiteY1" fmla="*/ 1123950 h 1123950"/>
              <a:gd name="connsiteX2" fmla="*/ 0 w 561975"/>
              <a:gd name="connsiteY2" fmla="*/ 561975 h 1123950"/>
              <a:gd name="connsiteX3" fmla="*/ 561975 w 561975"/>
              <a:gd name="connsiteY3" fmla="*/ 0 h 1123950"/>
            </a:gdLst>
            <a:ahLst/>
            <a:cxnLst>
              <a:cxn ang="0">
                <a:pos x="connsiteX0" y="connsiteY0"/>
              </a:cxn>
              <a:cxn ang="0">
                <a:pos x="connsiteX1" y="connsiteY1"/>
              </a:cxn>
              <a:cxn ang="0">
                <a:pos x="connsiteX2" y="connsiteY2"/>
              </a:cxn>
              <a:cxn ang="0">
                <a:pos x="connsiteX3" y="connsiteY3"/>
              </a:cxn>
            </a:cxnLst>
            <a:rect l="l" t="t" r="r" b="b"/>
            <a:pathLst>
              <a:path w="561975" h="1123950">
                <a:moveTo>
                  <a:pt x="561975" y="0"/>
                </a:moveTo>
                <a:lnTo>
                  <a:pt x="561975" y="1123950"/>
                </a:lnTo>
                <a:cubicBezTo>
                  <a:pt x="251605" y="1123950"/>
                  <a:pt x="0" y="872345"/>
                  <a:pt x="0" y="561975"/>
                </a:cubicBezTo>
                <a:cubicBezTo>
                  <a:pt x="0" y="251605"/>
                  <a:pt x="251605" y="0"/>
                  <a:pt x="561975" y="0"/>
                </a:cubicBez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5" name="Freeform: Shape 18">
            <a:extLst>
              <a:ext uri="{FF2B5EF4-FFF2-40B4-BE49-F238E27FC236}">
                <a16:creationId xmlns:a16="http://schemas.microsoft.com/office/drawing/2014/main" id="{F876AF74-00A8-A58C-C900-156CB37EC352}"/>
              </a:ext>
              <a:ext uri="{C183D7F6-B498-43B3-948B-1728B52AA6E4}">
                <adec:decorative xmlns:adec="http://schemas.microsoft.com/office/drawing/2017/decorative" val="1"/>
              </a:ext>
            </a:extLst>
          </p:cNvPr>
          <p:cNvSpPr/>
          <p:nvPr userDrawn="1"/>
        </p:nvSpPr>
        <p:spPr>
          <a:xfrm flipH="1">
            <a:off x="478123" y="6003177"/>
            <a:ext cx="427411" cy="854823"/>
          </a:xfrm>
          <a:custGeom>
            <a:avLst/>
            <a:gdLst>
              <a:gd name="connsiteX0" fmla="*/ 561975 w 561975"/>
              <a:gd name="connsiteY0" fmla="*/ 0 h 1123950"/>
              <a:gd name="connsiteX1" fmla="*/ 561975 w 561975"/>
              <a:gd name="connsiteY1" fmla="*/ 1123950 h 1123950"/>
              <a:gd name="connsiteX2" fmla="*/ 0 w 561975"/>
              <a:gd name="connsiteY2" fmla="*/ 561975 h 1123950"/>
              <a:gd name="connsiteX3" fmla="*/ 561975 w 561975"/>
              <a:gd name="connsiteY3" fmla="*/ 0 h 1123950"/>
            </a:gdLst>
            <a:ahLst/>
            <a:cxnLst>
              <a:cxn ang="0">
                <a:pos x="connsiteX0" y="connsiteY0"/>
              </a:cxn>
              <a:cxn ang="0">
                <a:pos x="connsiteX1" y="connsiteY1"/>
              </a:cxn>
              <a:cxn ang="0">
                <a:pos x="connsiteX2" y="connsiteY2"/>
              </a:cxn>
              <a:cxn ang="0">
                <a:pos x="connsiteX3" y="connsiteY3"/>
              </a:cxn>
            </a:cxnLst>
            <a:rect l="l" t="t" r="r" b="b"/>
            <a:pathLst>
              <a:path w="561975" h="1123950">
                <a:moveTo>
                  <a:pt x="561975" y="0"/>
                </a:moveTo>
                <a:lnTo>
                  <a:pt x="561975" y="1123950"/>
                </a:lnTo>
                <a:cubicBezTo>
                  <a:pt x="251605" y="1123950"/>
                  <a:pt x="0" y="872345"/>
                  <a:pt x="0" y="561975"/>
                </a:cubicBezTo>
                <a:cubicBezTo>
                  <a:pt x="0" y="251605"/>
                  <a:pt x="251605" y="0"/>
                  <a:pt x="561975" y="0"/>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Tree>
    <p:extLst>
      <p:ext uri="{BB962C8B-B14F-4D97-AF65-F5344CB8AC3E}">
        <p14:creationId xmlns:p14="http://schemas.microsoft.com/office/powerpoint/2010/main" val="100742770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ontent Photo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hasCustomPrompt="1"/>
          </p:nvPr>
        </p:nvSpPr>
        <p:spPr>
          <a:xfrm>
            <a:off x="873490" y="831918"/>
            <a:ext cx="4572000" cy="1876646"/>
          </a:xfrm>
        </p:spPr>
        <p:txBody>
          <a:bodyPr anchor="b">
            <a:noAutofit/>
          </a:bodyPr>
          <a:lstStyle>
            <a:lvl1pPr>
              <a:defRPr sz="3600"/>
            </a:lvl1pPr>
          </a:lstStyle>
          <a:p>
            <a:r>
              <a:rPr lang="en-US" dirty="0"/>
              <a:t>Click to edit Master title style</a:t>
            </a:r>
          </a:p>
        </p:txBody>
      </p:sp>
      <p:sp>
        <p:nvSpPr>
          <p:cNvPr id="7" name="Content Placeholder 2">
            <a:extLst>
              <a:ext uri="{FF2B5EF4-FFF2-40B4-BE49-F238E27FC236}">
                <a16:creationId xmlns:a16="http://schemas.microsoft.com/office/drawing/2014/main" id="{736A5C8C-1C5F-8F3C-7273-ECFA26869FC1}"/>
              </a:ext>
            </a:extLst>
          </p:cNvPr>
          <p:cNvSpPr>
            <a:spLocks noGrp="1"/>
          </p:cNvSpPr>
          <p:nvPr>
            <p:ph idx="1"/>
          </p:nvPr>
        </p:nvSpPr>
        <p:spPr>
          <a:xfrm>
            <a:off x="873491" y="2899064"/>
            <a:ext cx="4572000" cy="3127017"/>
          </a:xfrm>
        </p:spPr>
        <p:txBody>
          <a:bodyPr>
            <a:normAutofit/>
          </a:bodyPr>
          <a:lstStyle>
            <a:lvl1pPr marL="0" indent="0">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5917721" y="831919"/>
            <a:ext cx="5430280" cy="5194162"/>
          </a:xfrm>
        </p:spPr>
        <p:txBody>
          <a:bodyPr/>
          <a:lstStyle/>
          <a:p>
            <a:endParaRPr lang="en-US"/>
          </a:p>
        </p:txBody>
      </p:sp>
      <p:sp>
        <p:nvSpPr>
          <p:cNvPr id="12" name="Date Placeholder 3">
            <a:extLst>
              <a:ext uri="{FF2B5EF4-FFF2-40B4-BE49-F238E27FC236}">
                <a16:creationId xmlns:a16="http://schemas.microsoft.com/office/drawing/2014/main" id="{F49D7FA6-EF6B-01F5-1B41-77B0DC79D0E0}"/>
              </a:ext>
            </a:extLst>
          </p:cNvPr>
          <p:cNvSpPr>
            <a:spLocks noGrp="1"/>
          </p:cNvSpPr>
          <p:nvPr>
            <p:ph type="dt" sz="half" idx="15"/>
          </p:nvPr>
        </p:nvSpPr>
        <p:spPr>
          <a:xfrm>
            <a:off x="1174751" y="6400800"/>
            <a:ext cx="2743200" cy="266700"/>
          </a:xfrm>
        </p:spPr>
        <p:txBody>
          <a:bodyPr lIns="0" tIns="0" rIns="0" bIns="0"/>
          <a:lstStyle>
            <a:lvl1pPr>
              <a:defRPr>
                <a:solidFill>
                  <a:schemeClr val="tx1"/>
                </a:solidFill>
              </a:defRPr>
            </a:lvl1pPr>
          </a:lstStyle>
          <a:p>
            <a:r>
              <a:rPr lang="en-US" altLang="zh-CN" dirty="0"/>
              <a:t>03/12/2025</a:t>
            </a:r>
            <a:fld id="{FD138C57-8E3B-4697-92F8-0ED9B71F7E17}" type="datetime1">
              <a:rPr lang="en-US" smtClean="0"/>
              <a:pPr/>
              <a:t>3/5/2026</a:t>
            </a:fld>
            <a:endParaRPr lang="en-US"/>
          </a:p>
        </p:txBody>
      </p:sp>
      <p:sp>
        <p:nvSpPr>
          <p:cNvPr id="6" name="Footer Placeholder 4">
            <a:extLst>
              <a:ext uri="{FF2B5EF4-FFF2-40B4-BE49-F238E27FC236}">
                <a16:creationId xmlns:a16="http://schemas.microsoft.com/office/drawing/2014/main" id="{E3C0937A-F86B-C55A-CAB8-2F846105E09E}"/>
              </a:ext>
            </a:extLst>
          </p:cNvPr>
          <p:cNvSpPr>
            <a:spLocks noGrp="1"/>
          </p:cNvSpPr>
          <p:nvPr>
            <p:ph type="ftr" sz="quarter" idx="11"/>
          </p:nvPr>
        </p:nvSpPr>
        <p:spPr>
          <a:xfrm>
            <a:off x="4267200" y="6400800"/>
            <a:ext cx="3657600" cy="266700"/>
          </a:xfrm>
        </p:spPr>
        <p:txBody>
          <a:bodyPr/>
          <a:lstStyle>
            <a:lvl1pPr algn="ctr">
              <a:defRPr/>
            </a:lvl1pPr>
          </a:lstStyle>
          <a:p>
            <a:r>
              <a:rPr lang="en-US"/>
              <a:t>Sample Footer Text</a:t>
            </a:r>
          </a:p>
        </p:txBody>
      </p:sp>
      <p:sp>
        <p:nvSpPr>
          <p:cNvPr id="5" name="Slide Number Placeholder 5">
            <a:extLst>
              <a:ext uri="{FF2B5EF4-FFF2-40B4-BE49-F238E27FC236}">
                <a16:creationId xmlns:a16="http://schemas.microsoft.com/office/drawing/2014/main" id="{E31334FA-8FF3-5A9F-F579-96C33FF37BAA}"/>
              </a:ext>
            </a:extLst>
          </p:cNvPr>
          <p:cNvSpPr>
            <a:spLocks noGrp="1"/>
          </p:cNvSpPr>
          <p:nvPr>
            <p:ph type="sldNum" sz="quarter" idx="12"/>
          </p:nvPr>
        </p:nvSpPr>
        <p:spPr>
          <a:xfrm>
            <a:off x="8274049" y="6400800"/>
            <a:ext cx="3241675" cy="266700"/>
          </a:xfrm>
        </p:spPr>
        <p:txBody>
          <a:bodyPr/>
          <a:lstStyle>
            <a:lvl1pPr algn="r">
              <a:defRPr/>
            </a:lvl1pPr>
          </a:lstStyle>
          <a:p>
            <a:fld id="{CC057153-B650-4DEB-B370-79DDCFDCE934}" type="slidenum">
              <a:rPr lang="en-US" smtClean="0"/>
              <a:pPr/>
              <a:t>‹#›</a:t>
            </a:fld>
            <a:endParaRPr lang="en-US"/>
          </a:p>
        </p:txBody>
      </p:sp>
      <p:sp>
        <p:nvSpPr>
          <p:cNvPr id="3" name="Freeform: Shape 59">
            <a:extLst>
              <a:ext uri="{FF2B5EF4-FFF2-40B4-BE49-F238E27FC236}">
                <a16:creationId xmlns:a16="http://schemas.microsoft.com/office/drawing/2014/main" id="{7A021801-1E66-C93E-CA81-2F4A5B6D06E3}"/>
              </a:ext>
              <a:ext uri="{C183D7F6-B498-43B3-948B-1728B52AA6E4}">
                <adec:decorative xmlns:adec="http://schemas.microsoft.com/office/drawing/2017/decorative" val="1"/>
              </a:ext>
            </a:extLst>
          </p:cNvPr>
          <p:cNvSpPr/>
          <p:nvPr userDrawn="1"/>
        </p:nvSpPr>
        <p:spPr>
          <a:xfrm flipH="1">
            <a:off x="10886461" y="0"/>
            <a:ext cx="652769" cy="654548"/>
          </a:xfrm>
          <a:custGeom>
            <a:avLst/>
            <a:gdLst>
              <a:gd name="connsiteX0" fmla="*/ 1497298 w 1497298"/>
              <a:gd name="connsiteY0" fmla="*/ 0 h 1457281"/>
              <a:gd name="connsiteX1" fmla="*/ 0 w 1497298"/>
              <a:gd name="connsiteY1" fmla="*/ 0 h 1457281"/>
              <a:gd name="connsiteX2" fmla="*/ 0 w 1497298"/>
              <a:gd name="connsiteY2" fmla="*/ 1457281 h 1457281"/>
            </a:gdLst>
            <a:ahLst/>
            <a:cxnLst>
              <a:cxn ang="0">
                <a:pos x="connsiteX0" y="connsiteY0"/>
              </a:cxn>
              <a:cxn ang="0">
                <a:pos x="connsiteX1" y="connsiteY1"/>
              </a:cxn>
              <a:cxn ang="0">
                <a:pos x="connsiteX2" y="connsiteY2"/>
              </a:cxn>
            </a:cxnLst>
            <a:rect l="l" t="t" r="r" b="b"/>
            <a:pathLst>
              <a:path w="1497298" h="1457281">
                <a:moveTo>
                  <a:pt x="1497298" y="0"/>
                </a:moveTo>
                <a:lnTo>
                  <a:pt x="0" y="0"/>
                </a:lnTo>
                <a:lnTo>
                  <a:pt x="0" y="1457281"/>
                </a:lnTo>
                <a:close/>
              </a:path>
            </a:pathLst>
          </a:custGeom>
          <a:solidFill>
            <a:schemeClr val="accent3"/>
          </a:solidFill>
          <a:ln w="9525" cap="flat">
            <a:noFill/>
            <a:prstDash val="solid"/>
            <a:miter/>
          </a:ln>
        </p:spPr>
        <p:txBody>
          <a:bodyPr rtlCol="0" anchor="ctr"/>
          <a:lstStyle/>
          <a:p>
            <a:pPr lvl="0"/>
            <a:endParaRPr lang="zh-CN" altLang="en-US">
              <a:solidFill>
                <a:schemeClr val="tx1"/>
              </a:solidFill>
            </a:endParaRPr>
          </a:p>
        </p:txBody>
      </p:sp>
      <p:sp>
        <p:nvSpPr>
          <p:cNvPr id="4" name="Rectangle 9">
            <a:extLst>
              <a:ext uri="{FF2B5EF4-FFF2-40B4-BE49-F238E27FC236}">
                <a16:creationId xmlns:a16="http://schemas.microsoft.com/office/drawing/2014/main" id="{1DE776DA-FCE8-B4E5-0C47-C09678BFF5A5}"/>
              </a:ext>
              <a:ext uri="{C183D7F6-B498-43B3-948B-1728B52AA6E4}">
                <adec:decorative xmlns:adec="http://schemas.microsoft.com/office/drawing/2017/decorative" val="1"/>
              </a:ext>
            </a:extLst>
          </p:cNvPr>
          <p:cNvSpPr/>
          <p:nvPr userDrawn="1"/>
        </p:nvSpPr>
        <p:spPr>
          <a:xfrm rot="16200000" flipV="1">
            <a:off x="11538341" y="890"/>
            <a:ext cx="654549" cy="652769"/>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Rectangle 11">
            <a:extLst>
              <a:ext uri="{FF2B5EF4-FFF2-40B4-BE49-F238E27FC236}">
                <a16:creationId xmlns:a16="http://schemas.microsoft.com/office/drawing/2014/main" id="{4850E7C7-C469-6C82-35B3-A4D50FA3824B}"/>
              </a:ext>
              <a:ext uri="{C183D7F6-B498-43B3-948B-1728B52AA6E4}">
                <adec:decorative xmlns:adec="http://schemas.microsoft.com/office/drawing/2017/decorative" val="1"/>
              </a:ext>
            </a:extLst>
          </p:cNvPr>
          <p:cNvSpPr/>
          <p:nvPr userDrawn="1"/>
        </p:nvSpPr>
        <p:spPr>
          <a:xfrm rot="16200000" flipH="1">
            <a:off x="-889" y="6204342"/>
            <a:ext cx="654546" cy="652769"/>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Freeform: Shape 59">
            <a:extLst>
              <a:ext uri="{FF2B5EF4-FFF2-40B4-BE49-F238E27FC236}">
                <a16:creationId xmlns:a16="http://schemas.microsoft.com/office/drawing/2014/main" id="{BDD13537-C329-9582-A499-5B198F35CB09}"/>
              </a:ext>
              <a:ext uri="{C183D7F6-B498-43B3-948B-1728B52AA6E4}">
                <adec:decorative xmlns:adec="http://schemas.microsoft.com/office/drawing/2017/decorative" val="1"/>
              </a:ext>
            </a:extLst>
          </p:cNvPr>
          <p:cNvSpPr/>
          <p:nvPr userDrawn="1"/>
        </p:nvSpPr>
        <p:spPr>
          <a:xfrm flipV="1">
            <a:off x="652769" y="6203452"/>
            <a:ext cx="652769" cy="654548"/>
          </a:xfrm>
          <a:custGeom>
            <a:avLst/>
            <a:gdLst>
              <a:gd name="connsiteX0" fmla="*/ 1497298 w 1497298"/>
              <a:gd name="connsiteY0" fmla="*/ 0 h 1457281"/>
              <a:gd name="connsiteX1" fmla="*/ 0 w 1497298"/>
              <a:gd name="connsiteY1" fmla="*/ 0 h 1457281"/>
              <a:gd name="connsiteX2" fmla="*/ 0 w 1497298"/>
              <a:gd name="connsiteY2" fmla="*/ 1457281 h 1457281"/>
            </a:gdLst>
            <a:ahLst/>
            <a:cxnLst>
              <a:cxn ang="0">
                <a:pos x="connsiteX0" y="connsiteY0"/>
              </a:cxn>
              <a:cxn ang="0">
                <a:pos x="connsiteX1" y="connsiteY1"/>
              </a:cxn>
              <a:cxn ang="0">
                <a:pos x="connsiteX2" y="connsiteY2"/>
              </a:cxn>
            </a:cxnLst>
            <a:rect l="l" t="t" r="r" b="b"/>
            <a:pathLst>
              <a:path w="1497298" h="1457281">
                <a:moveTo>
                  <a:pt x="1497298" y="0"/>
                </a:moveTo>
                <a:lnTo>
                  <a:pt x="0" y="0"/>
                </a:lnTo>
                <a:lnTo>
                  <a:pt x="0" y="1457281"/>
                </a:lnTo>
                <a:close/>
              </a:path>
            </a:pathLst>
          </a:custGeom>
          <a:solidFill>
            <a:schemeClr val="accent3"/>
          </a:solidFill>
          <a:ln w="9525" cap="flat">
            <a:noFill/>
            <a:prstDash val="solid"/>
            <a:miter/>
          </a:ln>
        </p:spPr>
        <p:txBody>
          <a:bodyPr rtlCol="0" anchor="ctr"/>
          <a:lstStyle/>
          <a:p>
            <a:pPr lvl="0"/>
            <a:endParaRPr lang="zh-CN" altLang="en-US">
              <a:solidFill>
                <a:schemeClr val="tx1"/>
              </a:solidFill>
            </a:endParaRPr>
          </a:p>
        </p:txBody>
      </p:sp>
    </p:spTree>
    <p:extLst>
      <p:ext uri="{BB962C8B-B14F-4D97-AF65-F5344CB8AC3E}">
        <p14:creationId xmlns:p14="http://schemas.microsoft.com/office/powerpoint/2010/main" val="36940850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ontent Photo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hasCustomPrompt="1"/>
          </p:nvPr>
        </p:nvSpPr>
        <p:spPr>
          <a:xfrm>
            <a:off x="7946432" y="831918"/>
            <a:ext cx="3401568" cy="1527048"/>
          </a:xfrm>
        </p:spPr>
        <p:txBody>
          <a:bodyPr anchor="b">
            <a:noAutofit/>
          </a:bodyPr>
          <a:lstStyle>
            <a:lvl1pPr>
              <a:defRPr sz="3600"/>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844000" y="831918"/>
            <a:ext cx="6740144" cy="5194161"/>
          </a:xfrm>
        </p:spPr>
        <p:txBody>
          <a:bodyPr/>
          <a:lstStyle/>
          <a:p>
            <a:endParaRPr lang="en-US"/>
          </a:p>
        </p:txBody>
      </p:sp>
      <p:sp>
        <p:nvSpPr>
          <p:cNvPr id="5" name="Content Placeholder 2">
            <a:extLst>
              <a:ext uri="{FF2B5EF4-FFF2-40B4-BE49-F238E27FC236}">
                <a16:creationId xmlns:a16="http://schemas.microsoft.com/office/drawing/2014/main" id="{588022B9-94F3-E71A-0D00-132BBF9A0CA7}"/>
              </a:ext>
            </a:extLst>
          </p:cNvPr>
          <p:cNvSpPr>
            <a:spLocks noGrp="1"/>
          </p:cNvSpPr>
          <p:nvPr>
            <p:ph idx="1"/>
          </p:nvPr>
        </p:nvSpPr>
        <p:spPr>
          <a:xfrm>
            <a:off x="7924800" y="2595418"/>
            <a:ext cx="3423200" cy="3407759"/>
          </a:xfrm>
        </p:spPr>
        <p:txBody>
          <a:bodyPr>
            <a:normAutofit/>
          </a:bodyPr>
          <a:lstStyle>
            <a:lvl1pPr marL="0" indent="0">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3">
            <a:extLst>
              <a:ext uri="{FF2B5EF4-FFF2-40B4-BE49-F238E27FC236}">
                <a16:creationId xmlns:a16="http://schemas.microsoft.com/office/drawing/2014/main" id="{422A4C20-C591-B7BA-88A2-EE4295E42BD5}"/>
              </a:ext>
            </a:extLst>
          </p:cNvPr>
          <p:cNvSpPr>
            <a:spLocks noGrp="1"/>
          </p:cNvSpPr>
          <p:nvPr>
            <p:ph type="dt" sz="half" idx="15"/>
          </p:nvPr>
        </p:nvSpPr>
        <p:spPr>
          <a:xfrm>
            <a:off x="1174751" y="6400800"/>
            <a:ext cx="2743200" cy="266700"/>
          </a:xfrm>
        </p:spPr>
        <p:txBody>
          <a:bodyPr lIns="0" tIns="0" rIns="0" bIns="0"/>
          <a:lstStyle>
            <a:lvl1pPr>
              <a:defRPr>
                <a:solidFill>
                  <a:schemeClr val="tx1"/>
                </a:solidFill>
              </a:defRPr>
            </a:lvl1pPr>
          </a:lstStyle>
          <a:p>
            <a:r>
              <a:rPr lang="en-US" altLang="zh-CN" dirty="0"/>
              <a:t>03/12/2025</a:t>
            </a:r>
            <a:fld id="{FD138C57-8E3B-4697-92F8-0ED9B71F7E17}" type="datetime1">
              <a:rPr lang="en-US" smtClean="0"/>
              <a:pPr/>
              <a:t>3/5/2026</a:t>
            </a:fld>
            <a:endParaRPr lang="en-US"/>
          </a:p>
        </p:txBody>
      </p:sp>
      <p:sp>
        <p:nvSpPr>
          <p:cNvPr id="7" name="Footer Placeholder 4">
            <a:extLst>
              <a:ext uri="{FF2B5EF4-FFF2-40B4-BE49-F238E27FC236}">
                <a16:creationId xmlns:a16="http://schemas.microsoft.com/office/drawing/2014/main" id="{6390BD26-2598-EE89-F73A-1685B7397513}"/>
              </a:ext>
            </a:extLst>
          </p:cNvPr>
          <p:cNvSpPr>
            <a:spLocks noGrp="1"/>
          </p:cNvSpPr>
          <p:nvPr>
            <p:ph type="ftr" sz="quarter" idx="11"/>
          </p:nvPr>
        </p:nvSpPr>
        <p:spPr>
          <a:xfrm>
            <a:off x="4267200" y="6400800"/>
            <a:ext cx="3657600" cy="266700"/>
          </a:xfrm>
        </p:spPr>
        <p:txBody>
          <a:bodyPr/>
          <a:lstStyle>
            <a:lvl1pPr algn="ctr">
              <a:defRPr/>
            </a:lvl1pPr>
          </a:lstStyle>
          <a:p>
            <a:r>
              <a:rPr lang="en-US"/>
              <a:t>Sample Footer Text</a:t>
            </a:r>
          </a:p>
        </p:txBody>
      </p:sp>
      <p:sp>
        <p:nvSpPr>
          <p:cNvPr id="4" name="Slide Number Placeholder 5">
            <a:extLst>
              <a:ext uri="{FF2B5EF4-FFF2-40B4-BE49-F238E27FC236}">
                <a16:creationId xmlns:a16="http://schemas.microsoft.com/office/drawing/2014/main" id="{E2882322-2806-6BFB-ACF1-EB3E6930024F}"/>
              </a:ext>
            </a:extLst>
          </p:cNvPr>
          <p:cNvSpPr>
            <a:spLocks noGrp="1"/>
          </p:cNvSpPr>
          <p:nvPr>
            <p:ph type="sldNum" sz="quarter" idx="12"/>
          </p:nvPr>
        </p:nvSpPr>
        <p:spPr>
          <a:xfrm>
            <a:off x="8274049" y="6400800"/>
            <a:ext cx="3241675" cy="266700"/>
          </a:xfrm>
        </p:spPr>
        <p:txBody>
          <a:bodyPr/>
          <a:lstStyle>
            <a:lvl1pPr algn="r">
              <a:defRPr/>
            </a:lvl1pPr>
          </a:lstStyle>
          <a:p>
            <a:fld id="{CC057153-B650-4DEB-B370-79DDCFDCE934}" type="slidenum">
              <a:rPr lang="en-US" smtClean="0"/>
              <a:pPr/>
              <a:t>‹#›</a:t>
            </a:fld>
            <a:endParaRPr lang="en-US"/>
          </a:p>
        </p:txBody>
      </p:sp>
      <p:sp>
        <p:nvSpPr>
          <p:cNvPr id="12" name="Freeform: Shape 16">
            <a:extLst>
              <a:ext uri="{FF2B5EF4-FFF2-40B4-BE49-F238E27FC236}">
                <a16:creationId xmlns:a16="http://schemas.microsoft.com/office/drawing/2014/main" id="{A7FA8BD1-9A20-5381-CC5C-A27497B1FE1A}"/>
              </a:ext>
              <a:ext uri="{C183D7F6-B498-43B3-948B-1728B52AA6E4}">
                <adec:decorative xmlns:adec="http://schemas.microsoft.com/office/drawing/2017/decorative" val="1"/>
              </a:ext>
            </a:extLst>
          </p:cNvPr>
          <p:cNvSpPr/>
          <p:nvPr userDrawn="1"/>
        </p:nvSpPr>
        <p:spPr>
          <a:xfrm>
            <a:off x="11286467" y="0"/>
            <a:ext cx="427411" cy="854823"/>
          </a:xfrm>
          <a:custGeom>
            <a:avLst/>
            <a:gdLst>
              <a:gd name="connsiteX0" fmla="*/ 561975 w 561975"/>
              <a:gd name="connsiteY0" fmla="*/ 0 h 1123950"/>
              <a:gd name="connsiteX1" fmla="*/ 561975 w 561975"/>
              <a:gd name="connsiteY1" fmla="*/ 1123950 h 1123950"/>
              <a:gd name="connsiteX2" fmla="*/ 0 w 561975"/>
              <a:gd name="connsiteY2" fmla="*/ 561975 h 1123950"/>
              <a:gd name="connsiteX3" fmla="*/ 561975 w 561975"/>
              <a:gd name="connsiteY3" fmla="*/ 0 h 1123950"/>
            </a:gdLst>
            <a:ahLst/>
            <a:cxnLst>
              <a:cxn ang="0">
                <a:pos x="connsiteX0" y="connsiteY0"/>
              </a:cxn>
              <a:cxn ang="0">
                <a:pos x="connsiteX1" y="connsiteY1"/>
              </a:cxn>
              <a:cxn ang="0">
                <a:pos x="connsiteX2" y="connsiteY2"/>
              </a:cxn>
              <a:cxn ang="0">
                <a:pos x="connsiteX3" y="connsiteY3"/>
              </a:cxn>
            </a:cxnLst>
            <a:rect l="l" t="t" r="r" b="b"/>
            <a:pathLst>
              <a:path w="561975" h="1123950">
                <a:moveTo>
                  <a:pt x="561975" y="0"/>
                </a:moveTo>
                <a:lnTo>
                  <a:pt x="561975" y="1123950"/>
                </a:lnTo>
                <a:cubicBezTo>
                  <a:pt x="251605" y="1123950"/>
                  <a:pt x="0" y="872345"/>
                  <a:pt x="0" y="561975"/>
                </a:cubicBezTo>
                <a:cubicBezTo>
                  <a:pt x="0" y="251605"/>
                  <a:pt x="251605" y="0"/>
                  <a:pt x="561975" y="0"/>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3" name="Freeform: Shape 17">
            <a:extLst>
              <a:ext uri="{FF2B5EF4-FFF2-40B4-BE49-F238E27FC236}">
                <a16:creationId xmlns:a16="http://schemas.microsoft.com/office/drawing/2014/main" id="{FCD0DE49-3A7C-EE4C-61A3-FAF4F1B225FE}"/>
              </a:ext>
              <a:ext uri="{C183D7F6-B498-43B3-948B-1728B52AA6E4}">
                <adec:decorative xmlns:adec="http://schemas.microsoft.com/office/drawing/2017/decorative" val="1"/>
              </a:ext>
            </a:extLst>
          </p:cNvPr>
          <p:cNvSpPr/>
          <p:nvPr userDrawn="1"/>
        </p:nvSpPr>
        <p:spPr>
          <a:xfrm>
            <a:off x="11764589" y="0"/>
            <a:ext cx="427411" cy="854823"/>
          </a:xfrm>
          <a:custGeom>
            <a:avLst/>
            <a:gdLst>
              <a:gd name="connsiteX0" fmla="*/ 561975 w 561975"/>
              <a:gd name="connsiteY0" fmla="*/ 0 h 1123950"/>
              <a:gd name="connsiteX1" fmla="*/ 561975 w 561975"/>
              <a:gd name="connsiteY1" fmla="*/ 1123950 h 1123950"/>
              <a:gd name="connsiteX2" fmla="*/ 0 w 561975"/>
              <a:gd name="connsiteY2" fmla="*/ 561975 h 1123950"/>
              <a:gd name="connsiteX3" fmla="*/ 561975 w 561975"/>
              <a:gd name="connsiteY3" fmla="*/ 0 h 1123950"/>
            </a:gdLst>
            <a:ahLst/>
            <a:cxnLst>
              <a:cxn ang="0">
                <a:pos x="connsiteX0" y="connsiteY0"/>
              </a:cxn>
              <a:cxn ang="0">
                <a:pos x="connsiteX1" y="connsiteY1"/>
              </a:cxn>
              <a:cxn ang="0">
                <a:pos x="connsiteX2" y="connsiteY2"/>
              </a:cxn>
              <a:cxn ang="0">
                <a:pos x="connsiteX3" y="connsiteY3"/>
              </a:cxn>
            </a:cxnLst>
            <a:rect l="l" t="t" r="r" b="b"/>
            <a:pathLst>
              <a:path w="561975" h="1123950">
                <a:moveTo>
                  <a:pt x="561975" y="0"/>
                </a:moveTo>
                <a:lnTo>
                  <a:pt x="561975" y="1123950"/>
                </a:lnTo>
                <a:cubicBezTo>
                  <a:pt x="251605" y="1123950"/>
                  <a:pt x="0" y="872345"/>
                  <a:pt x="0" y="561975"/>
                </a:cubicBezTo>
                <a:cubicBezTo>
                  <a:pt x="0" y="251605"/>
                  <a:pt x="251605" y="0"/>
                  <a:pt x="561975" y="0"/>
                </a:cubicBez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4" name="Freeform: Shape 19">
            <a:extLst>
              <a:ext uri="{FF2B5EF4-FFF2-40B4-BE49-F238E27FC236}">
                <a16:creationId xmlns:a16="http://schemas.microsoft.com/office/drawing/2014/main" id="{767B11D7-CD08-FAED-9296-4800252357FE}"/>
              </a:ext>
              <a:ext uri="{C183D7F6-B498-43B3-948B-1728B52AA6E4}">
                <adec:decorative xmlns:adec="http://schemas.microsoft.com/office/drawing/2017/decorative" val="1"/>
              </a:ext>
            </a:extLst>
          </p:cNvPr>
          <p:cNvSpPr/>
          <p:nvPr userDrawn="1"/>
        </p:nvSpPr>
        <p:spPr>
          <a:xfrm flipH="1">
            <a:off x="0" y="6003177"/>
            <a:ext cx="427411" cy="854823"/>
          </a:xfrm>
          <a:custGeom>
            <a:avLst/>
            <a:gdLst>
              <a:gd name="connsiteX0" fmla="*/ 561975 w 561975"/>
              <a:gd name="connsiteY0" fmla="*/ 0 h 1123950"/>
              <a:gd name="connsiteX1" fmla="*/ 561975 w 561975"/>
              <a:gd name="connsiteY1" fmla="*/ 1123950 h 1123950"/>
              <a:gd name="connsiteX2" fmla="*/ 0 w 561975"/>
              <a:gd name="connsiteY2" fmla="*/ 561975 h 1123950"/>
              <a:gd name="connsiteX3" fmla="*/ 561975 w 561975"/>
              <a:gd name="connsiteY3" fmla="*/ 0 h 1123950"/>
            </a:gdLst>
            <a:ahLst/>
            <a:cxnLst>
              <a:cxn ang="0">
                <a:pos x="connsiteX0" y="connsiteY0"/>
              </a:cxn>
              <a:cxn ang="0">
                <a:pos x="connsiteX1" y="connsiteY1"/>
              </a:cxn>
              <a:cxn ang="0">
                <a:pos x="connsiteX2" y="connsiteY2"/>
              </a:cxn>
              <a:cxn ang="0">
                <a:pos x="connsiteX3" y="connsiteY3"/>
              </a:cxn>
            </a:cxnLst>
            <a:rect l="l" t="t" r="r" b="b"/>
            <a:pathLst>
              <a:path w="561975" h="1123950">
                <a:moveTo>
                  <a:pt x="561975" y="0"/>
                </a:moveTo>
                <a:lnTo>
                  <a:pt x="561975" y="1123950"/>
                </a:lnTo>
                <a:cubicBezTo>
                  <a:pt x="251605" y="1123950"/>
                  <a:pt x="0" y="872345"/>
                  <a:pt x="0" y="561975"/>
                </a:cubicBezTo>
                <a:cubicBezTo>
                  <a:pt x="0" y="251605"/>
                  <a:pt x="251605" y="0"/>
                  <a:pt x="561975" y="0"/>
                </a:cubicBez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5" name="Freeform: Shape 18">
            <a:extLst>
              <a:ext uri="{FF2B5EF4-FFF2-40B4-BE49-F238E27FC236}">
                <a16:creationId xmlns:a16="http://schemas.microsoft.com/office/drawing/2014/main" id="{50CF2599-B950-2167-E974-CC7481C78A0B}"/>
              </a:ext>
              <a:ext uri="{C183D7F6-B498-43B3-948B-1728B52AA6E4}">
                <adec:decorative xmlns:adec="http://schemas.microsoft.com/office/drawing/2017/decorative" val="1"/>
              </a:ext>
            </a:extLst>
          </p:cNvPr>
          <p:cNvSpPr/>
          <p:nvPr userDrawn="1"/>
        </p:nvSpPr>
        <p:spPr>
          <a:xfrm flipH="1">
            <a:off x="478123" y="6003177"/>
            <a:ext cx="427411" cy="854823"/>
          </a:xfrm>
          <a:custGeom>
            <a:avLst/>
            <a:gdLst>
              <a:gd name="connsiteX0" fmla="*/ 561975 w 561975"/>
              <a:gd name="connsiteY0" fmla="*/ 0 h 1123950"/>
              <a:gd name="connsiteX1" fmla="*/ 561975 w 561975"/>
              <a:gd name="connsiteY1" fmla="*/ 1123950 h 1123950"/>
              <a:gd name="connsiteX2" fmla="*/ 0 w 561975"/>
              <a:gd name="connsiteY2" fmla="*/ 561975 h 1123950"/>
              <a:gd name="connsiteX3" fmla="*/ 561975 w 561975"/>
              <a:gd name="connsiteY3" fmla="*/ 0 h 1123950"/>
            </a:gdLst>
            <a:ahLst/>
            <a:cxnLst>
              <a:cxn ang="0">
                <a:pos x="connsiteX0" y="connsiteY0"/>
              </a:cxn>
              <a:cxn ang="0">
                <a:pos x="connsiteX1" y="connsiteY1"/>
              </a:cxn>
              <a:cxn ang="0">
                <a:pos x="connsiteX2" y="connsiteY2"/>
              </a:cxn>
              <a:cxn ang="0">
                <a:pos x="connsiteX3" y="connsiteY3"/>
              </a:cxn>
            </a:cxnLst>
            <a:rect l="l" t="t" r="r" b="b"/>
            <a:pathLst>
              <a:path w="561975" h="1123950">
                <a:moveTo>
                  <a:pt x="561975" y="0"/>
                </a:moveTo>
                <a:lnTo>
                  <a:pt x="561975" y="1123950"/>
                </a:lnTo>
                <a:cubicBezTo>
                  <a:pt x="251605" y="1123950"/>
                  <a:pt x="0" y="872345"/>
                  <a:pt x="0" y="561975"/>
                </a:cubicBezTo>
                <a:cubicBezTo>
                  <a:pt x="0" y="251605"/>
                  <a:pt x="251605" y="0"/>
                  <a:pt x="561975" y="0"/>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Tree>
    <p:extLst>
      <p:ext uri="{BB962C8B-B14F-4D97-AF65-F5344CB8AC3E}">
        <p14:creationId xmlns:p14="http://schemas.microsoft.com/office/powerpoint/2010/main" val="356648437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ontent Photo 1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hasCustomPrompt="1"/>
          </p:nvPr>
        </p:nvSpPr>
        <p:spPr>
          <a:xfrm>
            <a:off x="844000" y="831919"/>
            <a:ext cx="3401568" cy="1527048"/>
          </a:xfrm>
        </p:spPr>
        <p:txBody>
          <a:bodyPr anchor="b">
            <a:noAutofit/>
          </a:bodyPr>
          <a:lstStyle>
            <a:lvl1pPr>
              <a:defRPr sz="3400"/>
            </a:lvl1pPr>
          </a:lstStyle>
          <a:p>
            <a:r>
              <a:rPr lang="en-US"/>
              <a:t>Click to edit Master title style</a:t>
            </a:r>
          </a:p>
        </p:txBody>
      </p:sp>
      <p:sp>
        <p:nvSpPr>
          <p:cNvPr id="3" name="Content Placeholder 2">
            <a:extLst>
              <a:ext uri="{FF2B5EF4-FFF2-40B4-BE49-F238E27FC236}">
                <a16:creationId xmlns:a16="http://schemas.microsoft.com/office/drawing/2014/main" id="{BDB04DE6-EAC2-AC37-0397-9528F6C574F2}"/>
              </a:ext>
            </a:extLst>
          </p:cNvPr>
          <p:cNvSpPr>
            <a:spLocks noGrp="1"/>
          </p:cNvSpPr>
          <p:nvPr>
            <p:ph idx="1"/>
          </p:nvPr>
        </p:nvSpPr>
        <p:spPr>
          <a:xfrm>
            <a:off x="844000" y="2540000"/>
            <a:ext cx="3423200" cy="3486081"/>
          </a:xfrm>
        </p:spPr>
        <p:txBody>
          <a:bodyPr>
            <a:normAutofit/>
          </a:bodyPr>
          <a:lstStyle>
            <a:lvl1pPr marL="0" indent="0">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4761781" y="831919"/>
            <a:ext cx="6586220" cy="5194162"/>
          </a:xfrm>
        </p:spPr>
        <p:txBody>
          <a:bodyPr/>
          <a:lstStyle/>
          <a:p>
            <a:endParaRPr lang="en-US"/>
          </a:p>
        </p:txBody>
      </p:sp>
      <p:sp>
        <p:nvSpPr>
          <p:cNvPr id="7" name="Date Placeholder 3">
            <a:extLst>
              <a:ext uri="{FF2B5EF4-FFF2-40B4-BE49-F238E27FC236}">
                <a16:creationId xmlns:a16="http://schemas.microsoft.com/office/drawing/2014/main" id="{BE8F2FDC-C562-B34A-6571-DC3277426389}"/>
              </a:ext>
            </a:extLst>
          </p:cNvPr>
          <p:cNvSpPr>
            <a:spLocks noGrp="1"/>
          </p:cNvSpPr>
          <p:nvPr>
            <p:ph type="dt" sz="half" idx="10"/>
          </p:nvPr>
        </p:nvSpPr>
        <p:spPr>
          <a:xfrm>
            <a:off x="657225" y="6400800"/>
            <a:ext cx="2743200" cy="266700"/>
          </a:xfrm>
        </p:spPr>
        <p:txBody>
          <a:bodyPr/>
          <a:lstStyle/>
          <a:p>
            <a:r>
              <a:rPr lang="en-US" altLang="zh-CN" dirty="0"/>
              <a:t>03/12/2025</a:t>
            </a:r>
            <a:fld id="{FD138C57-8E3B-4697-92F8-0ED9B71F7E17}" type="datetime1">
              <a:rPr lang="en-US" smtClean="0"/>
              <a:t>3/5/2026</a:t>
            </a:fld>
            <a:endParaRPr lang="en-US"/>
          </a:p>
        </p:txBody>
      </p:sp>
      <p:sp>
        <p:nvSpPr>
          <p:cNvPr id="6" name="Footer Placeholder 4">
            <a:extLst>
              <a:ext uri="{FF2B5EF4-FFF2-40B4-BE49-F238E27FC236}">
                <a16:creationId xmlns:a16="http://schemas.microsoft.com/office/drawing/2014/main" id="{F8CD5EAC-3346-2E3B-3C1B-E978B8BD44F2}"/>
              </a:ext>
            </a:extLst>
          </p:cNvPr>
          <p:cNvSpPr>
            <a:spLocks noGrp="1"/>
          </p:cNvSpPr>
          <p:nvPr>
            <p:ph type="ftr" sz="quarter" idx="11"/>
          </p:nvPr>
        </p:nvSpPr>
        <p:spPr>
          <a:xfrm>
            <a:off x="4267200" y="6400800"/>
            <a:ext cx="3657600" cy="266700"/>
          </a:xfrm>
        </p:spPr>
        <p:txBody>
          <a:bodyPr/>
          <a:lstStyle>
            <a:lvl1pPr algn="ctr">
              <a:defRPr/>
            </a:lvl1pPr>
          </a:lstStyle>
          <a:p>
            <a:r>
              <a:rPr lang="en-US"/>
              <a:t>Sample Footer Text</a:t>
            </a:r>
          </a:p>
        </p:txBody>
      </p:sp>
      <p:sp>
        <p:nvSpPr>
          <p:cNvPr id="5" name="Slide Number Placeholder 5">
            <a:extLst>
              <a:ext uri="{FF2B5EF4-FFF2-40B4-BE49-F238E27FC236}">
                <a16:creationId xmlns:a16="http://schemas.microsoft.com/office/drawing/2014/main" id="{D221974C-11FF-808A-131E-5B13E74A793C}"/>
              </a:ext>
            </a:extLst>
          </p:cNvPr>
          <p:cNvSpPr>
            <a:spLocks noGrp="1"/>
          </p:cNvSpPr>
          <p:nvPr>
            <p:ph type="sldNum" sz="quarter" idx="12"/>
          </p:nvPr>
        </p:nvSpPr>
        <p:spPr>
          <a:xfrm>
            <a:off x="8274049" y="6400800"/>
            <a:ext cx="3241675" cy="266700"/>
          </a:xfrm>
        </p:spPr>
        <p:txBody>
          <a:bodyPr/>
          <a:lstStyle>
            <a:lvl1pPr algn="r">
              <a:defRPr/>
            </a:lvl1pPr>
          </a:lstStyle>
          <a:p>
            <a:fld id="{CC057153-B650-4DEB-B370-79DDCFDCE934}" type="slidenum">
              <a:rPr lang="en-US" smtClean="0"/>
              <a:pPr/>
              <a:t>‹#›</a:t>
            </a:fld>
            <a:endParaRPr lang="en-US"/>
          </a:p>
        </p:txBody>
      </p:sp>
      <p:sp>
        <p:nvSpPr>
          <p:cNvPr id="28" name="Rectangle 6">
            <a:extLst>
              <a:ext uri="{FF2B5EF4-FFF2-40B4-BE49-F238E27FC236}">
                <a16:creationId xmlns:a16="http://schemas.microsoft.com/office/drawing/2014/main" id="{69F1C76D-67DE-DFCB-797B-209A9222EEBF}"/>
              </a:ext>
              <a:ext uri="{C183D7F6-B498-43B3-948B-1728B52AA6E4}">
                <adec:decorative xmlns:adec="http://schemas.microsoft.com/office/drawing/2017/decorative" val="1"/>
              </a:ext>
            </a:extLst>
          </p:cNvPr>
          <p:cNvSpPr/>
          <p:nvPr userDrawn="1"/>
        </p:nvSpPr>
        <p:spPr>
          <a:xfrm rot="5400000">
            <a:off x="3066943" y="-3066947"/>
            <a:ext cx="311361" cy="6445253"/>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29" name="Freeform: Shape 59">
            <a:extLst>
              <a:ext uri="{FF2B5EF4-FFF2-40B4-BE49-F238E27FC236}">
                <a16:creationId xmlns:a16="http://schemas.microsoft.com/office/drawing/2014/main" id="{2D7E2290-C841-FA30-B540-94E323C37D8F}"/>
              </a:ext>
              <a:ext uri="{C183D7F6-B498-43B3-948B-1728B52AA6E4}">
                <adec:decorative xmlns:adec="http://schemas.microsoft.com/office/drawing/2017/decorative" val="1"/>
              </a:ext>
            </a:extLst>
          </p:cNvPr>
          <p:cNvSpPr/>
          <p:nvPr userDrawn="1"/>
        </p:nvSpPr>
        <p:spPr>
          <a:xfrm rot="16200000" flipH="1" flipV="1">
            <a:off x="5673214" y="-460675"/>
            <a:ext cx="312166" cy="1231903"/>
          </a:xfrm>
          <a:custGeom>
            <a:avLst/>
            <a:gdLst>
              <a:gd name="connsiteX0" fmla="*/ 1497298 w 1497298"/>
              <a:gd name="connsiteY0" fmla="*/ 0 h 1457281"/>
              <a:gd name="connsiteX1" fmla="*/ 0 w 1497298"/>
              <a:gd name="connsiteY1" fmla="*/ 0 h 1457281"/>
              <a:gd name="connsiteX2" fmla="*/ 0 w 1497298"/>
              <a:gd name="connsiteY2" fmla="*/ 1457281 h 1457281"/>
            </a:gdLst>
            <a:ahLst/>
            <a:cxnLst>
              <a:cxn ang="0">
                <a:pos x="connsiteX0" y="connsiteY0"/>
              </a:cxn>
              <a:cxn ang="0">
                <a:pos x="connsiteX1" y="connsiteY1"/>
              </a:cxn>
              <a:cxn ang="0">
                <a:pos x="connsiteX2" y="connsiteY2"/>
              </a:cxn>
            </a:cxnLst>
            <a:rect l="l" t="t" r="r" b="b"/>
            <a:pathLst>
              <a:path w="1497298" h="1457281">
                <a:moveTo>
                  <a:pt x="1497298" y="0"/>
                </a:moveTo>
                <a:lnTo>
                  <a:pt x="0" y="0"/>
                </a:lnTo>
                <a:lnTo>
                  <a:pt x="0" y="1457281"/>
                </a:lnTo>
                <a:close/>
              </a:path>
            </a:pathLst>
          </a:custGeom>
          <a:solidFill>
            <a:schemeClr val="accent3"/>
          </a:solidFill>
          <a:ln w="9525" cap="flat">
            <a:noFill/>
            <a:prstDash val="solid"/>
            <a:miter/>
          </a:ln>
        </p:spPr>
        <p:txBody>
          <a:bodyPr rtlCol="0" anchor="ctr"/>
          <a:lstStyle/>
          <a:p>
            <a:pPr lvl="0"/>
            <a:endParaRPr lang="zh-CN" altLang="en-US">
              <a:solidFill>
                <a:schemeClr val="tx1"/>
              </a:solidFill>
            </a:endParaRPr>
          </a:p>
        </p:txBody>
      </p:sp>
      <p:sp>
        <p:nvSpPr>
          <p:cNvPr id="27" name="Rectangle 6">
            <a:extLst>
              <a:ext uri="{FF2B5EF4-FFF2-40B4-BE49-F238E27FC236}">
                <a16:creationId xmlns:a16="http://schemas.microsoft.com/office/drawing/2014/main" id="{98CB2567-FE22-5916-E6EE-BF2E420C8C42}"/>
              </a:ext>
              <a:ext uri="{C183D7F6-B498-43B3-948B-1728B52AA6E4}">
                <adec:decorative xmlns:adec="http://schemas.microsoft.com/office/drawing/2017/decorative" val="1"/>
              </a:ext>
            </a:extLst>
          </p:cNvPr>
          <p:cNvSpPr/>
          <p:nvPr userDrawn="1"/>
        </p:nvSpPr>
        <p:spPr>
          <a:xfrm rot="5400000">
            <a:off x="8843383" y="-2398940"/>
            <a:ext cx="312165" cy="5108436"/>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26" name="Rectangle 6">
            <a:extLst>
              <a:ext uri="{FF2B5EF4-FFF2-40B4-BE49-F238E27FC236}">
                <a16:creationId xmlns:a16="http://schemas.microsoft.com/office/drawing/2014/main" id="{061982EF-A562-8BFF-583D-EB011D56411C}"/>
              </a:ext>
              <a:ext uri="{C183D7F6-B498-43B3-948B-1728B52AA6E4}">
                <adec:decorative xmlns:adec="http://schemas.microsoft.com/office/drawing/2017/decorative" val="1"/>
              </a:ext>
            </a:extLst>
          </p:cNvPr>
          <p:cNvSpPr/>
          <p:nvPr userDrawn="1"/>
        </p:nvSpPr>
        <p:spPr>
          <a:xfrm rot="5400000">
            <a:off x="11716760" y="-163879"/>
            <a:ext cx="312165" cy="638315"/>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Tree>
    <p:extLst>
      <p:ext uri="{BB962C8B-B14F-4D97-AF65-F5344CB8AC3E}">
        <p14:creationId xmlns:p14="http://schemas.microsoft.com/office/powerpoint/2010/main" val="268321109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Content Photo 1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hasCustomPrompt="1"/>
          </p:nvPr>
        </p:nvSpPr>
        <p:spPr>
          <a:xfrm>
            <a:off x="8073454" y="831919"/>
            <a:ext cx="3273552" cy="2035696"/>
          </a:xfrm>
        </p:spPr>
        <p:txBody>
          <a:bodyPr anchor="b">
            <a:noAutofit/>
          </a:bodyPr>
          <a:lstStyle>
            <a:lvl1pPr>
              <a:defRPr sz="3600"/>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844000" y="831919"/>
            <a:ext cx="6937365" cy="5091685"/>
          </a:xfrm>
        </p:spPr>
        <p:txBody>
          <a:bodyPr/>
          <a:lstStyle/>
          <a:p>
            <a:endParaRPr lang="en-US"/>
          </a:p>
        </p:txBody>
      </p:sp>
      <p:sp>
        <p:nvSpPr>
          <p:cNvPr id="4" name="Content Placeholder 2">
            <a:extLst>
              <a:ext uri="{FF2B5EF4-FFF2-40B4-BE49-F238E27FC236}">
                <a16:creationId xmlns:a16="http://schemas.microsoft.com/office/drawing/2014/main" id="{A83DB3FE-F7D2-E449-4412-979DFDADDC86}"/>
              </a:ext>
            </a:extLst>
          </p:cNvPr>
          <p:cNvSpPr>
            <a:spLocks noGrp="1"/>
          </p:cNvSpPr>
          <p:nvPr>
            <p:ph idx="1"/>
          </p:nvPr>
        </p:nvSpPr>
        <p:spPr>
          <a:xfrm>
            <a:off x="8073452" y="2992582"/>
            <a:ext cx="3273553" cy="2931022"/>
          </a:xfrm>
        </p:spPr>
        <p:txBody>
          <a:bodyPr>
            <a:normAutofit/>
          </a:bodyPr>
          <a:lstStyle>
            <a:lvl1pPr marL="0" indent="0">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3">
            <a:extLst>
              <a:ext uri="{FF2B5EF4-FFF2-40B4-BE49-F238E27FC236}">
                <a16:creationId xmlns:a16="http://schemas.microsoft.com/office/drawing/2014/main" id="{6B3F9524-AF16-7B88-FD0F-5D85D35D4023}"/>
              </a:ext>
            </a:extLst>
          </p:cNvPr>
          <p:cNvSpPr>
            <a:spLocks noGrp="1"/>
          </p:cNvSpPr>
          <p:nvPr>
            <p:ph type="dt" sz="half" idx="15"/>
          </p:nvPr>
        </p:nvSpPr>
        <p:spPr>
          <a:xfrm>
            <a:off x="1174751" y="6400800"/>
            <a:ext cx="2743200" cy="266700"/>
          </a:xfrm>
        </p:spPr>
        <p:txBody>
          <a:bodyPr lIns="0" tIns="0" rIns="0" bIns="0"/>
          <a:lstStyle>
            <a:lvl1pPr>
              <a:defRPr>
                <a:solidFill>
                  <a:schemeClr val="tx1"/>
                </a:solidFill>
              </a:defRPr>
            </a:lvl1pPr>
          </a:lstStyle>
          <a:p>
            <a:r>
              <a:rPr lang="en-US" altLang="zh-CN" dirty="0"/>
              <a:t>03/12/2025</a:t>
            </a:r>
            <a:fld id="{FD138C57-8E3B-4697-92F8-0ED9B71F7E17}" type="datetime1">
              <a:rPr lang="en-US" smtClean="0"/>
              <a:pPr/>
              <a:t>3/5/2026</a:t>
            </a:fld>
            <a:endParaRPr lang="en-US"/>
          </a:p>
        </p:txBody>
      </p:sp>
      <p:sp>
        <p:nvSpPr>
          <p:cNvPr id="6" name="Footer Placeholder 4">
            <a:extLst>
              <a:ext uri="{FF2B5EF4-FFF2-40B4-BE49-F238E27FC236}">
                <a16:creationId xmlns:a16="http://schemas.microsoft.com/office/drawing/2014/main" id="{8809F231-51ED-DDB0-9D71-BF8956AA757A}"/>
              </a:ext>
            </a:extLst>
          </p:cNvPr>
          <p:cNvSpPr>
            <a:spLocks noGrp="1"/>
          </p:cNvSpPr>
          <p:nvPr>
            <p:ph type="ftr" sz="quarter" idx="11"/>
          </p:nvPr>
        </p:nvSpPr>
        <p:spPr>
          <a:xfrm>
            <a:off x="4267200" y="6400800"/>
            <a:ext cx="3657600" cy="266700"/>
          </a:xfrm>
        </p:spPr>
        <p:txBody>
          <a:bodyPr/>
          <a:lstStyle>
            <a:lvl1pPr algn="ctr">
              <a:defRPr/>
            </a:lvl1pPr>
          </a:lstStyle>
          <a:p>
            <a:r>
              <a:rPr lang="en-US"/>
              <a:t>Sample Footer Text</a:t>
            </a:r>
          </a:p>
        </p:txBody>
      </p:sp>
      <p:sp>
        <p:nvSpPr>
          <p:cNvPr id="5" name="Slide Number Placeholder 5">
            <a:extLst>
              <a:ext uri="{FF2B5EF4-FFF2-40B4-BE49-F238E27FC236}">
                <a16:creationId xmlns:a16="http://schemas.microsoft.com/office/drawing/2014/main" id="{3004408D-81FD-E507-7BBD-A8D6584E4240}"/>
              </a:ext>
            </a:extLst>
          </p:cNvPr>
          <p:cNvSpPr>
            <a:spLocks noGrp="1"/>
          </p:cNvSpPr>
          <p:nvPr>
            <p:ph type="sldNum" sz="quarter" idx="12"/>
          </p:nvPr>
        </p:nvSpPr>
        <p:spPr>
          <a:xfrm>
            <a:off x="8274049" y="6400800"/>
            <a:ext cx="3241675" cy="266700"/>
          </a:xfrm>
        </p:spPr>
        <p:txBody>
          <a:bodyPr/>
          <a:lstStyle>
            <a:lvl1pPr algn="r">
              <a:defRPr/>
            </a:lvl1pPr>
          </a:lstStyle>
          <a:p>
            <a:fld id="{CC057153-B650-4DEB-B370-79DDCFDCE934}" type="slidenum">
              <a:rPr lang="en-US" smtClean="0"/>
              <a:pPr/>
              <a:t>‹#›</a:t>
            </a:fld>
            <a:endParaRPr lang="en-US"/>
          </a:p>
        </p:txBody>
      </p:sp>
      <p:sp>
        <p:nvSpPr>
          <p:cNvPr id="12" name="Freeform: Shape 16">
            <a:extLst>
              <a:ext uri="{FF2B5EF4-FFF2-40B4-BE49-F238E27FC236}">
                <a16:creationId xmlns:a16="http://schemas.microsoft.com/office/drawing/2014/main" id="{697E7E97-2AF1-DCEF-1577-E6BB3BF3A416}"/>
              </a:ext>
              <a:ext uri="{C183D7F6-B498-43B3-948B-1728B52AA6E4}">
                <adec:decorative xmlns:adec="http://schemas.microsoft.com/office/drawing/2017/decorative" val="1"/>
              </a:ext>
            </a:extLst>
          </p:cNvPr>
          <p:cNvSpPr/>
          <p:nvPr userDrawn="1"/>
        </p:nvSpPr>
        <p:spPr>
          <a:xfrm>
            <a:off x="11286467" y="0"/>
            <a:ext cx="427411" cy="854823"/>
          </a:xfrm>
          <a:custGeom>
            <a:avLst/>
            <a:gdLst>
              <a:gd name="connsiteX0" fmla="*/ 561975 w 561975"/>
              <a:gd name="connsiteY0" fmla="*/ 0 h 1123950"/>
              <a:gd name="connsiteX1" fmla="*/ 561975 w 561975"/>
              <a:gd name="connsiteY1" fmla="*/ 1123950 h 1123950"/>
              <a:gd name="connsiteX2" fmla="*/ 0 w 561975"/>
              <a:gd name="connsiteY2" fmla="*/ 561975 h 1123950"/>
              <a:gd name="connsiteX3" fmla="*/ 561975 w 561975"/>
              <a:gd name="connsiteY3" fmla="*/ 0 h 1123950"/>
            </a:gdLst>
            <a:ahLst/>
            <a:cxnLst>
              <a:cxn ang="0">
                <a:pos x="connsiteX0" y="connsiteY0"/>
              </a:cxn>
              <a:cxn ang="0">
                <a:pos x="connsiteX1" y="connsiteY1"/>
              </a:cxn>
              <a:cxn ang="0">
                <a:pos x="connsiteX2" y="connsiteY2"/>
              </a:cxn>
              <a:cxn ang="0">
                <a:pos x="connsiteX3" y="connsiteY3"/>
              </a:cxn>
            </a:cxnLst>
            <a:rect l="l" t="t" r="r" b="b"/>
            <a:pathLst>
              <a:path w="561975" h="1123950">
                <a:moveTo>
                  <a:pt x="561975" y="0"/>
                </a:moveTo>
                <a:lnTo>
                  <a:pt x="561975" y="1123950"/>
                </a:lnTo>
                <a:cubicBezTo>
                  <a:pt x="251605" y="1123950"/>
                  <a:pt x="0" y="872345"/>
                  <a:pt x="0" y="561975"/>
                </a:cubicBezTo>
                <a:cubicBezTo>
                  <a:pt x="0" y="251605"/>
                  <a:pt x="251605" y="0"/>
                  <a:pt x="561975" y="0"/>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3" name="Freeform: Shape 17">
            <a:extLst>
              <a:ext uri="{FF2B5EF4-FFF2-40B4-BE49-F238E27FC236}">
                <a16:creationId xmlns:a16="http://schemas.microsoft.com/office/drawing/2014/main" id="{E9317DCD-DD5B-9395-5430-ADD837B166AE}"/>
              </a:ext>
              <a:ext uri="{C183D7F6-B498-43B3-948B-1728B52AA6E4}">
                <adec:decorative xmlns:adec="http://schemas.microsoft.com/office/drawing/2017/decorative" val="1"/>
              </a:ext>
            </a:extLst>
          </p:cNvPr>
          <p:cNvSpPr/>
          <p:nvPr userDrawn="1"/>
        </p:nvSpPr>
        <p:spPr>
          <a:xfrm>
            <a:off x="11764589" y="0"/>
            <a:ext cx="427411" cy="854823"/>
          </a:xfrm>
          <a:custGeom>
            <a:avLst/>
            <a:gdLst>
              <a:gd name="connsiteX0" fmla="*/ 561975 w 561975"/>
              <a:gd name="connsiteY0" fmla="*/ 0 h 1123950"/>
              <a:gd name="connsiteX1" fmla="*/ 561975 w 561975"/>
              <a:gd name="connsiteY1" fmla="*/ 1123950 h 1123950"/>
              <a:gd name="connsiteX2" fmla="*/ 0 w 561975"/>
              <a:gd name="connsiteY2" fmla="*/ 561975 h 1123950"/>
              <a:gd name="connsiteX3" fmla="*/ 561975 w 561975"/>
              <a:gd name="connsiteY3" fmla="*/ 0 h 1123950"/>
            </a:gdLst>
            <a:ahLst/>
            <a:cxnLst>
              <a:cxn ang="0">
                <a:pos x="connsiteX0" y="connsiteY0"/>
              </a:cxn>
              <a:cxn ang="0">
                <a:pos x="connsiteX1" y="connsiteY1"/>
              </a:cxn>
              <a:cxn ang="0">
                <a:pos x="connsiteX2" y="connsiteY2"/>
              </a:cxn>
              <a:cxn ang="0">
                <a:pos x="connsiteX3" y="connsiteY3"/>
              </a:cxn>
            </a:cxnLst>
            <a:rect l="l" t="t" r="r" b="b"/>
            <a:pathLst>
              <a:path w="561975" h="1123950">
                <a:moveTo>
                  <a:pt x="561975" y="0"/>
                </a:moveTo>
                <a:lnTo>
                  <a:pt x="561975" y="1123950"/>
                </a:lnTo>
                <a:cubicBezTo>
                  <a:pt x="251605" y="1123950"/>
                  <a:pt x="0" y="872345"/>
                  <a:pt x="0" y="561975"/>
                </a:cubicBezTo>
                <a:cubicBezTo>
                  <a:pt x="0" y="251605"/>
                  <a:pt x="251605" y="0"/>
                  <a:pt x="561975" y="0"/>
                </a:cubicBez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4" name="Freeform: Shape 19">
            <a:extLst>
              <a:ext uri="{FF2B5EF4-FFF2-40B4-BE49-F238E27FC236}">
                <a16:creationId xmlns:a16="http://schemas.microsoft.com/office/drawing/2014/main" id="{FD993BD8-30E5-EFEA-32A5-68475D04F0F5}"/>
              </a:ext>
              <a:ext uri="{C183D7F6-B498-43B3-948B-1728B52AA6E4}">
                <adec:decorative xmlns:adec="http://schemas.microsoft.com/office/drawing/2017/decorative" val="1"/>
              </a:ext>
            </a:extLst>
          </p:cNvPr>
          <p:cNvSpPr/>
          <p:nvPr userDrawn="1"/>
        </p:nvSpPr>
        <p:spPr>
          <a:xfrm flipH="1">
            <a:off x="0" y="6003177"/>
            <a:ext cx="427411" cy="854823"/>
          </a:xfrm>
          <a:custGeom>
            <a:avLst/>
            <a:gdLst>
              <a:gd name="connsiteX0" fmla="*/ 561975 w 561975"/>
              <a:gd name="connsiteY0" fmla="*/ 0 h 1123950"/>
              <a:gd name="connsiteX1" fmla="*/ 561975 w 561975"/>
              <a:gd name="connsiteY1" fmla="*/ 1123950 h 1123950"/>
              <a:gd name="connsiteX2" fmla="*/ 0 w 561975"/>
              <a:gd name="connsiteY2" fmla="*/ 561975 h 1123950"/>
              <a:gd name="connsiteX3" fmla="*/ 561975 w 561975"/>
              <a:gd name="connsiteY3" fmla="*/ 0 h 1123950"/>
            </a:gdLst>
            <a:ahLst/>
            <a:cxnLst>
              <a:cxn ang="0">
                <a:pos x="connsiteX0" y="connsiteY0"/>
              </a:cxn>
              <a:cxn ang="0">
                <a:pos x="connsiteX1" y="connsiteY1"/>
              </a:cxn>
              <a:cxn ang="0">
                <a:pos x="connsiteX2" y="connsiteY2"/>
              </a:cxn>
              <a:cxn ang="0">
                <a:pos x="connsiteX3" y="connsiteY3"/>
              </a:cxn>
            </a:cxnLst>
            <a:rect l="l" t="t" r="r" b="b"/>
            <a:pathLst>
              <a:path w="561975" h="1123950">
                <a:moveTo>
                  <a:pt x="561975" y="0"/>
                </a:moveTo>
                <a:lnTo>
                  <a:pt x="561975" y="1123950"/>
                </a:lnTo>
                <a:cubicBezTo>
                  <a:pt x="251605" y="1123950"/>
                  <a:pt x="0" y="872345"/>
                  <a:pt x="0" y="561975"/>
                </a:cubicBezTo>
                <a:cubicBezTo>
                  <a:pt x="0" y="251605"/>
                  <a:pt x="251605" y="0"/>
                  <a:pt x="561975" y="0"/>
                </a:cubicBez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5" name="Freeform: Shape 18">
            <a:extLst>
              <a:ext uri="{FF2B5EF4-FFF2-40B4-BE49-F238E27FC236}">
                <a16:creationId xmlns:a16="http://schemas.microsoft.com/office/drawing/2014/main" id="{0AA84551-1089-1E65-5C17-6F400C1EADBC}"/>
              </a:ext>
              <a:ext uri="{C183D7F6-B498-43B3-948B-1728B52AA6E4}">
                <adec:decorative xmlns:adec="http://schemas.microsoft.com/office/drawing/2017/decorative" val="1"/>
              </a:ext>
            </a:extLst>
          </p:cNvPr>
          <p:cNvSpPr/>
          <p:nvPr userDrawn="1"/>
        </p:nvSpPr>
        <p:spPr>
          <a:xfrm flipH="1">
            <a:off x="478123" y="6003177"/>
            <a:ext cx="427411" cy="854823"/>
          </a:xfrm>
          <a:custGeom>
            <a:avLst/>
            <a:gdLst>
              <a:gd name="connsiteX0" fmla="*/ 561975 w 561975"/>
              <a:gd name="connsiteY0" fmla="*/ 0 h 1123950"/>
              <a:gd name="connsiteX1" fmla="*/ 561975 w 561975"/>
              <a:gd name="connsiteY1" fmla="*/ 1123950 h 1123950"/>
              <a:gd name="connsiteX2" fmla="*/ 0 w 561975"/>
              <a:gd name="connsiteY2" fmla="*/ 561975 h 1123950"/>
              <a:gd name="connsiteX3" fmla="*/ 561975 w 561975"/>
              <a:gd name="connsiteY3" fmla="*/ 0 h 1123950"/>
            </a:gdLst>
            <a:ahLst/>
            <a:cxnLst>
              <a:cxn ang="0">
                <a:pos x="connsiteX0" y="connsiteY0"/>
              </a:cxn>
              <a:cxn ang="0">
                <a:pos x="connsiteX1" y="connsiteY1"/>
              </a:cxn>
              <a:cxn ang="0">
                <a:pos x="connsiteX2" y="connsiteY2"/>
              </a:cxn>
              <a:cxn ang="0">
                <a:pos x="connsiteX3" y="connsiteY3"/>
              </a:cxn>
            </a:cxnLst>
            <a:rect l="l" t="t" r="r" b="b"/>
            <a:pathLst>
              <a:path w="561975" h="1123950">
                <a:moveTo>
                  <a:pt x="561975" y="0"/>
                </a:moveTo>
                <a:lnTo>
                  <a:pt x="561975" y="1123950"/>
                </a:lnTo>
                <a:cubicBezTo>
                  <a:pt x="251605" y="1123950"/>
                  <a:pt x="0" y="872345"/>
                  <a:pt x="0" y="561975"/>
                </a:cubicBezTo>
                <a:cubicBezTo>
                  <a:pt x="0" y="251605"/>
                  <a:pt x="251605" y="0"/>
                  <a:pt x="561975" y="0"/>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Tree>
    <p:extLst>
      <p:ext uri="{BB962C8B-B14F-4D97-AF65-F5344CB8AC3E}">
        <p14:creationId xmlns:p14="http://schemas.microsoft.com/office/powerpoint/2010/main" val="324371386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ontent Photo 12">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843999" y="831919"/>
            <a:ext cx="10504001" cy="3472067"/>
          </a:xfrm>
        </p:spPr>
        <p:txBody>
          <a:bodyPr/>
          <a:lstStyle/>
          <a:p>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hasCustomPrompt="1"/>
          </p:nvPr>
        </p:nvSpPr>
        <p:spPr>
          <a:xfrm>
            <a:off x="843998" y="4509559"/>
            <a:ext cx="4579339" cy="1516522"/>
          </a:xfrm>
        </p:spPr>
        <p:txBody>
          <a:bodyPr anchor="t">
            <a:noAutofit/>
          </a:bodyPr>
          <a:lstStyle>
            <a:lvl1pPr>
              <a:defRPr sz="3600"/>
            </a:lvl1pPr>
          </a:lstStyle>
          <a:p>
            <a:r>
              <a:rPr lang="en-US"/>
              <a:t>Click to edit Master title style</a:t>
            </a:r>
          </a:p>
        </p:txBody>
      </p:sp>
      <p:sp>
        <p:nvSpPr>
          <p:cNvPr id="7" name="Content Placeholder 2">
            <a:extLst>
              <a:ext uri="{FF2B5EF4-FFF2-40B4-BE49-F238E27FC236}">
                <a16:creationId xmlns:a16="http://schemas.microsoft.com/office/drawing/2014/main" id="{9A29A789-F42A-CE01-5134-E27AA725CDBF}"/>
              </a:ext>
            </a:extLst>
          </p:cNvPr>
          <p:cNvSpPr>
            <a:spLocks noGrp="1"/>
          </p:cNvSpPr>
          <p:nvPr>
            <p:ph idx="1"/>
          </p:nvPr>
        </p:nvSpPr>
        <p:spPr>
          <a:xfrm>
            <a:off x="5597236" y="4509559"/>
            <a:ext cx="5750764" cy="1516522"/>
          </a:xfrm>
        </p:spPr>
        <p:txBody>
          <a:bodyPr>
            <a:normAutofit/>
          </a:bodyPr>
          <a:lstStyle>
            <a:lvl1pPr marL="0" indent="0">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Date Placeholder 3">
            <a:extLst>
              <a:ext uri="{FF2B5EF4-FFF2-40B4-BE49-F238E27FC236}">
                <a16:creationId xmlns:a16="http://schemas.microsoft.com/office/drawing/2014/main" id="{FE6EE51A-242F-6B3B-BC3A-A775A4D3ABC4}"/>
              </a:ext>
            </a:extLst>
          </p:cNvPr>
          <p:cNvSpPr>
            <a:spLocks noGrp="1"/>
          </p:cNvSpPr>
          <p:nvPr>
            <p:ph type="dt" sz="half" idx="15"/>
          </p:nvPr>
        </p:nvSpPr>
        <p:spPr>
          <a:xfrm>
            <a:off x="1174751" y="6400800"/>
            <a:ext cx="2743200" cy="266700"/>
          </a:xfrm>
        </p:spPr>
        <p:txBody>
          <a:bodyPr lIns="0" tIns="0" rIns="0" bIns="0"/>
          <a:lstStyle>
            <a:lvl1pPr>
              <a:defRPr>
                <a:solidFill>
                  <a:schemeClr val="tx1"/>
                </a:solidFill>
              </a:defRPr>
            </a:lvl1pPr>
          </a:lstStyle>
          <a:p>
            <a:r>
              <a:rPr lang="en-US" altLang="zh-CN" dirty="0"/>
              <a:t>03/12/2025</a:t>
            </a:r>
            <a:fld id="{FD138C57-8E3B-4697-92F8-0ED9B71F7E17}" type="datetime1">
              <a:rPr lang="en-US" smtClean="0"/>
              <a:pPr/>
              <a:t>3/5/2026</a:t>
            </a:fld>
            <a:endParaRPr lang="en-US"/>
          </a:p>
        </p:txBody>
      </p:sp>
      <p:sp>
        <p:nvSpPr>
          <p:cNvPr id="6" name="Footer Placeholder 4">
            <a:extLst>
              <a:ext uri="{FF2B5EF4-FFF2-40B4-BE49-F238E27FC236}">
                <a16:creationId xmlns:a16="http://schemas.microsoft.com/office/drawing/2014/main" id="{36AF2934-39B9-625F-CE2A-760A04F05C6E}"/>
              </a:ext>
            </a:extLst>
          </p:cNvPr>
          <p:cNvSpPr>
            <a:spLocks noGrp="1"/>
          </p:cNvSpPr>
          <p:nvPr>
            <p:ph type="ftr" sz="quarter" idx="11"/>
          </p:nvPr>
        </p:nvSpPr>
        <p:spPr>
          <a:xfrm>
            <a:off x="4267200" y="6400800"/>
            <a:ext cx="3657600" cy="266700"/>
          </a:xfrm>
        </p:spPr>
        <p:txBody>
          <a:bodyPr/>
          <a:lstStyle>
            <a:lvl1pPr algn="ctr">
              <a:defRPr/>
            </a:lvl1pPr>
          </a:lstStyle>
          <a:p>
            <a:r>
              <a:rPr lang="en-US"/>
              <a:t>Sample Footer Text</a:t>
            </a:r>
          </a:p>
        </p:txBody>
      </p:sp>
      <p:sp>
        <p:nvSpPr>
          <p:cNvPr id="5" name="Slide Number Placeholder 5">
            <a:extLst>
              <a:ext uri="{FF2B5EF4-FFF2-40B4-BE49-F238E27FC236}">
                <a16:creationId xmlns:a16="http://schemas.microsoft.com/office/drawing/2014/main" id="{EAA7CB57-5E03-8E25-767F-8320CC058A14}"/>
              </a:ext>
            </a:extLst>
          </p:cNvPr>
          <p:cNvSpPr>
            <a:spLocks noGrp="1"/>
          </p:cNvSpPr>
          <p:nvPr>
            <p:ph type="sldNum" sz="quarter" idx="12"/>
          </p:nvPr>
        </p:nvSpPr>
        <p:spPr>
          <a:xfrm>
            <a:off x="8274049" y="6400800"/>
            <a:ext cx="3241675" cy="266700"/>
          </a:xfrm>
        </p:spPr>
        <p:txBody>
          <a:bodyPr/>
          <a:lstStyle>
            <a:lvl1pPr algn="r">
              <a:defRPr/>
            </a:lvl1pPr>
          </a:lstStyle>
          <a:p>
            <a:fld id="{CC057153-B650-4DEB-B370-79DDCFDCE934}" type="slidenum">
              <a:rPr lang="en-US" smtClean="0"/>
              <a:pPr/>
              <a:t>‹#›</a:t>
            </a:fld>
            <a:endParaRPr lang="en-US"/>
          </a:p>
        </p:txBody>
      </p:sp>
      <p:sp>
        <p:nvSpPr>
          <p:cNvPr id="3" name="Freeform: Shape 59">
            <a:extLst>
              <a:ext uri="{FF2B5EF4-FFF2-40B4-BE49-F238E27FC236}">
                <a16:creationId xmlns:a16="http://schemas.microsoft.com/office/drawing/2014/main" id="{EDC08D2B-BE98-2387-126D-01CA1E351311}"/>
              </a:ext>
              <a:ext uri="{C183D7F6-B498-43B3-948B-1728B52AA6E4}">
                <adec:decorative xmlns:adec="http://schemas.microsoft.com/office/drawing/2017/decorative" val="1"/>
              </a:ext>
            </a:extLst>
          </p:cNvPr>
          <p:cNvSpPr/>
          <p:nvPr userDrawn="1"/>
        </p:nvSpPr>
        <p:spPr>
          <a:xfrm flipH="1">
            <a:off x="10886461" y="0"/>
            <a:ext cx="652769" cy="654548"/>
          </a:xfrm>
          <a:custGeom>
            <a:avLst/>
            <a:gdLst>
              <a:gd name="connsiteX0" fmla="*/ 1497298 w 1497298"/>
              <a:gd name="connsiteY0" fmla="*/ 0 h 1457281"/>
              <a:gd name="connsiteX1" fmla="*/ 0 w 1497298"/>
              <a:gd name="connsiteY1" fmla="*/ 0 h 1457281"/>
              <a:gd name="connsiteX2" fmla="*/ 0 w 1497298"/>
              <a:gd name="connsiteY2" fmla="*/ 1457281 h 1457281"/>
            </a:gdLst>
            <a:ahLst/>
            <a:cxnLst>
              <a:cxn ang="0">
                <a:pos x="connsiteX0" y="connsiteY0"/>
              </a:cxn>
              <a:cxn ang="0">
                <a:pos x="connsiteX1" y="connsiteY1"/>
              </a:cxn>
              <a:cxn ang="0">
                <a:pos x="connsiteX2" y="connsiteY2"/>
              </a:cxn>
            </a:cxnLst>
            <a:rect l="l" t="t" r="r" b="b"/>
            <a:pathLst>
              <a:path w="1497298" h="1457281">
                <a:moveTo>
                  <a:pt x="1497298" y="0"/>
                </a:moveTo>
                <a:lnTo>
                  <a:pt x="0" y="0"/>
                </a:lnTo>
                <a:lnTo>
                  <a:pt x="0" y="1457281"/>
                </a:lnTo>
                <a:close/>
              </a:path>
            </a:pathLst>
          </a:custGeom>
          <a:solidFill>
            <a:schemeClr val="accent3"/>
          </a:solidFill>
          <a:ln w="9525" cap="flat">
            <a:noFill/>
            <a:prstDash val="solid"/>
            <a:miter/>
          </a:ln>
        </p:spPr>
        <p:txBody>
          <a:bodyPr rtlCol="0" anchor="ctr"/>
          <a:lstStyle/>
          <a:p>
            <a:pPr lvl="0"/>
            <a:endParaRPr lang="zh-CN" altLang="en-US">
              <a:solidFill>
                <a:schemeClr val="tx1"/>
              </a:solidFill>
            </a:endParaRPr>
          </a:p>
        </p:txBody>
      </p:sp>
      <p:sp>
        <p:nvSpPr>
          <p:cNvPr id="4" name="Rectangle 9">
            <a:extLst>
              <a:ext uri="{FF2B5EF4-FFF2-40B4-BE49-F238E27FC236}">
                <a16:creationId xmlns:a16="http://schemas.microsoft.com/office/drawing/2014/main" id="{EDB9B957-9A7F-6030-9FD9-7190608C4070}"/>
              </a:ext>
              <a:ext uri="{C183D7F6-B498-43B3-948B-1728B52AA6E4}">
                <adec:decorative xmlns:adec="http://schemas.microsoft.com/office/drawing/2017/decorative" val="1"/>
              </a:ext>
            </a:extLst>
          </p:cNvPr>
          <p:cNvSpPr/>
          <p:nvPr userDrawn="1"/>
        </p:nvSpPr>
        <p:spPr>
          <a:xfrm rot="16200000" flipV="1">
            <a:off x="11538341" y="890"/>
            <a:ext cx="654549" cy="652769"/>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Rectangle 11">
            <a:extLst>
              <a:ext uri="{FF2B5EF4-FFF2-40B4-BE49-F238E27FC236}">
                <a16:creationId xmlns:a16="http://schemas.microsoft.com/office/drawing/2014/main" id="{E30A39C3-B004-B36E-236D-BDD46BB5E8BC}"/>
              </a:ext>
              <a:ext uri="{C183D7F6-B498-43B3-948B-1728B52AA6E4}">
                <adec:decorative xmlns:adec="http://schemas.microsoft.com/office/drawing/2017/decorative" val="1"/>
              </a:ext>
            </a:extLst>
          </p:cNvPr>
          <p:cNvSpPr/>
          <p:nvPr userDrawn="1"/>
        </p:nvSpPr>
        <p:spPr>
          <a:xfrm rot="16200000" flipH="1">
            <a:off x="-889" y="6204342"/>
            <a:ext cx="654546" cy="652769"/>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Freeform: Shape 59">
            <a:extLst>
              <a:ext uri="{FF2B5EF4-FFF2-40B4-BE49-F238E27FC236}">
                <a16:creationId xmlns:a16="http://schemas.microsoft.com/office/drawing/2014/main" id="{C16C57F0-678F-7C1D-45CA-3A0EEF6DAF98}"/>
              </a:ext>
              <a:ext uri="{C183D7F6-B498-43B3-948B-1728B52AA6E4}">
                <adec:decorative xmlns:adec="http://schemas.microsoft.com/office/drawing/2017/decorative" val="1"/>
              </a:ext>
            </a:extLst>
          </p:cNvPr>
          <p:cNvSpPr/>
          <p:nvPr userDrawn="1"/>
        </p:nvSpPr>
        <p:spPr>
          <a:xfrm flipV="1">
            <a:off x="652769" y="6203452"/>
            <a:ext cx="652769" cy="654548"/>
          </a:xfrm>
          <a:custGeom>
            <a:avLst/>
            <a:gdLst>
              <a:gd name="connsiteX0" fmla="*/ 1497298 w 1497298"/>
              <a:gd name="connsiteY0" fmla="*/ 0 h 1457281"/>
              <a:gd name="connsiteX1" fmla="*/ 0 w 1497298"/>
              <a:gd name="connsiteY1" fmla="*/ 0 h 1457281"/>
              <a:gd name="connsiteX2" fmla="*/ 0 w 1497298"/>
              <a:gd name="connsiteY2" fmla="*/ 1457281 h 1457281"/>
            </a:gdLst>
            <a:ahLst/>
            <a:cxnLst>
              <a:cxn ang="0">
                <a:pos x="connsiteX0" y="connsiteY0"/>
              </a:cxn>
              <a:cxn ang="0">
                <a:pos x="connsiteX1" y="connsiteY1"/>
              </a:cxn>
              <a:cxn ang="0">
                <a:pos x="connsiteX2" y="connsiteY2"/>
              </a:cxn>
            </a:cxnLst>
            <a:rect l="l" t="t" r="r" b="b"/>
            <a:pathLst>
              <a:path w="1497298" h="1457281">
                <a:moveTo>
                  <a:pt x="1497298" y="0"/>
                </a:moveTo>
                <a:lnTo>
                  <a:pt x="0" y="0"/>
                </a:lnTo>
                <a:lnTo>
                  <a:pt x="0" y="1457281"/>
                </a:lnTo>
                <a:close/>
              </a:path>
            </a:pathLst>
          </a:custGeom>
          <a:solidFill>
            <a:schemeClr val="accent3"/>
          </a:solidFill>
          <a:ln w="9525" cap="flat">
            <a:noFill/>
            <a:prstDash val="solid"/>
            <a:miter/>
          </a:ln>
        </p:spPr>
        <p:txBody>
          <a:bodyPr rtlCol="0" anchor="ctr"/>
          <a:lstStyle/>
          <a:p>
            <a:pPr lvl="0"/>
            <a:endParaRPr lang="zh-CN" altLang="en-US">
              <a:solidFill>
                <a:schemeClr val="tx1"/>
              </a:solidFill>
            </a:endParaRPr>
          </a:p>
        </p:txBody>
      </p:sp>
    </p:spTree>
    <p:extLst>
      <p:ext uri="{BB962C8B-B14F-4D97-AF65-F5344CB8AC3E}">
        <p14:creationId xmlns:p14="http://schemas.microsoft.com/office/powerpoint/2010/main" val="330074000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ontent Photo 13">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843999" y="865938"/>
            <a:ext cx="10504001" cy="2556004"/>
          </a:xfrm>
        </p:spPr>
        <p:txBody>
          <a:bodyPr/>
          <a:lstStyle/>
          <a:p>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hasCustomPrompt="1"/>
          </p:nvPr>
        </p:nvSpPr>
        <p:spPr>
          <a:xfrm>
            <a:off x="843999" y="3785800"/>
            <a:ext cx="2953618" cy="2240280"/>
          </a:xfrm>
        </p:spPr>
        <p:txBody>
          <a:bodyPr anchor="t">
            <a:noAutofit/>
          </a:bodyPr>
          <a:lstStyle>
            <a:lvl1pPr>
              <a:defRPr sz="3600"/>
            </a:lvl1pPr>
          </a:lstStyle>
          <a:p>
            <a:r>
              <a:rPr lang="en-US"/>
              <a:t>Click to edit Master title style</a:t>
            </a:r>
          </a:p>
        </p:txBody>
      </p:sp>
      <p:sp>
        <p:nvSpPr>
          <p:cNvPr id="4" name="Content Placeholder 2">
            <a:extLst>
              <a:ext uri="{FF2B5EF4-FFF2-40B4-BE49-F238E27FC236}">
                <a16:creationId xmlns:a16="http://schemas.microsoft.com/office/drawing/2014/main" id="{E98E2102-73F7-E059-C739-47418EA880A4}"/>
              </a:ext>
            </a:extLst>
          </p:cNvPr>
          <p:cNvSpPr>
            <a:spLocks noGrp="1"/>
          </p:cNvSpPr>
          <p:nvPr>
            <p:ph idx="1"/>
          </p:nvPr>
        </p:nvSpPr>
        <p:spPr>
          <a:xfrm>
            <a:off x="3990109" y="3785800"/>
            <a:ext cx="7357891" cy="2240281"/>
          </a:xfrm>
        </p:spPr>
        <p:txBody>
          <a:bodyPr>
            <a:normAutofit/>
          </a:bodyPr>
          <a:lstStyle>
            <a:lvl1pPr marL="0" indent="0">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3">
            <a:extLst>
              <a:ext uri="{FF2B5EF4-FFF2-40B4-BE49-F238E27FC236}">
                <a16:creationId xmlns:a16="http://schemas.microsoft.com/office/drawing/2014/main" id="{B529124B-3B19-6FC6-9F79-A760D6CA945A}"/>
              </a:ext>
            </a:extLst>
          </p:cNvPr>
          <p:cNvSpPr>
            <a:spLocks noGrp="1"/>
          </p:cNvSpPr>
          <p:nvPr>
            <p:ph type="dt" sz="half" idx="15"/>
          </p:nvPr>
        </p:nvSpPr>
        <p:spPr>
          <a:xfrm>
            <a:off x="1174751" y="6400800"/>
            <a:ext cx="2743200" cy="266700"/>
          </a:xfrm>
        </p:spPr>
        <p:txBody>
          <a:bodyPr lIns="0" tIns="0" rIns="0" bIns="0"/>
          <a:lstStyle>
            <a:lvl1pPr>
              <a:defRPr>
                <a:solidFill>
                  <a:schemeClr val="tx1"/>
                </a:solidFill>
              </a:defRPr>
            </a:lvl1pPr>
          </a:lstStyle>
          <a:p>
            <a:r>
              <a:rPr lang="en-US" altLang="zh-CN" dirty="0"/>
              <a:t>03/12/2025</a:t>
            </a:r>
            <a:fld id="{FD138C57-8E3B-4697-92F8-0ED9B71F7E17}" type="datetime1">
              <a:rPr lang="en-US" smtClean="0"/>
              <a:pPr/>
              <a:t>3/5/2026</a:t>
            </a:fld>
            <a:endParaRPr lang="en-US"/>
          </a:p>
        </p:txBody>
      </p:sp>
      <p:sp>
        <p:nvSpPr>
          <p:cNvPr id="6" name="Footer Placeholder 4">
            <a:extLst>
              <a:ext uri="{FF2B5EF4-FFF2-40B4-BE49-F238E27FC236}">
                <a16:creationId xmlns:a16="http://schemas.microsoft.com/office/drawing/2014/main" id="{C7173872-0F8A-92BB-60FA-06E41B05438D}"/>
              </a:ext>
            </a:extLst>
          </p:cNvPr>
          <p:cNvSpPr>
            <a:spLocks noGrp="1"/>
          </p:cNvSpPr>
          <p:nvPr>
            <p:ph type="ftr" sz="quarter" idx="11"/>
          </p:nvPr>
        </p:nvSpPr>
        <p:spPr>
          <a:xfrm>
            <a:off x="4267200" y="6400800"/>
            <a:ext cx="3657600" cy="266700"/>
          </a:xfrm>
        </p:spPr>
        <p:txBody>
          <a:bodyPr/>
          <a:lstStyle>
            <a:lvl1pPr algn="ctr">
              <a:defRPr/>
            </a:lvl1pPr>
          </a:lstStyle>
          <a:p>
            <a:r>
              <a:rPr lang="en-US"/>
              <a:t>Sample Footer Text</a:t>
            </a:r>
          </a:p>
        </p:txBody>
      </p:sp>
      <p:sp>
        <p:nvSpPr>
          <p:cNvPr id="5" name="Slide Number Placeholder 5">
            <a:extLst>
              <a:ext uri="{FF2B5EF4-FFF2-40B4-BE49-F238E27FC236}">
                <a16:creationId xmlns:a16="http://schemas.microsoft.com/office/drawing/2014/main" id="{14982C76-6FB9-F3AD-FA15-0D32F3D9E004}"/>
              </a:ext>
            </a:extLst>
          </p:cNvPr>
          <p:cNvSpPr>
            <a:spLocks noGrp="1"/>
          </p:cNvSpPr>
          <p:nvPr>
            <p:ph type="sldNum" sz="quarter" idx="12"/>
          </p:nvPr>
        </p:nvSpPr>
        <p:spPr>
          <a:xfrm>
            <a:off x="8274049" y="6400800"/>
            <a:ext cx="3241675" cy="266700"/>
          </a:xfrm>
        </p:spPr>
        <p:txBody>
          <a:bodyPr/>
          <a:lstStyle>
            <a:lvl1pPr algn="r">
              <a:defRPr/>
            </a:lvl1pPr>
          </a:lstStyle>
          <a:p>
            <a:fld id="{CC057153-B650-4DEB-B370-79DDCFDCE934}" type="slidenum">
              <a:rPr lang="en-US" smtClean="0"/>
              <a:pPr/>
              <a:t>‹#›</a:t>
            </a:fld>
            <a:endParaRPr lang="en-US"/>
          </a:p>
        </p:txBody>
      </p:sp>
      <p:sp>
        <p:nvSpPr>
          <p:cNvPr id="12" name="Freeform: Shape 16">
            <a:extLst>
              <a:ext uri="{FF2B5EF4-FFF2-40B4-BE49-F238E27FC236}">
                <a16:creationId xmlns:a16="http://schemas.microsoft.com/office/drawing/2014/main" id="{9731B2A6-3038-F565-C577-E69DD5BC673C}"/>
              </a:ext>
              <a:ext uri="{C183D7F6-B498-43B3-948B-1728B52AA6E4}">
                <adec:decorative xmlns:adec="http://schemas.microsoft.com/office/drawing/2017/decorative" val="1"/>
              </a:ext>
            </a:extLst>
          </p:cNvPr>
          <p:cNvSpPr/>
          <p:nvPr userDrawn="1"/>
        </p:nvSpPr>
        <p:spPr>
          <a:xfrm>
            <a:off x="11286467" y="0"/>
            <a:ext cx="427411" cy="854823"/>
          </a:xfrm>
          <a:custGeom>
            <a:avLst/>
            <a:gdLst>
              <a:gd name="connsiteX0" fmla="*/ 561975 w 561975"/>
              <a:gd name="connsiteY0" fmla="*/ 0 h 1123950"/>
              <a:gd name="connsiteX1" fmla="*/ 561975 w 561975"/>
              <a:gd name="connsiteY1" fmla="*/ 1123950 h 1123950"/>
              <a:gd name="connsiteX2" fmla="*/ 0 w 561975"/>
              <a:gd name="connsiteY2" fmla="*/ 561975 h 1123950"/>
              <a:gd name="connsiteX3" fmla="*/ 561975 w 561975"/>
              <a:gd name="connsiteY3" fmla="*/ 0 h 1123950"/>
            </a:gdLst>
            <a:ahLst/>
            <a:cxnLst>
              <a:cxn ang="0">
                <a:pos x="connsiteX0" y="connsiteY0"/>
              </a:cxn>
              <a:cxn ang="0">
                <a:pos x="connsiteX1" y="connsiteY1"/>
              </a:cxn>
              <a:cxn ang="0">
                <a:pos x="connsiteX2" y="connsiteY2"/>
              </a:cxn>
              <a:cxn ang="0">
                <a:pos x="connsiteX3" y="connsiteY3"/>
              </a:cxn>
            </a:cxnLst>
            <a:rect l="l" t="t" r="r" b="b"/>
            <a:pathLst>
              <a:path w="561975" h="1123950">
                <a:moveTo>
                  <a:pt x="561975" y="0"/>
                </a:moveTo>
                <a:lnTo>
                  <a:pt x="561975" y="1123950"/>
                </a:lnTo>
                <a:cubicBezTo>
                  <a:pt x="251605" y="1123950"/>
                  <a:pt x="0" y="872345"/>
                  <a:pt x="0" y="561975"/>
                </a:cubicBezTo>
                <a:cubicBezTo>
                  <a:pt x="0" y="251605"/>
                  <a:pt x="251605" y="0"/>
                  <a:pt x="561975" y="0"/>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3" name="Freeform: Shape 17">
            <a:extLst>
              <a:ext uri="{FF2B5EF4-FFF2-40B4-BE49-F238E27FC236}">
                <a16:creationId xmlns:a16="http://schemas.microsoft.com/office/drawing/2014/main" id="{A67BA275-E7E6-7053-A026-EB3872622CF1}"/>
              </a:ext>
              <a:ext uri="{C183D7F6-B498-43B3-948B-1728B52AA6E4}">
                <adec:decorative xmlns:adec="http://schemas.microsoft.com/office/drawing/2017/decorative" val="1"/>
              </a:ext>
            </a:extLst>
          </p:cNvPr>
          <p:cNvSpPr/>
          <p:nvPr userDrawn="1"/>
        </p:nvSpPr>
        <p:spPr>
          <a:xfrm>
            <a:off x="11764589" y="0"/>
            <a:ext cx="427411" cy="854823"/>
          </a:xfrm>
          <a:custGeom>
            <a:avLst/>
            <a:gdLst>
              <a:gd name="connsiteX0" fmla="*/ 561975 w 561975"/>
              <a:gd name="connsiteY0" fmla="*/ 0 h 1123950"/>
              <a:gd name="connsiteX1" fmla="*/ 561975 w 561975"/>
              <a:gd name="connsiteY1" fmla="*/ 1123950 h 1123950"/>
              <a:gd name="connsiteX2" fmla="*/ 0 w 561975"/>
              <a:gd name="connsiteY2" fmla="*/ 561975 h 1123950"/>
              <a:gd name="connsiteX3" fmla="*/ 561975 w 561975"/>
              <a:gd name="connsiteY3" fmla="*/ 0 h 1123950"/>
            </a:gdLst>
            <a:ahLst/>
            <a:cxnLst>
              <a:cxn ang="0">
                <a:pos x="connsiteX0" y="connsiteY0"/>
              </a:cxn>
              <a:cxn ang="0">
                <a:pos x="connsiteX1" y="connsiteY1"/>
              </a:cxn>
              <a:cxn ang="0">
                <a:pos x="connsiteX2" y="connsiteY2"/>
              </a:cxn>
              <a:cxn ang="0">
                <a:pos x="connsiteX3" y="connsiteY3"/>
              </a:cxn>
            </a:cxnLst>
            <a:rect l="l" t="t" r="r" b="b"/>
            <a:pathLst>
              <a:path w="561975" h="1123950">
                <a:moveTo>
                  <a:pt x="561975" y="0"/>
                </a:moveTo>
                <a:lnTo>
                  <a:pt x="561975" y="1123950"/>
                </a:lnTo>
                <a:cubicBezTo>
                  <a:pt x="251605" y="1123950"/>
                  <a:pt x="0" y="872345"/>
                  <a:pt x="0" y="561975"/>
                </a:cubicBezTo>
                <a:cubicBezTo>
                  <a:pt x="0" y="251605"/>
                  <a:pt x="251605" y="0"/>
                  <a:pt x="561975" y="0"/>
                </a:cubicBez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4" name="Freeform: Shape 19">
            <a:extLst>
              <a:ext uri="{FF2B5EF4-FFF2-40B4-BE49-F238E27FC236}">
                <a16:creationId xmlns:a16="http://schemas.microsoft.com/office/drawing/2014/main" id="{7F446589-4583-8647-CFA5-49008F0B92EB}"/>
              </a:ext>
              <a:ext uri="{C183D7F6-B498-43B3-948B-1728B52AA6E4}">
                <adec:decorative xmlns:adec="http://schemas.microsoft.com/office/drawing/2017/decorative" val="1"/>
              </a:ext>
            </a:extLst>
          </p:cNvPr>
          <p:cNvSpPr/>
          <p:nvPr userDrawn="1"/>
        </p:nvSpPr>
        <p:spPr>
          <a:xfrm flipH="1">
            <a:off x="0" y="6003177"/>
            <a:ext cx="427411" cy="854823"/>
          </a:xfrm>
          <a:custGeom>
            <a:avLst/>
            <a:gdLst>
              <a:gd name="connsiteX0" fmla="*/ 561975 w 561975"/>
              <a:gd name="connsiteY0" fmla="*/ 0 h 1123950"/>
              <a:gd name="connsiteX1" fmla="*/ 561975 w 561975"/>
              <a:gd name="connsiteY1" fmla="*/ 1123950 h 1123950"/>
              <a:gd name="connsiteX2" fmla="*/ 0 w 561975"/>
              <a:gd name="connsiteY2" fmla="*/ 561975 h 1123950"/>
              <a:gd name="connsiteX3" fmla="*/ 561975 w 561975"/>
              <a:gd name="connsiteY3" fmla="*/ 0 h 1123950"/>
            </a:gdLst>
            <a:ahLst/>
            <a:cxnLst>
              <a:cxn ang="0">
                <a:pos x="connsiteX0" y="connsiteY0"/>
              </a:cxn>
              <a:cxn ang="0">
                <a:pos x="connsiteX1" y="connsiteY1"/>
              </a:cxn>
              <a:cxn ang="0">
                <a:pos x="connsiteX2" y="connsiteY2"/>
              </a:cxn>
              <a:cxn ang="0">
                <a:pos x="connsiteX3" y="connsiteY3"/>
              </a:cxn>
            </a:cxnLst>
            <a:rect l="l" t="t" r="r" b="b"/>
            <a:pathLst>
              <a:path w="561975" h="1123950">
                <a:moveTo>
                  <a:pt x="561975" y="0"/>
                </a:moveTo>
                <a:lnTo>
                  <a:pt x="561975" y="1123950"/>
                </a:lnTo>
                <a:cubicBezTo>
                  <a:pt x="251605" y="1123950"/>
                  <a:pt x="0" y="872345"/>
                  <a:pt x="0" y="561975"/>
                </a:cubicBezTo>
                <a:cubicBezTo>
                  <a:pt x="0" y="251605"/>
                  <a:pt x="251605" y="0"/>
                  <a:pt x="561975" y="0"/>
                </a:cubicBez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5" name="Freeform: Shape 18">
            <a:extLst>
              <a:ext uri="{FF2B5EF4-FFF2-40B4-BE49-F238E27FC236}">
                <a16:creationId xmlns:a16="http://schemas.microsoft.com/office/drawing/2014/main" id="{B5B742C4-F546-E27E-53EA-AC608C081B58}"/>
              </a:ext>
              <a:ext uri="{C183D7F6-B498-43B3-948B-1728B52AA6E4}">
                <adec:decorative xmlns:adec="http://schemas.microsoft.com/office/drawing/2017/decorative" val="1"/>
              </a:ext>
            </a:extLst>
          </p:cNvPr>
          <p:cNvSpPr/>
          <p:nvPr userDrawn="1"/>
        </p:nvSpPr>
        <p:spPr>
          <a:xfrm flipH="1">
            <a:off x="478123" y="6003177"/>
            <a:ext cx="427411" cy="854823"/>
          </a:xfrm>
          <a:custGeom>
            <a:avLst/>
            <a:gdLst>
              <a:gd name="connsiteX0" fmla="*/ 561975 w 561975"/>
              <a:gd name="connsiteY0" fmla="*/ 0 h 1123950"/>
              <a:gd name="connsiteX1" fmla="*/ 561975 w 561975"/>
              <a:gd name="connsiteY1" fmla="*/ 1123950 h 1123950"/>
              <a:gd name="connsiteX2" fmla="*/ 0 w 561975"/>
              <a:gd name="connsiteY2" fmla="*/ 561975 h 1123950"/>
              <a:gd name="connsiteX3" fmla="*/ 561975 w 561975"/>
              <a:gd name="connsiteY3" fmla="*/ 0 h 1123950"/>
            </a:gdLst>
            <a:ahLst/>
            <a:cxnLst>
              <a:cxn ang="0">
                <a:pos x="connsiteX0" y="connsiteY0"/>
              </a:cxn>
              <a:cxn ang="0">
                <a:pos x="connsiteX1" y="connsiteY1"/>
              </a:cxn>
              <a:cxn ang="0">
                <a:pos x="connsiteX2" y="connsiteY2"/>
              </a:cxn>
              <a:cxn ang="0">
                <a:pos x="connsiteX3" y="connsiteY3"/>
              </a:cxn>
            </a:cxnLst>
            <a:rect l="l" t="t" r="r" b="b"/>
            <a:pathLst>
              <a:path w="561975" h="1123950">
                <a:moveTo>
                  <a:pt x="561975" y="0"/>
                </a:moveTo>
                <a:lnTo>
                  <a:pt x="561975" y="1123950"/>
                </a:lnTo>
                <a:cubicBezTo>
                  <a:pt x="251605" y="1123950"/>
                  <a:pt x="0" y="872345"/>
                  <a:pt x="0" y="561975"/>
                </a:cubicBezTo>
                <a:cubicBezTo>
                  <a:pt x="0" y="251605"/>
                  <a:pt x="251605" y="0"/>
                  <a:pt x="561975" y="0"/>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Tree>
    <p:extLst>
      <p:ext uri="{BB962C8B-B14F-4D97-AF65-F5344CB8AC3E}">
        <p14:creationId xmlns:p14="http://schemas.microsoft.com/office/powerpoint/2010/main" val="1440830589"/>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Content Photo 1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hasCustomPrompt="1"/>
          </p:nvPr>
        </p:nvSpPr>
        <p:spPr>
          <a:xfrm>
            <a:off x="844000" y="831918"/>
            <a:ext cx="2953618" cy="2240279"/>
          </a:xfrm>
        </p:spPr>
        <p:txBody>
          <a:bodyPr anchor="t">
            <a:noAutofit/>
          </a:bodyPr>
          <a:lstStyle>
            <a:lvl1pPr>
              <a:defRPr sz="3600"/>
            </a:lvl1pPr>
          </a:lstStyle>
          <a:p>
            <a:r>
              <a:rPr lang="en-US"/>
              <a:t>Click to edit Master title style</a:t>
            </a:r>
          </a:p>
        </p:txBody>
      </p:sp>
      <p:sp>
        <p:nvSpPr>
          <p:cNvPr id="4" name="Content Placeholder 2">
            <a:extLst>
              <a:ext uri="{FF2B5EF4-FFF2-40B4-BE49-F238E27FC236}">
                <a16:creationId xmlns:a16="http://schemas.microsoft.com/office/drawing/2014/main" id="{3F37715F-06AC-F5A6-12CE-84D44B400AD6}"/>
              </a:ext>
            </a:extLst>
          </p:cNvPr>
          <p:cNvSpPr>
            <a:spLocks noGrp="1"/>
          </p:cNvSpPr>
          <p:nvPr>
            <p:ph idx="1"/>
          </p:nvPr>
        </p:nvSpPr>
        <p:spPr>
          <a:xfrm>
            <a:off x="4054764" y="824389"/>
            <a:ext cx="7293236" cy="2247808"/>
          </a:xfrm>
        </p:spPr>
        <p:txBody>
          <a:bodyPr>
            <a:normAutofit/>
          </a:bodyPr>
          <a:lstStyle>
            <a:lvl1pPr marL="0" indent="0">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843999" y="3310759"/>
            <a:ext cx="10504001" cy="2722852"/>
          </a:xfrm>
        </p:spPr>
        <p:txBody>
          <a:bodyPr/>
          <a:lstStyle/>
          <a:p>
            <a:endParaRPr lang="en-US"/>
          </a:p>
        </p:txBody>
      </p:sp>
      <p:sp>
        <p:nvSpPr>
          <p:cNvPr id="3" name="Date Placeholder 3">
            <a:extLst>
              <a:ext uri="{FF2B5EF4-FFF2-40B4-BE49-F238E27FC236}">
                <a16:creationId xmlns:a16="http://schemas.microsoft.com/office/drawing/2014/main" id="{1A42EE36-6D78-ED96-BA7A-0AE1F0DD3113}"/>
              </a:ext>
            </a:extLst>
          </p:cNvPr>
          <p:cNvSpPr>
            <a:spLocks noGrp="1"/>
          </p:cNvSpPr>
          <p:nvPr>
            <p:ph type="dt" sz="half" idx="15"/>
          </p:nvPr>
        </p:nvSpPr>
        <p:spPr>
          <a:xfrm>
            <a:off x="1174751" y="6400800"/>
            <a:ext cx="2743200" cy="266700"/>
          </a:xfrm>
        </p:spPr>
        <p:txBody>
          <a:bodyPr lIns="0" tIns="0" rIns="0" bIns="0"/>
          <a:lstStyle>
            <a:lvl1pPr>
              <a:defRPr>
                <a:solidFill>
                  <a:schemeClr val="tx1"/>
                </a:solidFill>
              </a:defRPr>
            </a:lvl1pPr>
          </a:lstStyle>
          <a:p>
            <a:r>
              <a:rPr lang="en-US" altLang="zh-CN" dirty="0"/>
              <a:t>03/12/2025</a:t>
            </a:r>
            <a:fld id="{FD138C57-8E3B-4697-92F8-0ED9B71F7E17}" type="datetime1">
              <a:rPr lang="en-US" smtClean="0"/>
              <a:pPr/>
              <a:t>3/5/2026</a:t>
            </a:fld>
            <a:endParaRPr lang="en-US"/>
          </a:p>
        </p:txBody>
      </p:sp>
      <p:sp>
        <p:nvSpPr>
          <p:cNvPr id="6" name="Footer Placeholder 4">
            <a:extLst>
              <a:ext uri="{FF2B5EF4-FFF2-40B4-BE49-F238E27FC236}">
                <a16:creationId xmlns:a16="http://schemas.microsoft.com/office/drawing/2014/main" id="{3E381D81-8909-BE95-6F06-C0C32493A297}"/>
              </a:ext>
            </a:extLst>
          </p:cNvPr>
          <p:cNvSpPr>
            <a:spLocks noGrp="1"/>
          </p:cNvSpPr>
          <p:nvPr>
            <p:ph type="ftr" sz="quarter" idx="11"/>
          </p:nvPr>
        </p:nvSpPr>
        <p:spPr>
          <a:xfrm>
            <a:off x="4267200" y="6400800"/>
            <a:ext cx="3657600" cy="266700"/>
          </a:xfrm>
        </p:spPr>
        <p:txBody>
          <a:bodyPr/>
          <a:lstStyle>
            <a:lvl1pPr algn="ctr">
              <a:defRPr/>
            </a:lvl1pPr>
          </a:lstStyle>
          <a:p>
            <a:r>
              <a:rPr lang="en-US"/>
              <a:t>Sample Footer Text</a:t>
            </a:r>
          </a:p>
        </p:txBody>
      </p:sp>
      <p:sp>
        <p:nvSpPr>
          <p:cNvPr id="5" name="Slide Number Placeholder 5">
            <a:extLst>
              <a:ext uri="{FF2B5EF4-FFF2-40B4-BE49-F238E27FC236}">
                <a16:creationId xmlns:a16="http://schemas.microsoft.com/office/drawing/2014/main" id="{F5B87E8A-0424-908A-2920-72BA97B72CF5}"/>
              </a:ext>
            </a:extLst>
          </p:cNvPr>
          <p:cNvSpPr>
            <a:spLocks noGrp="1"/>
          </p:cNvSpPr>
          <p:nvPr>
            <p:ph type="sldNum" sz="quarter" idx="12"/>
          </p:nvPr>
        </p:nvSpPr>
        <p:spPr>
          <a:xfrm>
            <a:off x="8274049" y="6400800"/>
            <a:ext cx="3241675" cy="266700"/>
          </a:xfrm>
        </p:spPr>
        <p:txBody>
          <a:bodyPr/>
          <a:lstStyle>
            <a:lvl1pPr algn="r">
              <a:defRPr/>
            </a:lvl1pPr>
          </a:lstStyle>
          <a:p>
            <a:fld id="{CC057153-B650-4DEB-B370-79DDCFDCE934}" type="slidenum">
              <a:rPr lang="en-US" smtClean="0"/>
              <a:pPr/>
              <a:t>‹#›</a:t>
            </a:fld>
            <a:endParaRPr lang="en-US"/>
          </a:p>
        </p:txBody>
      </p:sp>
      <p:sp>
        <p:nvSpPr>
          <p:cNvPr id="12" name="Freeform: Shape 16">
            <a:extLst>
              <a:ext uri="{FF2B5EF4-FFF2-40B4-BE49-F238E27FC236}">
                <a16:creationId xmlns:a16="http://schemas.microsoft.com/office/drawing/2014/main" id="{F2F4F436-2885-E919-59D1-9F4B72461162}"/>
              </a:ext>
              <a:ext uri="{C183D7F6-B498-43B3-948B-1728B52AA6E4}">
                <adec:decorative xmlns:adec="http://schemas.microsoft.com/office/drawing/2017/decorative" val="1"/>
              </a:ext>
            </a:extLst>
          </p:cNvPr>
          <p:cNvSpPr/>
          <p:nvPr userDrawn="1"/>
        </p:nvSpPr>
        <p:spPr>
          <a:xfrm>
            <a:off x="11286467" y="0"/>
            <a:ext cx="427411" cy="854823"/>
          </a:xfrm>
          <a:custGeom>
            <a:avLst/>
            <a:gdLst>
              <a:gd name="connsiteX0" fmla="*/ 561975 w 561975"/>
              <a:gd name="connsiteY0" fmla="*/ 0 h 1123950"/>
              <a:gd name="connsiteX1" fmla="*/ 561975 w 561975"/>
              <a:gd name="connsiteY1" fmla="*/ 1123950 h 1123950"/>
              <a:gd name="connsiteX2" fmla="*/ 0 w 561975"/>
              <a:gd name="connsiteY2" fmla="*/ 561975 h 1123950"/>
              <a:gd name="connsiteX3" fmla="*/ 561975 w 561975"/>
              <a:gd name="connsiteY3" fmla="*/ 0 h 1123950"/>
            </a:gdLst>
            <a:ahLst/>
            <a:cxnLst>
              <a:cxn ang="0">
                <a:pos x="connsiteX0" y="connsiteY0"/>
              </a:cxn>
              <a:cxn ang="0">
                <a:pos x="connsiteX1" y="connsiteY1"/>
              </a:cxn>
              <a:cxn ang="0">
                <a:pos x="connsiteX2" y="connsiteY2"/>
              </a:cxn>
              <a:cxn ang="0">
                <a:pos x="connsiteX3" y="connsiteY3"/>
              </a:cxn>
            </a:cxnLst>
            <a:rect l="l" t="t" r="r" b="b"/>
            <a:pathLst>
              <a:path w="561975" h="1123950">
                <a:moveTo>
                  <a:pt x="561975" y="0"/>
                </a:moveTo>
                <a:lnTo>
                  <a:pt x="561975" y="1123950"/>
                </a:lnTo>
                <a:cubicBezTo>
                  <a:pt x="251605" y="1123950"/>
                  <a:pt x="0" y="872345"/>
                  <a:pt x="0" y="561975"/>
                </a:cubicBezTo>
                <a:cubicBezTo>
                  <a:pt x="0" y="251605"/>
                  <a:pt x="251605" y="0"/>
                  <a:pt x="561975" y="0"/>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3" name="Freeform: Shape 17">
            <a:extLst>
              <a:ext uri="{FF2B5EF4-FFF2-40B4-BE49-F238E27FC236}">
                <a16:creationId xmlns:a16="http://schemas.microsoft.com/office/drawing/2014/main" id="{19B02536-A5B7-CFE8-D253-CC3FCA173861}"/>
              </a:ext>
              <a:ext uri="{C183D7F6-B498-43B3-948B-1728B52AA6E4}">
                <adec:decorative xmlns:adec="http://schemas.microsoft.com/office/drawing/2017/decorative" val="1"/>
              </a:ext>
            </a:extLst>
          </p:cNvPr>
          <p:cNvSpPr/>
          <p:nvPr userDrawn="1"/>
        </p:nvSpPr>
        <p:spPr>
          <a:xfrm>
            <a:off x="11764589" y="0"/>
            <a:ext cx="427411" cy="854823"/>
          </a:xfrm>
          <a:custGeom>
            <a:avLst/>
            <a:gdLst>
              <a:gd name="connsiteX0" fmla="*/ 561975 w 561975"/>
              <a:gd name="connsiteY0" fmla="*/ 0 h 1123950"/>
              <a:gd name="connsiteX1" fmla="*/ 561975 w 561975"/>
              <a:gd name="connsiteY1" fmla="*/ 1123950 h 1123950"/>
              <a:gd name="connsiteX2" fmla="*/ 0 w 561975"/>
              <a:gd name="connsiteY2" fmla="*/ 561975 h 1123950"/>
              <a:gd name="connsiteX3" fmla="*/ 561975 w 561975"/>
              <a:gd name="connsiteY3" fmla="*/ 0 h 1123950"/>
            </a:gdLst>
            <a:ahLst/>
            <a:cxnLst>
              <a:cxn ang="0">
                <a:pos x="connsiteX0" y="connsiteY0"/>
              </a:cxn>
              <a:cxn ang="0">
                <a:pos x="connsiteX1" y="connsiteY1"/>
              </a:cxn>
              <a:cxn ang="0">
                <a:pos x="connsiteX2" y="connsiteY2"/>
              </a:cxn>
              <a:cxn ang="0">
                <a:pos x="connsiteX3" y="connsiteY3"/>
              </a:cxn>
            </a:cxnLst>
            <a:rect l="l" t="t" r="r" b="b"/>
            <a:pathLst>
              <a:path w="561975" h="1123950">
                <a:moveTo>
                  <a:pt x="561975" y="0"/>
                </a:moveTo>
                <a:lnTo>
                  <a:pt x="561975" y="1123950"/>
                </a:lnTo>
                <a:cubicBezTo>
                  <a:pt x="251605" y="1123950"/>
                  <a:pt x="0" y="872345"/>
                  <a:pt x="0" y="561975"/>
                </a:cubicBezTo>
                <a:cubicBezTo>
                  <a:pt x="0" y="251605"/>
                  <a:pt x="251605" y="0"/>
                  <a:pt x="561975" y="0"/>
                </a:cubicBez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4" name="Freeform: Shape 19">
            <a:extLst>
              <a:ext uri="{FF2B5EF4-FFF2-40B4-BE49-F238E27FC236}">
                <a16:creationId xmlns:a16="http://schemas.microsoft.com/office/drawing/2014/main" id="{99ACFEDC-62BE-1738-94DB-A9A84742343A}"/>
              </a:ext>
              <a:ext uri="{C183D7F6-B498-43B3-948B-1728B52AA6E4}">
                <adec:decorative xmlns:adec="http://schemas.microsoft.com/office/drawing/2017/decorative" val="1"/>
              </a:ext>
            </a:extLst>
          </p:cNvPr>
          <p:cNvSpPr/>
          <p:nvPr userDrawn="1"/>
        </p:nvSpPr>
        <p:spPr>
          <a:xfrm flipH="1">
            <a:off x="0" y="6003177"/>
            <a:ext cx="427411" cy="854823"/>
          </a:xfrm>
          <a:custGeom>
            <a:avLst/>
            <a:gdLst>
              <a:gd name="connsiteX0" fmla="*/ 561975 w 561975"/>
              <a:gd name="connsiteY0" fmla="*/ 0 h 1123950"/>
              <a:gd name="connsiteX1" fmla="*/ 561975 w 561975"/>
              <a:gd name="connsiteY1" fmla="*/ 1123950 h 1123950"/>
              <a:gd name="connsiteX2" fmla="*/ 0 w 561975"/>
              <a:gd name="connsiteY2" fmla="*/ 561975 h 1123950"/>
              <a:gd name="connsiteX3" fmla="*/ 561975 w 561975"/>
              <a:gd name="connsiteY3" fmla="*/ 0 h 1123950"/>
            </a:gdLst>
            <a:ahLst/>
            <a:cxnLst>
              <a:cxn ang="0">
                <a:pos x="connsiteX0" y="connsiteY0"/>
              </a:cxn>
              <a:cxn ang="0">
                <a:pos x="connsiteX1" y="connsiteY1"/>
              </a:cxn>
              <a:cxn ang="0">
                <a:pos x="connsiteX2" y="connsiteY2"/>
              </a:cxn>
              <a:cxn ang="0">
                <a:pos x="connsiteX3" y="connsiteY3"/>
              </a:cxn>
            </a:cxnLst>
            <a:rect l="l" t="t" r="r" b="b"/>
            <a:pathLst>
              <a:path w="561975" h="1123950">
                <a:moveTo>
                  <a:pt x="561975" y="0"/>
                </a:moveTo>
                <a:lnTo>
                  <a:pt x="561975" y="1123950"/>
                </a:lnTo>
                <a:cubicBezTo>
                  <a:pt x="251605" y="1123950"/>
                  <a:pt x="0" y="872345"/>
                  <a:pt x="0" y="561975"/>
                </a:cubicBezTo>
                <a:cubicBezTo>
                  <a:pt x="0" y="251605"/>
                  <a:pt x="251605" y="0"/>
                  <a:pt x="561975" y="0"/>
                </a:cubicBez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5" name="Freeform: Shape 18">
            <a:extLst>
              <a:ext uri="{FF2B5EF4-FFF2-40B4-BE49-F238E27FC236}">
                <a16:creationId xmlns:a16="http://schemas.microsoft.com/office/drawing/2014/main" id="{0C3F2215-0CD2-E69F-A2BD-8DFCDB37BB6B}"/>
              </a:ext>
              <a:ext uri="{C183D7F6-B498-43B3-948B-1728B52AA6E4}">
                <adec:decorative xmlns:adec="http://schemas.microsoft.com/office/drawing/2017/decorative" val="1"/>
              </a:ext>
            </a:extLst>
          </p:cNvPr>
          <p:cNvSpPr/>
          <p:nvPr userDrawn="1"/>
        </p:nvSpPr>
        <p:spPr>
          <a:xfrm flipH="1">
            <a:off x="478123" y="6003177"/>
            <a:ext cx="427411" cy="854823"/>
          </a:xfrm>
          <a:custGeom>
            <a:avLst/>
            <a:gdLst>
              <a:gd name="connsiteX0" fmla="*/ 561975 w 561975"/>
              <a:gd name="connsiteY0" fmla="*/ 0 h 1123950"/>
              <a:gd name="connsiteX1" fmla="*/ 561975 w 561975"/>
              <a:gd name="connsiteY1" fmla="*/ 1123950 h 1123950"/>
              <a:gd name="connsiteX2" fmla="*/ 0 w 561975"/>
              <a:gd name="connsiteY2" fmla="*/ 561975 h 1123950"/>
              <a:gd name="connsiteX3" fmla="*/ 561975 w 561975"/>
              <a:gd name="connsiteY3" fmla="*/ 0 h 1123950"/>
            </a:gdLst>
            <a:ahLst/>
            <a:cxnLst>
              <a:cxn ang="0">
                <a:pos x="connsiteX0" y="connsiteY0"/>
              </a:cxn>
              <a:cxn ang="0">
                <a:pos x="connsiteX1" y="connsiteY1"/>
              </a:cxn>
              <a:cxn ang="0">
                <a:pos x="connsiteX2" y="connsiteY2"/>
              </a:cxn>
              <a:cxn ang="0">
                <a:pos x="connsiteX3" y="connsiteY3"/>
              </a:cxn>
            </a:cxnLst>
            <a:rect l="l" t="t" r="r" b="b"/>
            <a:pathLst>
              <a:path w="561975" h="1123950">
                <a:moveTo>
                  <a:pt x="561975" y="0"/>
                </a:moveTo>
                <a:lnTo>
                  <a:pt x="561975" y="1123950"/>
                </a:lnTo>
                <a:cubicBezTo>
                  <a:pt x="251605" y="1123950"/>
                  <a:pt x="0" y="872345"/>
                  <a:pt x="0" y="561975"/>
                </a:cubicBezTo>
                <a:cubicBezTo>
                  <a:pt x="0" y="251605"/>
                  <a:pt x="251605" y="0"/>
                  <a:pt x="561975" y="0"/>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Tree>
    <p:extLst>
      <p:ext uri="{BB962C8B-B14F-4D97-AF65-F5344CB8AC3E}">
        <p14:creationId xmlns:p14="http://schemas.microsoft.com/office/powerpoint/2010/main" val="3524722207"/>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Content Photo 1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hasCustomPrompt="1"/>
          </p:nvPr>
        </p:nvSpPr>
        <p:spPr>
          <a:xfrm>
            <a:off x="873963" y="858337"/>
            <a:ext cx="10504000" cy="970463"/>
          </a:xfrm>
        </p:spPr>
        <p:txBody>
          <a:bodyPr anchor="ctr">
            <a:noAutofit/>
          </a:bodyPr>
          <a:lstStyle>
            <a:lvl1pPr>
              <a:defRPr sz="3600"/>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873963" y="2081048"/>
            <a:ext cx="6157458" cy="3945032"/>
          </a:xfrm>
        </p:spPr>
        <p:txBody>
          <a:bodyPr/>
          <a:lstStyle/>
          <a:p>
            <a:endParaRPr lang="en-US"/>
          </a:p>
        </p:txBody>
      </p:sp>
      <p:sp>
        <p:nvSpPr>
          <p:cNvPr id="6" name="Content Placeholder 2">
            <a:extLst>
              <a:ext uri="{FF2B5EF4-FFF2-40B4-BE49-F238E27FC236}">
                <a16:creationId xmlns:a16="http://schemas.microsoft.com/office/drawing/2014/main" id="{408C7461-314A-7430-6CA4-63A01F73BA43}"/>
              </a:ext>
            </a:extLst>
          </p:cNvPr>
          <p:cNvSpPr>
            <a:spLocks noGrp="1"/>
          </p:cNvSpPr>
          <p:nvPr>
            <p:ph idx="1"/>
          </p:nvPr>
        </p:nvSpPr>
        <p:spPr>
          <a:xfrm>
            <a:off x="7269017" y="2081049"/>
            <a:ext cx="4108945" cy="3945032"/>
          </a:xfrm>
        </p:spPr>
        <p:txBody>
          <a:bodyPr>
            <a:normAutofit/>
          </a:bodyPr>
          <a:lstStyle>
            <a:lvl1pPr marL="0" indent="0">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3">
            <a:extLst>
              <a:ext uri="{FF2B5EF4-FFF2-40B4-BE49-F238E27FC236}">
                <a16:creationId xmlns:a16="http://schemas.microsoft.com/office/drawing/2014/main" id="{468C7D2F-9D75-2435-3CAF-B6029DA9EDE4}"/>
              </a:ext>
            </a:extLst>
          </p:cNvPr>
          <p:cNvSpPr>
            <a:spLocks noGrp="1"/>
          </p:cNvSpPr>
          <p:nvPr>
            <p:ph type="dt" sz="half" idx="15"/>
          </p:nvPr>
        </p:nvSpPr>
        <p:spPr>
          <a:xfrm>
            <a:off x="1174751" y="6400800"/>
            <a:ext cx="2743200" cy="266700"/>
          </a:xfrm>
        </p:spPr>
        <p:txBody>
          <a:bodyPr lIns="0" tIns="0" rIns="0" bIns="0"/>
          <a:lstStyle>
            <a:lvl1pPr>
              <a:defRPr>
                <a:solidFill>
                  <a:schemeClr val="tx1"/>
                </a:solidFill>
              </a:defRPr>
            </a:lvl1pPr>
          </a:lstStyle>
          <a:p>
            <a:r>
              <a:rPr lang="en-US" altLang="zh-CN" dirty="0"/>
              <a:t>03/12/2025</a:t>
            </a:r>
            <a:fld id="{FD138C57-8E3B-4697-92F8-0ED9B71F7E17}" type="datetime1">
              <a:rPr lang="en-US" smtClean="0"/>
              <a:pPr/>
              <a:t>3/5/2026</a:t>
            </a:fld>
            <a:endParaRPr lang="en-US"/>
          </a:p>
        </p:txBody>
      </p:sp>
      <p:sp>
        <p:nvSpPr>
          <p:cNvPr id="4" name="Footer Placeholder 4">
            <a:extLst>
              <a:ext uri="{FF2B5EF4-FFF2-40B4-BE49-F238E27FC236}">
                <a16:creationId xmlns:a16="http://schemas.microsoft.com/office/drawing/2014/main" id="{63794DE6-442D-DCFE-9025-59816725EBC6}"/>
              </a:ext>
            </a:extLst>
          </p:cNvPr>
          <p:cNvSpPr>
            <a:spLocks noGrp="1"/>
          </p:cNvSpPr>
          <p:nvPr>
            <p:ph type="ftr" sz="quarter" idx="11"/>
          </p:nvPr>
        </p:nvSpPr>
        <p:spPr>
          <a:xfrm>
            <a:off x="4267200" y="6400800"/>
            <a:ext cx="3657600" cy="266700"/>
          </a:xfrm>
        </p:spPr>
        <p:txBody>
          <a:bodyPr/>
          <a:lstStyle>
            <a:lvl1pPr algn="ctr">
              <a:defRPr/>
            </a:lvl1pPr>
          </a:lstStyle>
          <a:p>
            <a:r>
              <a:rPr lang="en-US"/>
              <a:t>Sample Footer Text</a:t>
            </a:r>
          </a:p>
        </p:txBody>
      </p:sp>
      <p:sp>
        <p:nvSpPr>
          <p:cNvPr id="3" name="Slide Number Placeholder 5">
            <a:extLst>
              <a:ext uri="{FF2B5EF4-FFF2-40B4-BE49-F238E27FC236}">
                <a16:creationId xmlns:a16="http://schemas.microsoft.com/office/drawing/2014/main" id="{8FCE053A-D84D-F068-2187-0593A6D6DDBF}"/>
              </a:ext>
            </a:extLst>
          </p:cNvPr>
          <p:cNvSpPr>
            <a:spLocks noGrp="1"/>
          </p:cNvSpPr>
          <p:nvPr>
            <p:ph type="sldNum" sz="quarter" idx="12"/>
          </p:nvPr>
        </p:nvSpPr>
        <p:spPr>
          <a:xfrm>
            <a:off x="8274049" y="6400800"/>
            <a:ext cx="3241675" cy="266700"/>
          </a:xfrm>
        </p:spPr>
        <p:txBody>
          <a:bodyPr/>
          <a:lstStyle>
            <a:lvl1pPr algn="r">
              <a:defRPr/>
            </a:lvl1pPr>
          </a:lstStyle>
          <a:p>
            <a:fld id="{CC057153-B650-4DEB-B370-79DDCFDCE934}" type="slidenum">
              <a:rPr lang="en-US" smtClean="0"/>
              <a:pPr/>
              <a:t>‹#›</a:t>
            </a:fld>
            <a:endParaRPr lang="en-US"/>
          </a:p>
        </p:txBody>
      </p:sp>
      <p:sp>
        <p:nvSpPr>
          <p:cNvPr id="12" name="Freeform: Shape 59">
            <a:extLst>
              <a:ext uri="{FF2B5EF4-FFF2-40B4-BE49-F238E27FC236}">
                <a16:creationId xmlns:a16="http://schemas.microsoft.com/office/drawing/2014/main" id="{481F23A8-0C6F-3F32-0B98-06736333DEAF}"/>
              </a:ext>
              <a:ext uri="{C183D7F6-B498-43B3-948B-1728B52AA6E4}">
                <adec:decorative xmlns:adec="http://schemas.microsoft.com/office/drawing/2017/decorative" val="1"/>
              </a:ext>
            </a:extLst>
          </p:cNvPr>
          <p:cNvSpPr/>
          <p:nvPr userDrawn="1"/>
        </p:nvSpPr>
        <p:spPr>
          <a:xfrm flipH="1">
            <a:off x="10886461" y="0"/>
            <a:ext cx="652769" cy="654548"/>
          </a:xfrm>
          <a:custGeom>
            <a:avLst/>
            <a:gdLst>
              <a:gd name="connsiteX0" fmla="*/ 1497298 w 1497298"/>
              <a:gd name="connsiteY0" fmla="*/ 0 h 1457281"/>
              <a:gd name="connsiteX1" fmla="*/ 0 w 1497298"/>
              <a:gd name="connsiteY1" fmla="*/ 0 h 1457281"/>
              <a:gd name="connsiteX2" fmla="*/ 0 w 1497298"/>
              <a:gd name="connsiteY2" fmla="*/ 1457281 h 1457281"/>
            </a:gdLst>
            <a:ahLst/>
            <a:cxnLst>
              <a:cxn ang="0">
                <a:pos x="connsiteX0" y="connsiteY0"/>
              </a:cxn>
              <a:cxn ang="0">
                <a:pos x="connsiteX1" y="connsiteY1"/>
              </a:cxn>
              <a:cxn ang="0">
                <a:pos x="connsiteX2" y="connsiteY2"/>
              </a:cxn>
            </a:cxnLst>
            <a:rect l="l" t="t" r="r" b="b"/>
            <a:pathLst>
              <a:path w="1497298" h="1457281">
                <a:moveTo>
                  <a:pt x="1497298" y="0"/>
                </a:moveTo>
                <a:lnTo>
                  <a:pt x="0" y="0"/>
                </a:lnTo>
                <a:lnTo>
                  <a:pt x="0" y="1457281"/>
                </a:lnTo>
                <a:close/>
              </a:path>
            </a:pathLst>
          </a:custGeom>
          <a:solidFill>
            <a:schemeClr val="accent3"/>
          </a:solidFill>
          <a:ln w="9525" cap="flat">
            <a:noFill/>
            <a:prstDash val="solid"/>
            <a:miter/>
          </a:ln>
        </p:spPr>
        <p:txBody>
          <a:bodyPr rtlCol="0" anchor="ctr"/>
          <a:lstStyle/>
          <a:p>
            <a:pPr lvl="0"/>
            <a:endParaRPr lang="zh-CN" altLang="en-US">
              <a:solidFill>
                <a:schemeClr val="tx1"/>
              </a:solidFill>
            </a:endParaRPr>
          </a:p>
        </p:txBody>
      </p:sp>
      <p:sp>
        <p:nvSpPr>
          <p:cNvPr id="13" name="Rectangle 9">
            <a:extLst>
              <a:ext uri="{FF2B5EF4-FFF2-40B4-BE49-F238E27FC236}">
                <a16:creationId xmlns:a16="http://schemas.microsoft.com/office/drawing/2014/main" id="{BC56C0F3-A0B5-A7A6-A072-97B2A5722637}"/>
              </a:ext>
              <a:ext uri="{C183D7F6-B498-43B3-948B-1728B52AA6E4}">
                <adec:decorative xmlns:adec="http://schemas.microsoft.com/office/drawing/2017/decorative" val="1"/>
              </a:ext>
            </a:extLst>
          </p:cNvPr>
          <p:cNvSpPr/>
          <p:nvPr userDrawn="1"/>
        </p:nvSpPr>
        <p:spPr>
          <a:xfrm rot="16200000" flipV="1">
            <a:off x="11538341" y="890"/>
            <a:ext cx="654549" cy="652769"/>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Rectangle 11">
            <a:extLst>
              <a:ext uri="{FF2B5EF4-FFF2-40B4-BE49-F238E27FC236}">
                <a16:creationId xmlns:a16="http://schemas.microsoft.com/office/drawing/2014/main" id="{9D199749-F152-56FE-4504-73DF7E157A10}"/>
              </a:ext>
              <a:ext uri="{C183D7F6-B498-43B3-948B-1728B52AA6E4}">
                <adec:decorative xmlns:adec="http://schemas.microsoft.com/office/drawing/2017/decorative" val="1"/>
              </a:ext>
            </a:extLst>
          </p:cNvPr>
          <p:cNvSpPr/>
          <p:nvPr userDrawn="1"/>
        </p:nvSpPr>
        <p:spPr>
          <a:xfrm rot="16200000" flipH="1">
            <a:off x="-889" y="6204342"/>
            <a:ext cx="654546" cy="652769"/>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Freeform: Shape 59">
            <a:extLst>
              <a:ext uri="{FF2B5EF4-FFF2-40B4-BE49-F238E27FC236}">
                <a16:creationId xmlns:a16="http://schemas.microsoft.com/office/drawing/2014/main" id="{95BDD05D-8B5F-8B0A-B47B-E97C0D3866D7}"/>
              </a:ext>
              <a:ext uri="{C183D7F6-B498-43B3-948B-1728B52AA6E4}">
                <adec:decorative xmlns:adec="http://schemas.microsoft.com/office/drawing/2017/decorative" val="1"/>
              </a:ext>
            </a:extLst>
          </p:cNvPr>
          <p:cNvSpPr/>
          <p:nvPr userDrawn="1"/>
        </p:nvSpPr>
        <p:spPr>
          <a:xfrm flipV="1">
            <a:off x="652769" y="6203452"/>
            <a:ext cx="652769" cy="654548"/>
          </a:xfrm>
          <a:custGeom>
            <a:avLst/>
            <a:gdLst>
              <a:gd name="connsiteX0" fmla="*/ 1497298 w 1497298"/>
              <a:gd name="connsiteY0" fmla="*/ 0 h 1457281"/>
              <a:gd name="connsiteX1" fmla="*/ 0 w 1497298"/>
              <a:gd name="connsiteY1" fmla="*/ 0 h 1457281"/>
              <a:gd name="connsiteX2" fmla="*/ 0 w 1497298"/>
              <a:gd name="connsiteY2" fmla="*/ 1457281 h 1457281"/>
            </a:gdLst>
            <a:ahLst/>
            <a:cxnLst>
              <a:cxn ang="0">
                <a:pos x="connsiteX0" y="connsiteY0"/>
              </a:cxn>
              <a:cxn ang="0">
                <a:pos x="connsiteX1" y="connsiteY1"/>
              </a:cxn>
              <a:cxn ang="0">
                <a:pos x="connsiteX2" y="connsiteY2"/>
              </a:cxn>
            </a:cxnLst>
            <a:rect l="l" t="t" r="r" b="b"/>
            <a:pathLst>
              <a:path w="1497298" h="1457281">
                <a:moveTo>
                  <a:pt x="1497298" y="0"/>
                </a:moveTo>
                <a:lnTo>
                  <a:pt x="0" y="0"/>
                </a:lnTo>
                <a:lnTo>
                  <a:pt x="0" y="1457281"/>
                </a:lnTo>
                <a:close/>
              </a:path>
            </a:pathLst>
          </a:custGeom>
          <a:solidFill>
            <a:schemeClr val="accent3"/>
          </a:solidFill>
          <a:ln w="9525" cap="flat">
            <a:noFill/>
            <a:prstDash val="solid"/>
            <a:miter/>
          </a:ln>
        </p:spPr>
        <p:txBody>
          <a:bodyPr rtlCol="0" anchor="ctr"/>
          <a:lstStyle/>
          <a:p>
            <a:pPr lvl="0"/>
            <a:endParaRPr lang="zh-CN" altLang="en-US">
              <a:solidFill>
                <a:schemeClr val="tx1"/>
              </a:solidFill>
            </a:endParaRPr>
          </a:p>
        </p:txBody>
      </p:sp>
    </p:spTree>
    <p:extLst>
      <p:ext uri="{BB962C8B-B14F-4D97-AF65-F5344CB8AC3E}">
        <p14:creationId xmlns:p14="http://schemas.microsoft.com/office/powerpoint/2010/main" val="110649877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Content Photo 1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hasCustomPrompt="1"/>
          </p:nvPr>
        </p:nvSpPr>
        <p:spPr>
          <a:xfrm>
            <a:off x="844000" y="852884"/>
            <a:ext cx="4672584" cy="1453896"/>
          </a:xfrm>
        </p:spPr>
        <p:txBody>
          <a:bodyPr anchor="t">
            <a:noAutofit/>
          </a:bodyPr>
          <a:lstStyle>
            <a:lvl1pPr>
              <a:defRPr sz="3600"/>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844000" y="2459420"/>
            <a:ext cx="4672584" cy="3545695"/>
          </a:xfrm>
        </p:spPr>
        <p:txBody>
          <a:bodyPr/>
          <a:lstStyle/>
          <a:p>
            <a:endParaRPr lang="en-US"/>
          </a:p>
        </p:txBody>
      </p:sp>
      <p:sp>
        <p:nvSpPr>
          <p:cNvPr id="3" name="Content Placeholder 2">
            <a:extLst>
              <a:ext uri="{FF2B5EF4-FFF2-40B4-BE49-F238E27FC236}">
                <a16:creationId xmlns:a16="http://schemas.microsoft.com/office/drawing/2014/main" id="{A1E571DC-86DF-2230-52AD-9440B5CB4DB4}"/>
              </a:ext>
            </a:extLst>
          </p:cNvPr>
          <p:cNvSpPr>
            <a:spLocks noGrp="1"/>
          </p:cNvSpPr>
          <p:nvPr>
            <p:ph idx="1"/>
          </p:nvPr>
        </p:nvSpPr>
        <p:spPr>
          <a:xfrm>
            <a:off x="5698836" y="852883"/>
            <a:ext cx="5750764" cy="5152231"/>
          </a:xfrm>
        </p:spPr>
        <p:txBody>
          <a:bodyPr>
            <a:normAutofit/>
          </a:bodyPr>
          <a:lstStyle>
            <a:lvl1pPr marL="0" indent="0">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3">
            <a:extLst>
              <a:ext uri="{FF2B5EF4-FFF2-40B4-BE49-F238E27FC236}">
                <a16:creationId xmlns:a16="http://schemas.microsoft.com/office/drawing/2014/main" id="{C162FE03-22B1-3FC9-D0A1-70C4C9B6FC1C}"/>
              </a:ext>
            </a:extLst>
          </p:cNvPr>
          <p:cNvSpPr>
            <a:spLocks noGrp="1"/>
          </p:cNvSpPr>
          <p:nvPr>
            <p:ph type="dt" sz="half" idx="10"/>
          </p:nvPr>
        </p:nvSpPr>
        <p:spPr>
          <a:xfrm>
            <a:off x="657225" y="6400800"/>
            <a:ext cx="2743200" cy="266700"/>
          </a:xfrm>
        </p:spPr>
        <p:txBody>
          <a:bodyPr/>
          <a:lstStyle/>
          <a:p>
            <a:r>
              <a:rPr lang="en-US" altLang="zh-CN" dirty="0"/>
              <a:t>03/12/2025</a:t>
            </a:r>
            <a:fld id="{FD138C57-8E3B-4697-92F8-0ED9B71F7E17}" type="datetime1">
              <a:rPr lang="en-US" smtClean="0"/>
              <a:t>3/5/2026</a:t>
            </a:fld>
            <a:endParaRPr lang="en-US"/>
          </a:p>
        </p:txBody>
      </p:sp>
      <p:sp>
        <p:nvSpPr>
          <p:cNvPr id="6" name="Footer Placeholder 4">
            <a:extLst>
              <a:ext uri="{FF2B5EF4-FFF2-40B4-BE49-F238E27FC236}">
                <a16:creationId xmlns:a16="http://schemas.microsoft.com/office/drawing/2014/main" id="{DAAD1C7F-699D-B975-BBB5-3F8AAE993BCC}"/>
              </a:ext>
            </a:extLst>
          </p:cNvPr>
          <p:cNvSpPr>
            <a:spLocks noGrp="1"/>
          </p:cNvSpPr>
          <p:nvPr>
            <p:ph type="ftr" sz="quarter" idx="11"/>
          </p:nvPr>
        </p:nvSpPr>
        <p:spPr>
          <a:xfrm>
            <a:off x="4267200" y="6400800"/>
            <a:ext cx="3657600" cy="266700"/>
          </a:xfrm>
        </p:spPr>
        <p:txBody>
          <a:bodyPr/>
          <a:lstStyle>
            <a:lvl1pPr algn="ctr">
              <a:defRPr/>
            </a:lvl1pPr>
          </a:lstStyle>
          <a:p>
            <a:r>
              <a:rPr lang="en-US"/>
              <a:t>Sample Footer Text</a:t>
            </a:r>
          </a:p>
        </p:txBody>
      </p:sp>
      <p:sp>
        <p:nvSpPr>
          <p:cNvPr id="5" name="Slide Number Placeholder 5">
            <a:extLst>
              <a:ext uri="{FF2B5EF4-FFF2-40B4-BE49-F238E27FC236}">
                <a16:creationId xmlns:a16="http://schemas.microsoft.com/office/drawing/2014/main" id="{3A90F4F4-332A-7489-099F-649FE29D8F6A}"/>
              </a:ext>
            </a:extLst>
          </p:cNvPr>
          <p:cNvSpPr>
            <a:spLocks noGrp="1"/>
          </p:cNvSpPr>
          <p:nvPr>
            <p:ph type="sldNum" sz="quarter" idx="12"/>
          </p:nvPr>
        </p:nvSpPr>
        <p:spPr>
          <a:xfrm>
            <a:off x="8274049" y="6400800"/>
            <a:ext cx="3241675" cy="266700"/>
          </a:xfrm>
        </p:spPr>
        <p:txBody>
          <a:bodyPr/>
          <a:lstStyle>
            <a:lvl1pPr algn="r">
              <a:defRPr/>
            </a:lvl1pPr>
          </a:lstStyle>
          <a:p>
            <a:fld id="{CC057153-B650-4DEB-B370-79DDCFDCE934}" type="slidenum">
              <a:rPr lang="en-US" smtClean="0"/>
              <a:pPr/>
              <a:t>‹#›</a:t>
            </a:fld>
            <a:endParaRPr lang="en-US"/>
          </a:p>
        </p:txBody>
      </p:sp>
      <p:sp>
        <p:nvSpPr>
          <p:cNvPr id="26" name="Rectangle 6">
            <a:extLst>
              <a:ext uri="{FF2B5EF4-FFF2-40B4-BE49-F238E27FC236}">
                <a16:creationId xmlns:a16="http://schemas.microsoft.com/office/drawing/2014/main" id="{69458B26-18DF-0F22-F73B-FBF0117ABDF3}"/>
              </a:ext>
              <a:ext uri="{C183D7F6-B498-43B3-948B-1728B52AA6E4}">
                <adec:decorative xmlns:adec="http://schemas.microsoft.com/office/drawing/2017/decorative" val="1"/>
              </a:ext>
            </a:extLst>
          </p:cNvPr>
          <p:cNvSpPr/>
          <p:nvPr userDrawn="1"/>
        </p:nvSpPr>
        <p:spPr>
          <a:xfrm rot="5400000">
            <a:off x="11716760" y="-163879"/>
            <a:ext cx="312165" cy="638315"/>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27" name="Rectangle 6">
            <a:extLst>
              <a:ext uri="{FF2B5EF4-FFF2-40B4-BE49-F238E27FC236}">
                <a16:creationId xmlns:a16="http://schemas.microsoft.com/office/drawing/2014/main" id="{29454459-F726-2777-3904-98ED43017AD6}"/>
              </a:ext>
              <a:ext uri="{C183D7F6-B498-43B3-948B-1728B52AA6E4}">
                <adec:decorative xmlns:adec="http://schemas.microsoft.com/office/drawing/2017/decorative" val="1"/>
              </a:ext>
            </a:extLst>
          </p:cNvPr>
          <p:cNvSpPr/>
          <p:nvPr userDrawn="1"/>
        </p:nvSpPr>
        <p:spPr>
          <a:xfrm rot="5400000">
            <a:off x="8843383" y="-2398940"/>
            <a:ext cx="312165" cy="5108436"/>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28" name="Rectangle 6">
            <a:extLst>
              <a:ext uri="{FF2B5EF4-FFF2-40B4-BE49-F238E27FC236}">
                <a16:creationId xmlns:a16="http://schemas.microsoft.com/office/drawing/2014/main" id="{4AFF45CF-7D31-04CD-2EDB-8FBEADAE8F29}"/>
              </a:ext>
              <a:ext uri="{C183D7F6-B498-43B3-948B-1728B52AA6E4}">
                <adec:decorative xmlns:adec="http://schemas.microsoft.com/office/drawing/2017/decorative" val="1"/>
              </a:ext>
            </a:extLst>
          </p:cNvPr>
          <p:cNvSpPr/>
          <p:nvPr userDrawn="1"/>
        </p:nvSpPr>
        <p:spPr>
          <a:xfrm rot="5400000">
            <a:off x="3066943" y="-3066947"/>
            <a:ext cx="311361" cy="6445253"/>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29" name="Freeform: Shape 59">
            <a:extLst>
              <a:ext uri="{FF2B5EF4-FFF2-40B4-BE49-F238E27FC236}">
                <a16:creationId xmlns:a16="http://schemas.microsoft.com/office/drawing/2014/main" id="{7EC0A88E-95E4-54C0-4C7B-90A8A6AD7DD1}"/>
              </a:ext>
              <a:ext uri="{C183D7F6-B498-43B3-948B-1728B52AA6E4}">
                <adec:decorative xmlns:adec="http://schemas.microsoft.com/office/drawing/2017/decorative" val="1"/>
              </a:ext>
            </a:extLst>
          </p:cNvPr>
          <p:cNvSpPr/>
          <p:nvPr userDrawn="1"/>
        </p:nvSpPr>
        <p:spPr>
          <a:xfrm rot="16200000" flipH="1" flipV="1">
            <a:off x="5673214" y="-460675"/>
            <a:ext cx="312166" cy="1231903"/>
          </a:xfrm>
          <a:custGeom>
            <a:avLst/>
            <a:gdLst>
              <a:gd name="connsiteX0" fmla="*/ 1497298 w 1497298"/>
              <a:gd name="connsiteY0" fmla="*/ 0 h 1457281"/>
              <a:gd name="connsiteX1" fmla="*/ 0 w 1497298"/>
              <a:gd name="connsiteY1" fmla="*/ 0 h 1457281"/>
              <a:gd name="connsiteX2" fmla="*/ 0 w 1497298"/>
              <a:gd name="connsiteY2" fmla="*/ 1457281 h 1457281"/>
            </a:gdLst>
            <a:ahLst/>
            <a:cxnLst>
              <a:cxn ang="0">
                <a:pos x="connsiteX0" y="connsiteY0"/>
              </a:cxn>
              <a:cxn ang="0">
                <a:pos x="connsiteX1" y="connsiteY1"/>
              </a:cxn>
              <a:cxn ang="0">
                <a:pos x="connsiteX2" y="connsiteY2"/>
              </a:cxn>
            </a:cxnLst>
            <a:rect l="l" t="t" r="r" b="b"/>
            <a:pathLst>
              <a:path w="1497298" h="1457281">
                <a:moveTo>
                  <a:pt x="1497298" y="0"/>
                </a:moveTo>
                <a:lnTo>
                  <a:pt x="0" y="0"/>
                </a:lnTo>
                <a:lnTo>
                  <a:pt x="0" y="1457281"/>
                </a:lnTo>
                <a:close/>
              </a:path>
            </a:pathLst>
          </a:custGeom>
          <a:solidFill>
            <a:schemeClr val="accent3"/>
          </a:solidFill>
          <a:ln w="9525" cap="flat">
            <a:noFill/>
            <a:prstDash val="solid"/>
            <a:miter/>
          </a:ln>
        </p:spPr>
        <p:txBody>
          <a:bodyPr rtlCol="0" anchor="ctr"/>
          <a:lstStyle/>
          <a:p>
            <a:pPr lvl="0"/>
            <a:endParaRPr lang="zh-CN" altLang="en-US">
              <a:solidFill>
                <a:schemeClr val="tx1"/>
              </a:solidFill>
            </a:endParaRPr>
          </a:p>
        </p:txBody>
      </p:sp>
    </p:spTree>
    <p:extLst>
      <p:ext uri="{BB962C8B-B14F-4D97-AF65-F5344CB8AC3E}">
        <p14:creationId xmlns:p14="http://schemas.microsoft.com/office/powerpoint/2010/main" val="171589062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Content Photo 1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hasCustomPrompt="1"/>
          </p:nvPr>
        </p:nvSpPr>
        <p:spPr>
          <a:xfrm>
            <a:off x="844000" y="873725"/>
            <a:ext cx="3657603" cy="1453896"/>
          </a:xfrm>
        </p:spPr>
        <p:txBody>
          <a:bodyPr anchor="t">
            <a:noAutofit/>
          </a:bodyPr>
          <a:lstStyle>
            <a:lvl1pPr>
              <a:defRPr sz="3600"/>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843999" y="2490951"/>
            <a:ext cx="3657603" cy="3493323"/>
          </a:xfrm>
        </p:spPr>
        <p:txBody>
          <a:bodyPr/>
          <a:lstStyle/>
          <a:p>
            <a:endParaRPr lang="en-US"/>
          </a:p>
        </p:txBody>
      </p:sp>
      <p:sp>
        <p:nvSpPr>
          <p:cNvPr id="7" name="Content Placeholder 2">
            <a:extLst>
              <a:ext uri="{FF2B5EF4-FFF2-40B4-BE49-F238E27FC236}">
                <a16:creationId xmlns:a16="http://schemas.microsoft.com/office/drawing/2014/main" id="{81C9BBE1-F163-BFCA-3F62-3189A30FA7B6}"/>
              </a:ext>
            </a:extLst>
          </p:cNvPr>
          <p:cNvSpPr>
            <a:spLocks noGrp="1"/>
          </p:cNvSpPr>
          <p:nvPr>
            <p:ph idx="1"/>
          </p:nvPr>
        </p:nvSpPr>
        <p:spPr>
          <a:xfrm>
            <a:off x="4692073" y="852883"/>
            <a:ext cx="6757527" cy="5152231"/>
          </a:xfrm>
        </p:spPr>
        <p:txBody>
          <a:bodyPr>
            <a:normAutofit/>
          </a:bodyPr>
          <a:lstStyle>
            <a:lvl1pPr marL="0" indent="0">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Date Placeholder 3">
            <a:extLst>
              <a:ext uri="{FF2B5EF4-FFF2-40B4-BE49-F238E27FC236}">
                <a16:creationId xmlns:a16="http://schemas.microsoft.com/office/drawing/2014/main" id="{ED1735F2-E2C8-9B6A-C3E1-C7B56CDE4126}"/>
              </a:ext>
            </a:extLst>
          </p:cNvPr>
          <p:cNvSpPr>
            <a:spLocks noGrp="1"/>
          </p:cNvSpPr>
          <p:nvPr>
            <p:ph type="dt" sz="half" idx="15"/>
          </p:nvPr>
        </p:nvSpPr>
        <p:spPr>
          <a:xfrm>
            <a:off x="1174751" y="6400800"/>
            <a:ext cx="2743200" cy="266700"/>
          </a:xfrm>
        </p:spPr>
        <p:txBody>
          <a:bodyPr lIns="0" tIns="0" rIns="0" bIns="0"/>
          <a:lstStyle>
            <a:lvl1pPr>
              <a:defRPr>
                <a:solidFill>
                  <a:schemeClr val="tx1"/>
                </a:solidFill>
              </a:defRPr>
            </a:lvl1pPr>
          </a:lstStyle>
          <a:p>
            <a:r>
              <a:rPr lang="en-US" altLang="zh-CN" dirty="0"/>
              <a:t>03/12/2025</a:t>
            </a:r>
            <a:fld id="{FD138C57-8E3B-4697-92F8-0ED9B71F7E17}" type="datetime1">
              <a:rPr lang="en-US" smtClean="0"/>
              <a:pPr/>
              <a:t>3/5/2026</a:t>
            </a:fld>
            <a:endParaRPr lang="en-US"/>
          </a:p>
        </p:txBody>
      </p:sp>
      <p:sp>
        <p:nvSpPr>
          <p:cNvPr id="6" name="Footer Placeholder 4">
            <a:extLst>
              <a:ext uri="{FF2B5EF4-FFF2-40B4-BE49-F238E27FC236}">
                <a16:creationId xmlns:a16="http://schemas.microsoft.com/office/drawing/2014/main" id="{C7ABF240-AB8A-B851-60A3-07C17BF9E494}"/>
              </a:ext>
            </a:extLst>
          </p:cNvPr>
          <p:cNvSpPr>
            <a:spLocks noGrp="1"/>
          </p:cNvSpPr>
          <p:nvPr>
            <p:ph type="ftr" sz="quarter" idx="11"/>
          </p:nvPr>
        </p:nvSpPr>
        <p:spPr>
          <a:xfrm>
            <a:off x="4267200" y="6400800"/>
            <a:ext cx="3657600" cy="266700"/>
          </a:xfrm>
        </p:spPr>
        <p:txBody>
          <a:bodyPr/>
          <a:lstStyle>
            <a:lvl1pPr algn="ctr">
              <a:defRPr/>
            </a:lvl1pPr>
          </a:lstStyle>
          <a:p>
            <a:r>
              <a:rPr lang="en-US"/>
              <a:t>Sample Footer Text</a:t>
            </a:r>
          </a:p>
        </p:txBody>
      </p:sp>
      <p:sp>
        <p:nvSpPr>
          <p:cNvPr id="5" name="Slide Number Placeholder 5">
            <a:extLst>
              <a:ext uri="{FF2B5EF4-FFF2-40B4-BE49-F238E27FC236}">
                <a16:creationId xmlns:a16="http://schemas.microsoft.com/office/drawing/2014/main" id="{27CE6569-5A00-FAA6-16A6-9CAC579A83D9}"/>
              </a:ext>
            </a:extLst>
          </p:cNvPr>
          <p:cNvSpPr>
            <a:spLocks noGrp="1"/>
          </p:cNvSpPr>
          <p:nvPr>
            <p:ph type="sldNum" sz="quarter" idx="12"/>
          </p:nvPr>
        </p:nvSpPr>
        <p:spPr>
          <a:xfrm>
            <a:off x="8274049" y="6400800"/>
            <a:ext cx="3241675" cy="266700"/>
          </a:xfrm>
        </p:spPr>
        <p:txBody>
          <a:bodyPr/>
          <a:lstStyle>
            <a:lvl1pPr algn="r">
              <a:defRPr/>
            </a:lvl1pPr>
          </a:lstStyle>
          <a:p>
            <a:fld id="{CC057153-B650-4DEB-B370-79DDCFDCE934}" type="slidenum">
              <a:rPr lang="en-US" smtClean="0"/>
              <a:pPr/>
              <a:t>‹#›</a:t>
            </a:fld>
            <a:endParaRPr lang="en-US"/>
          </a:p>
        </p:txBody>
      </p:sp>
      <p:sp>
        <p:nvSpPr>
          <p:cNvPr id="3" name="Freeform: Shape 59">
            <a:extLst>
              <a:ext uri="{FF2B5EF4-FFF2-40B4-BE49-F238E27FC236}">
                <a16:creationId xmlns:a16="http://schemas.microsoft.com/office/drawing/2014/main" id="{D093A1E9-14E7-F1BD-8AD3-0926AC48C3C2}"/>
              </a:ext>
              <a:ext uri="{C183D7F6-B498-43B3-948B-1728B52AA6E4}">
                <adec:decorative xmlns:adec="http://schemas.microsoft.com/office/drawing/2017/decorative" val="1"/>
              </a:ext>
            </a:extLst>
          </p:cNvPr>
          <p:cNvSpPr/>
          <p:nvPr userDrawn="1"/>
        </p:nvSpPr>
        <p:spPr>
          <a:xfrm flipH="1">
            <a:off x="10886461" y="0"/>
            <a:ext cx="652769" cy="654548"/>
          </a:xfrm>
          <a:custGeom>
            <a:avLst/>
            <a:gdLst>
              <a:gd name="connsiteX0" fmla="*/ 1497298 w 1497298"/>
              <a:gd name="connsiteY0" fmla="*/ 0 h 1457281"/>
              <a:gd name="connsiteX1" fmla="*/ 0 w 1497298"/>
              <a:gd name="connsiteY1" fmla="*/ 0 h 1457281"/>
              <a:gd name="connsiteX2" fmla="*/ 0 w 1497298"/>
              <a:gd name="connsiteY2" fmla="*/ 1457281 h 1457281"/>
            </a:gdLst>
            <a:ahLst/>
            <a:cxnLst>
              <a:cxn ang="0">
                <a:pos x="connsiteX0" y="connsiteY0"/>
              </a:cxn>
              <a:cxn ang="0">
                <a:pos x="connsiteX1" y="connsiteY1"/>
              </a:cxn>
              <a:cxn ang="0">
                <a:pos x="connsiteX2" y="connsiteY2"/>
              </a:cxn>
            </a:cxnLst>
            <a:rect l="l" t="t" r="r" b="b"/>
            <a:pathLst>
              <a:path w="1497298" h="1457281">
                <a:moveTo>
                  <a:pt x="1497298" y="0"/>
                </a:moveTo>
                <a:lnTo>
                  <a:pt x="0" y="0"/>
                </a:lnTo>
                <a:lnTo>
                  <a:pt x="0" y="1457281"/>
                </a:lnTo>
                <a:close/>
              </a:path>
            </a:pathLst>
          </a:custGeom>
          <a:solidFill>
            <a:schemeClr val="accent3"/>
          </a:solidFill>
          <a:ln w="9525" cap="flat">
            <a:noFill/>
            <a:prstDash val="solid"/>
            <a:miter/>
          </a:ln>
        </p:spPr>
        <p:txBody>
          <a:bodyPr rtlCol="0" anchor="ctr"/>
          <a:lstStyle/>
          <a:p>
            <a:pPr lvl="0"/>
            <a:endParaRPr lang="zh-CN" altLang="en-US">
              <a:solidFill>
                <a:schemeClr val="tx1"/>
              </a:solidFill>
            </a:endParaRPr>
          </a:p>
        </p:txBody>
      </p:sp>
      <p:sp>
        <p:nvSpPr>
          <p:cNvPr id="4" name="Rectangle 9">
            <a:extLst>
              <a:ext uri="{FF2B5EF4-FFF2-40B4-BE49-F238E27FC236}">
                <a16:creationId xmlns:a16="http://schemas.microsoft.com/office/drawing/2014/main" id="{1C082F9D-17F7-A6A3-6F59-395DBD0403BF}"/>
              </a:ext>
              <a:ext uri="{C183D7F6-B498-43B3-948B-1728B52AA6E4}">
                <adec:decorative xmlns:adec="http://schemas.microsoft.com/office/drawing/2017/decorative" val="1"/>
              </a:ext>
            </a:extLst>
          </p:cNvPr>
          <p:cNvSpPr/>
          <p:nvPr userDrawn="1"/>
        </p:nvSpPr>
        <p:spPr>
          <a:xfrm rot="16200000" flipV="1">
            <a:off x="11538341" y="890"/>
            <a:ext cx="654549" cy="652769"/>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Rectangle 11">
            <a:extLst>
              <a:ext uri="{FF2B5EF4-FFF2-40B4-BE49-F238E27FC236}">
                <a16:creationId xmlns:a16="http://schemas.microsoft.com/office/drawing/2014/main" id="{40635C57-C6B6-95FF-FF70-8E4EC721DBDE}"/>
              </a:ext>
              <a:ext uri="{C183D7F6-B498-43B3-948B-1728B52AA6E4}">
                <adec:decorative xmlns:adec="http://schemas.microsoft.com/office/drawing/2017/decorative" val="1"/>
              </a:ext>
            </a:extLst>
          </p:cNvPr>
          <p:cNvSpPr/>
          <p:nvPr userDrawn="1"/>
        </p:nvSpPr>
        <p:spPr>
          <a:xfrm rot="16200000" flipH="1">
            <a:off x="-889" y="6204342"/>
            <a:ext cx="654546" cy="652769"/>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Freeform: Shape 59">
            <a:extLst>
              <a:ext uri="{FF2B5EF4-FFF2-40B4-BE49-F238E27FC236}">
                <a16:creationId xmlns:a16="http://schemas.microsoft.com/office/drawing/2014/main" id="{64C0BF67-AD24-8BA3-7BFE-4FC4B3109DFA}"/>
              </a:ext>
              <a:ext uri="{C183D7F6-B498-43B3-948B-1728B52AA6E4}">
                <adec:decorative xmlns:adec="http://schemas.microsoft.com/office/drawing/2017/decorative" val="1"/>
              </a:ext>
            </a:extLst>
          </p:cNvPr>
          <p:cNvSpPr/>
          <p:nvPr userDrawn="1"/>
        </p:nvSpPr>
        <p:spPr>
          <a:xfrm flipV="1">
            <a:off x="652769" y="6203452"/>
            <a:ext cx="652769" cy="654548"/>
          </a:xfrm>
          <a:custGeom>
            <a:avLst/>
            <a:gdLst>
              <a:gd name="connsiteX0" fmla="*/ 1497298 w 1497298"/>
              <a:gd name="connsiteY0" fmla="*/ 0 h 1457281"/>
              <a:gd name="connsiteX1" fmla="*/ 0 w 1497298"/>
              <a:gd name="connsiteY1" fmla="*/ 0 h 1457281"/>
              <a:gd name="connsiteX2" fmla="*/ 0 w 1497298"/>
              <a:gd name="connsiteY2" fmla="*/ 1457281 h 1457281"/>
            </a:gdLst>
            <a:ahLst/>
            <a:cxnLst>
              <a:cxn ang="0">
                <a:pos x="connsiteX0" y="connsiteY0"/>
              </a:cxn>
              <a:cxn ang="0">
                <a:pos x="connsiteX1" y="connsiteY1"/>
              </a:cxn>
              <a:cxn ang="0">
                <a:pos x="connsiteX2" y="connsiteY2"/>
              </a:cxn>
            </a:cxnLst>
            <a:rect l="l" t="t" r="r" b="b"/>
            <a:pathLst>
              <a:path w="1497298" h="1457281">
                <a:moveTo>
                  <a:pt x="1497298" y="0"/>
                </a:moveTo>
                <a:lnTo>
                  <a:pt x="0" y="0"/>
                </a:lnTo>
                <a:lnTo>
                  <a:pt x="0" y="1457281"/>
                </a:lnTo>
                <a:close/>
              </a:path>
            </a:pathLst>
          </a:custGeom>
          <a:solidFill>
            <a:schemeClr val="accent3"/>
          </a:solidFill>
          <a:ln w="9525" cap="flat">
            <a:noFill/>
            <a:prstDash val="solid"/>
            <a:miter/>
          </a:ln>
        </p:spPr>
        <p:txBody>
          <a:bodyPr rtlCol="0" anchor="ctr"/>
          <a:lstStyle/>
          <a:p>
            <a:pPr lvl="0"/>
            <a:endParaRPr lang="zh-CN" altLang="en-US">
              <a:solidFill>
                <a:schemeClr val="tx1"/>
              </a:solidFill>
            </a:endParaRPr>
          </a:p>
        </p:txBody>
      </p:sp>
    </p:spTree>
    <p:extLst>
      <p:ext uri="{BB962C8B-B14F-4D97-AF65-F5344CB8AC3E}">
        <p14:creationId xmlns:p14="http://schemas.microsoft.com/office/powerpoint/2010/main" val="2245109382"/>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itle" preserve="1">
  <p:cSld name="Big Number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844000" y="831918"/>
            <a:ext cx="10521992" cy="4069265"/>
          </a:xfrm>
        </p:spPr>
        <p:txBody>
          <a:bodyPr anchor="b">
            <a:noAutofit/>
          </a:bodyPr>
          <a:lstStyle>
            <a:lvl1pPr algn="l">
              <a:defRPr sz="23200">
                <a:solidFill>
                  <a:schemeClr val="accent1">
                    <a:lumMod val="75000"/>
                  </a:schemeClr>
                </a:solidFill>
              </a:defRPr>
            </a:lvl1pPr>
          </a:lstStyle>
          <a:p>
            <a:r>
              <a:rPr lang="en-US"/>
              <a:t>##%</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hasCustomPrompt="1"/>
          </p:nvPr>
        </p:nvSpPr>
        <p:spPr>
          <a:xfrm>
            <a:off x="843999" y="5076496"/>
            <a:ext cx="7559021" cy="949583"/>
          </a:xfrm>
        </p:spPr>
        <p:txBody>
          <a:bodyPr anchor="t">
            <a:noAutofit/>
          </a:bodyPr>
          <a:lstStyle>
            <a:lvl1pPr marL="0" indent="0" algn="l">
              <a:buNone/>
              <a:defRPr sz="2800" cap="none" baseline="0">
                <a:solidFill>
                  <a:schemeClr val="accent1">
                    <a:lumMod val="7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6DD0B43-8816-7247-6389-43D5551017BC}"/>
              </a:ext>
            </a:extLst>
          </p:cNvPr>
          <p:cNvSpPr>
            <a:spLocks noGrp="1"/>
          </p:cNvSpPr>
          <p:nvPr>
            <p:ph type="dt" sz="half" idx="14"/>
          </p:nvPr>
        </p:nvSpPr>
        <p:spPr>
          <a:xfrm>
            <a:off x="1174751" y="6400800"/>
            <a:ext cx="2743200" cy="266700"/>
          </a:xfrm>
        </p:spPr>
        <p:txBody>
          <a:bodyPr lIns="0" tIns="0" rIns="0" bIns="0"/>
          <a:lstStyle>
            <a:lvl1pPr>
              <a:defRPr>
                <a:solidFill>
                  <a:schemeClr val="tx1"/>
                </a:solidFill>
              </a:defRPr>
            </a:lvl1pPr>
          </a:lstStyle>
          <a:p>
            <a:r>
              <a:rPr lang="en-US" altLang="zh-CN" dirty="0"/>
              <a:t>03/12/2025</a:t>
            </a:r>
            <a:fld id="{FD138C57-8E3B-4697-92F8-0ED9B71F7E17}" type="datetime1">
              <a:rPr lang="en-US" smtClean="0"/>
              <a:pPr/>
              <a:t>3/5/2026</a:t>
            </a:fld>
            <a:endParaRPr lang="en-US"/>
          </a:p>
        </p:txBody>
      </p:sp>
      <p:sp>
        <p:nvSpPr>
          <p:cNvPr id="8" name="Footer Placeholder 4">
            <a:extLst>
              <a:ext uri="{FF2B5EF4-FFF2-40B4-BE49-F238E27FC236}">
                <a16:creationId xmlns:a16="http://schemas.microsoft.com/office/drawing/2014/main" id="{C27E193F-93CE-A072-84E6-1413DA174CE8}"/>
              </a:ext>
            </a:extLst>
          </p:cNvPr>
          <p:cNvSpPr>
            <a:spLocks noGrp="1"/>
          </p:cNvSpPr>
          <p:nvPr>
            <p:ph type="ftr" sz="quarter" idx="11"/>
          </p:nvPr>
        </p:nvSpPr>
        <p:spPr>
          <a:xfrm>
            <a:off x="4267200" y="6400800"/>
            <a:ext cx="3657600" cy="266700"/>
          </a:xfrm>
        </p:spPr>
        <p:txBody>
          <a:bodyPr/>
          <a:lstStyle>
            <a:lvl1pPr algn="ctr">
              <a:defRPr/>
            </a:lvl1pPr>
          </a:lstStyle>
          <a:p>
            <a:r>
              <a:rPr lang="en-US"/>
              <a:t>Sample Footer Text</a:t>
            </a:r>
          </a:p>
        </p:txBody>
      </p:sp>
      <p:sp>
        <p:nvSpPr>
          <p:cNvPr id="7" name="Slide Number Placeholder 5">
            <a:extLst>
              <a:ext uri="{FF2B5EF4-FFF2-40B4-BE49-F238E27FC236}">
                <a16:creationId xmlns:a16="http://schemas.microsoft.com/office/drawing/2014/main" id="{148423F9-4799-A3D7-1F4C-F18DF70A0327}"/>
              </a:ext>
            </a:extLst>
          </p:cNvPr>
          <p:cNvSpPr>
            <a:spLocks noGrp="1"/>
          </p:cNvSpPr>
          <p:nvPr>
            <p:ph type="sldNum" sz="quarter" idx="12"/>
          </p:nvPr>
        </p:nvSpPr>
        <p:spPr>
          <a:xfrm>
            <a:off x="8274049" y="6400800"/>
            <a:ext cx="3241675" cy="266700"/>
          </a:xfrm>
        </p:spPr>
        <p:txBody>
          <a:bodyPr/>
          <a:lstStyle>
            <a:lvl1pPr algn="r">
              <a:defRPr/>
            </a:lvl1pPr>
          </a:lstStyle>
          <a:p>
            <a:fld id="{CC057153-B650-4DEB-B370-79DDCFDCE934}" type="slidenum">
              <a:rPr lang="en-US" smtClean="0"/>
              <a:pPr/>
              <a:t>‹#›</a:t>
            </a:fld>
            <a:endParaRPr lang="en-US"/>
          </a:p>
        </p:txBody>
      </p:sp>
      <p:sp>
        <p:nvSpPr>
          <p:cNvPr id="11" name="Freeform: Shape 16">
            <a:extLst>
              <a:ext uri="{FF2B5EF4-FFF2-40B4-BE49-F238E27FC236}">
                <a16:creationId xmlns:a16="http://schemas.microsoft.com/office/drawing/2014/main" id="{88041669-6793-077D-9837-4A969A824BC8}"/>
              </a:ext>
              <a:ext uri="{C183D7F6-B498-43B3-948B-1728B52AA6E4}">
                <adec:decorative xmlns:adec="http://schemas.microsoft.com/office/drawing/2017/decorative" val="1"/>
              </a:ext>
            </a:extLst>
          </p:cNvPr>
          <p:cNvSpPr/>
          <p:nvPr userDrawn="1"/>
        </p:nvSpPr>
        <p:spPr>
          <a:xfrm>
            <a:off x="11286467" y="0"/>
            <a:ext cx="427411" cy="854823"/>
          </a:xfrm>
          <a:custGeom>
            <a:avLst/>
            <a:gdLst>
              <a:gd name="connsiteX0" fmla="*/ 561975 w 561975"/>
              <a:gd name="connsiteY0" fmla="*/ 0 h 1123950"/>
              <a:gd name="connsiteX1" fmla="*/ 561975 w 561975"/>
              <a:gd name="connsiteY1" fmla="*/ 1123950 h 1123950"/>
              <a:gd name="connsiteX2" fmla="*/ 0 w 561975"/>
              <a:gd name="connsiteY2" fmla="*/ 561975 h 1123950"/>
              <a:gd name="connsiteX3" fmla="*/ 561975 w 561975"/>
              <a:gd name="connsiteY3" fmla="*/ 0 h 1123950"/>
            </a:gdLst>
            <a:ahLst/>
            <a:cxnLst>
              <a:cxn ang="0">
                <a:pos x="connsiteX0" y="connsiteY0"/>
              </a:cxn>
              <a:cxn ang="0">
                <a:pos x="connsiteX1" y="connsiteY1"/>
              </a:cxn>
              <a:cxn ang="0">
                <a:pos x="connsiteX2" y="connsiteY2"/>
              </a:cxn>
              <a:cxn ang="0">
                <a:pos x="connsiteX3" y="connsiteY3"/>
              </a:cxn>
            </a:cxnLst>
            <a:rect l="l" t="t" r="r" b="b"/>
            <a:pathLst>
              <a:path w="561975" h="1123950">
                <a:moveTo>
                  <a:pt x="561975" y="0"/>
                </a:moveTo>
                <a:lnTo>
                  <a:pt x="561975" y="1123950"/>
                </a:lnTo>
                <a:cubicBezTo>
                  <a:pt x="251605" y="1123950"/>
                  <a:pt x="0" y="872345"/>
                  <a:pt x="0" y="561975"/>
                </a:cubicBezTo>
                <a:cubicBezTo>
                  <a:pt x="0" y="251605"/>
                  <a:pt x="251605" y="0"/>
                  <a:pt x="561975" y="0"/>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2" name="Freeform: Shape 17">
            <a:extLst>
              <a:ext uri="{FF2B5EF4-FFF2-40B4-BE49-F238E27FC236}">
                <a16:creationId xmlns:a16="http://schemas.microsoft.com/office/drawing/2014/main" id="{AC3F6980-A0AE-0D20-BB5F-49A002200420}"/>
              </a:ext>
              <a:ext uri="{C183D7F6-B498-43B3-948B-1728B52AA6E4}">
                <adec:decorative xmlns:adec="http://schemas.microsoft.com/office/drawing/2017/decorative" val="1"/>
              </a:ext>
            </a:extLst>
          </p:cNvPr>
          <p:cNvSpPr/>
          <p:nvPr userDrawn="1"/>
        </p:nvSpPr>
        <p:spPr>
          <a:xfrm>
            <a:off x="11764589" y="0"/>
            <a:ext cx="427411" cy="854823"/>
          </a:xfrm>
          <a:custGeom>
            <a:avLst/>
            <a:gdLst>
              <a:gd name="connsiteX0" fmla="*/ 561975 w 561975"/>
              <a:gd name="connsiteY0" fmla="*/ 0 h 1123950"/>
              <a:gd name="connsiteX1" fmla="*/ 561975 w 561975"/>
              <a:gd name="connsiteY1" fmla="*/ 1123950 h 1123950"/>
              <a:gd name="connsiteX2" fmla="*/ 0 w 561975"/>
              <a:gd name="connsiteY2" fmla="*/ 561975 h 1123950"/>
              <a:gd name="connsiteX3" fmla="*/ 561975 w 561975"/>
              <a:gd name="connsiteY3" fmla="*/ 0 h 1123950"/>
            </a:gdLst>
            <a:ahLst/>
            <a:cxnLst>
              <a:cxn ang="0">
                <a:pos x="connsiteX0" y="connsiteY0"/>
              </a:cxn>
              <a:cxn ang="0">
                <a:pos x="connsiteX1" y="connsiteY1"/>
              </a:cxn>
              <a:cxn ang="0">
                <a:pos x="connsiteX2" y="connsiteY2"/>
              </a:cxn>
              <a:cxn ang="0">
                <a:pos x="connsiteX3" y="connsiteY3"/>
              </a:cxn>
            </a:cxnLst>
            <a:rect l="l" t="t" r="r" b="b"/>
            <a:pathLst>
              <a:path w="561975" h="1123950">
                <a:moveTo>
                  <a:pt x="561975" y="0"/>
                </a:moveTo>
                <a:lnTo>
                  <a:pt x="561975" y="1123950"/>
                </a:lnTo>
                <a:cubicBezTo>
                  <a:pt x="251605" y="1123950"/>
                  <a:pt x="0" y="872345"/>
                  <a:pt x="0" y="561975"/>
                </a:cubicBezTo>
                <a:cubicBezTo>
                  <a:pt x="0" y="251605"/>
                  <a:pt x="251605" y="0"/>
                  <a:pt x="561975" y="0"/>
                </a:cubicBez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3" name="Freeform: Shape 19">
            <a:extLst>
              <a:ext uri="{FF2B5EF4-FFF2-40B4-BE49-F238E27FC236}">
                <a16:creationId xmlns:a16="http://schemas.microsoft.com/office/drawing/2014/main" id="{02937DA2-B26D-43F5-EA04-BE9925EF44CC}"/>
              </a:ext>
              <a:ext uri="{C183D7F6-B498-43B3-948B-1728B52AA6E4}">
                <adec:decorative xmlns:adec="http://schemas.microsoft.com/office/drawing/2017/decorative" val="1"/>
              </a:ext>
            </a:extLst>
          </p:cNvPr>
          <p:cNvSpPr/>
          <p:nvPr userDrawn="1"/>
        </p:nvSpPr>
        <p:spPr>
          <a:xfrm flipH="1">
            <a:off x="0" y="6003177"/>
            <a:ext cx="427411" cy="854823"/>
          </a:xfrm>
          <a:custGeom>
            <a:avLst/>
            <a:gdLst>
              <a:gd name="connsiteX0" fmla="*/ 561975 w 561975"/>
              <a:gd name="connsiteY0" fmla="*/ 0 h 1123950"/>
              <a:gd name="connsiteX1" fmla="*/ 561975 w 561975"/>
              <a:gd name="connsiteY1" fmla="*/ 1123950 h 1123950"/>
              <a:gd name="connsiteX2" fmla="*/ 0 w 561975"/>
              <a:gd name="connsiteY2" fmla="*/ 561975 h 1123950"/>
              <a:gd name="connsiteX3" fmla="*/ 561975 w 561975"/>
              <a:gd name="connsiteY3" fmla="*/ 0 h 1123950"/>
            </a:gdLst>
            <a:ahLst/>
            <a:cxnLst>
              <a:cxn ang="0">
                <a:pos x="connsiteX0" y="connsiteY0"/>
              </a:cxn>
              <a:cxn ang="0">
                <a:pos x="connsiteX1" y="connsiteY1"/>
              </a:cxn>
              <a:cxn ang="0">
                <a:pos x="connsiteX2" y="connsiteY2"/>
              </a:cxn>
              <a:cxn ang="0">
                <a:pos x="connsiteX3" y="connsiteY3"/>
              </a:cxn>
            </a:cxnLst>
            <a:rect l="l" t="t" r="r" b="b"/>
            <a:pathLst>
              <a:path w="561975" h="1123950">
                <a:moveTo>
                  <a:pt x="561975" y="0"/>
                </a:moveTo>
                <a:lnTo>
                  <a:pt x="561975" y="1123950"/>
                </a:lnTo>
                <a:cubicBezTo>
                  <a:pt x="251605" y="1123950"/>
                  <a:pt x="0" y="872345"/>
                  <a:pt x="0" y="561975"/>
                </a:cubicBezTo>
                <a:cubicBezTo>
                  <a:pt x="0" y="251605"/>
                  <a:pt x="251605" y="0"/>
                  <a:pt x="561975" y="0"/>
                </a:cubicBez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4" name="Freeform: Shape 18">
            <a:extLst>
              <a:ext uri="{FF2B5EF4-FFF2-40B4-BE49-F238E27FC236}">
                <a16:creationId xmlns:a16="http://schemas.microsoft.com/office/drawing/2014/main" id="{EBDA1D10-E930-CB39-86A5-FA42DB4228E7}"/>
              </a:ext>
              <a:ext uri="{C183D7F6-B498-43B3-948B-1728B52AA6E4}">
                <adec:decorative xmlns:adec="http://schemas.microsoft.com/office/drawing/2017/decorative" val="1"/>
              </a:ext>
            </a:extLst>
          </p:cNvPr>
          <p:cNvSpPr/>
          <p:nvPr userDrawn="1"/>
        </p:nvSpPr>
        <p:spPr>
          <a:xfrm flipH="1">
            <a:off x="478123" y="6003177"/>
            <a:ext cx="427411" cy="854823"/>
          </a:xfrm>
          <a:custGeom>
            <a:avLst/>
            <a:gdLst>
              <a:gd name="connsiteX0" fmla="*/ 561975 w 561975"/>
              <a:gd name="connsiteY0" fmla="*/ 0 h 1123950"/>
              <a:gd name="connsiteX1" fmla="*/ 561975 w 561975"/>
              <a:gd name="connsiteY1" fmla="*/ 1123950 h 1123950"/>
              <a:gd name="connsiteX2" fmla="*/ 0 w 561975"/>
              <a:gd name="connsiteY2" fmla="*/ 561975 h 1123950"/>
              <a:gd name="connsiteX3" fmla="*/ 561975 w 561975"/>
              <a:gd name="connsiteY3" fmla="*/ 0 h 1123950"/>
            </a:gdLst>
            <a:ahLst/>
            <a:cxnLst>
              <a:cxn ang="0">
                <a:pos x="connsiteX0" y="connsiteY0"/>
              </a:cxn>
              <a:cxn ang="0">
                <a:pos x="connsiteX1" y="connsiteY1"/>
              </a:cxn>
              <a:cxn ang="0">
                <a:pos x="connsiteX2" y="connsiteY2"/>
              </a:cxn>
              <a:cxn ang="0">
                <a:pos x="connsiteX3" y="connsiteY3"/>
              </a:cxn>
            </a:cxnLst>
            <a:rect l="l" t="t" r="r" b="b"/>
            <a:pathLst>
              <a:path w="561975" h="1123950">
                <a:moveTo>
                  <a:pt x="561975" y="0"/>
                </a:moveTo>
                <a:lnTo>
                  <a:pt x="561975" y="1123950"/>
                </a:lnTo>
                <a:cubicBezTo>
                  <a:pt x="251605" y="1123950"/>
                  <a:pt x="0" y="872345"/>
                  <a:pt x="0" y="561975"/>
                </a:cubicBezTo>
                <a:cubicBezTo>
                  <a:pt x="0" y="251605"/>
                  <a:pt x="251605" y="0"/>
                  <a:pt x="561975" y="0"/>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Tree>
    <p:extLst>
      <p:ext uri="{BB962C8B-B14F-4D97-AF65-F5344CB8AC3E}">
        <p14:creationId xmlns:p14="http://schemas.microsoft.com/office/powerpoint/2010/main" val="1942543270"/>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type="title" preserve="1">
  <p:cSld name="Big Number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861992" y="831918"/>
            <a:ext cx="10486008" cy="3977825"/>
          </a:xfrm>
        </p:spPr>
        <p:txBody>
          <a:bodyPr anchor="b">
            <a:noAutofit/>
          </a:bodyPr>
          <a:lstStyle>
            <a:lvl1pPr algn="ctr">
              <a:defRPr sz="23200">
                <a:solidFill>
                  <a:schemeClr val="accent1">
                    <a:lumMod val="75000"/>
                  </a:schemeClr>
                </a:solidFill>
              </a:defRPr>
            </a:lvl1pPr>
          </a:lstStyle>
          <a:p>
            <a:r>
              <a:rPr lang="en-US"/>
              <a:t>##%</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hasCustomPrompt="1"/>
          </p:nvPr>
        </p:nvSpPr>
        <p:spPr>
          <a:xfrm>
            <a:off x="2377440" y="4997668"/>
            <a:ext cx="7525512" cy="1028411"/>
          </a:xfrm>
        </p:spPr>
        <p:txBody>
          <a:bodyPr anchor="t">
            <a:noAutofit/>
          </a:bodyPr>
          <a:lstStyle>
            <a:lvl1pPr marL="0" indent="0" algn="ctr">
              <a:buNone/>
              <a:defRPr sz="2800" cap="none" baseline="0">
                <a:solidFill>
                  <a:schemeClr val="accent1">
                    <a:lumMod val="7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6" name="Date Placeholder 3">
            <a:extLst>
              <a:ext uri="{FF2B5EF4-FFF2-40B4-BE49-F238E27FC236}">
                <a16:creationId xmlns:a16="http://schemas.microsoft.com/office/drawing/2014/main" id="{9FE8812C-E055-50E4-0169-A1950E62A97B}"/>
              </a:ext>
            </a:extLst>
          </p:cNvPr>
          <p:cNvSpPr>
            <a:spLocks noGrp="1"/>
          </p:cNvSpPr>
          <p:nvPr>
            <p:ph type="dt" sz="half" idx="10"/>
          </p:nvPr>
        </p:nvSpPr>
        <p:spPr>
          <a:xfrm>
            <a:off x="657225" y="6400800"/>
            <a:ext cx="2743200" cy="266700"/>
          </a:xfrm>
        </p:spPr>
        <p:txBody>
          <a:bodyPr/>
          <a:lstStyle/>
          <a:p>
            <a:r>
              <a:rPr lang="en-US" altLang="zh-CN" dirty="0"/>
              <a:t>03/12/2025</a:t>
            </a:r>
            <a:fld id="{FD138C57-8E3B-4697-92F8-0ED9B71F7E17}" type="datetime1">
              <a:rPr lang="en-US" smtClean="0"/>
              <a:t>3/5/2026</a:t>
            </a:fld>
            <a:endParaRPr lang="en-US"/>
          </a:p>
        </p:txBody>
      </p:sp>
      <p:sp>
        <p:nvSpPr>
          <p:cNvPr id="5" name="Footer Placeholder 4">
            <a:extLst>
              <a:ext uri="{FF2B5EF4-FFF2-40B4-BE49-F238E27FC236}">
                <a16:creationId xmlns:a16="http://schemas.microsoft.com/office/drawing/2014/main" id="{11C6A94C-87F9-4135-8D16-E44AFA1FB693}"/>
              </a:ext>
            </a:extLst>
          </p:cNvPr>
          <p:cNvSpPr>
            <a:spLocks noGrp="1"/>
          </p:cNvSpPr>
          <p:nvPr>
            <p:ph type="ftr" sz="quarter" idx="11"/>
          </p:nvPr>
        </p:nvSpPr>
        <p:spPr>
          <a:xfrm>
            <a:off x="4267200" y="6400800"/>
            <a:ext cx="3657600" cy="266700"/>
          </a:xfrm>
        </p:spPr>
        <p:txBody>
          <a:bodyPr/>
          <a:lstStyle>
            <a:lvl1pPr algn="ctr">
              <a:defRPr/>
            </a:lvl1pPr>
          </a:lstStyle>
          <a:p>
            <a:r>
              <a:rPr lang="en-US"/>
              <a:t>Sample Footer Text</a:t>
            </a:r>
          </a:p>
        </p:txBody>
      </p:sp>
      <p:sp>
        <p:nvSpPr>
          <p:cNvPr id="4" name="Slide Number Placeholder 5">
            <a:extLst>
              <a:ext uri="{FF2B5EF4-FFF2-40B4-BE49-F238E27FC236}">
                <a16:creationId xmlns:a16="http://schemas.microsoft.com/office/drawing/2014/main" id="{3DE2A589-D2DC-84F9-7195-EA18408EDF63}"/>
              </a:ext>
            </a:extLst>
          </p:cNvPr>
          <p:cNvSpPr>
            <a:spLocks noGrp="1"/>
          </p:cNvSpPr>
          <p:nvPr>
            <p:ph type="sldNum" sz="quarter" idx="12"/>
          </p:nvPr>
        </p:nvSpPr>
        <p:spPr>
          <a:xfrm>
            <a:off x="8274049" y="6400800"/>
            <a:ext cx="3241675" cy="266700"/>
          </a:xfrm>
        </p:spPr>
        <p:txBody>
          <a:bodyPr/>
          <a:lstStyle>
            <a:lvl1pPr algn="r">
              <a:defRPr/>
            </a:lvl1pPr>
          </a:lstStyle>
          <a:p>
            <a:fld id="{CC057153-B650-4DEB-B370-79DDCFDCE934}" type="slidenum">
              <a:rPr lang="en-US" smtClean="0"/>
              <a:pPr/>
              <a:t>‹#›</a:t>
            </a:fld>
            <a:endParaRPr lang="en-US"/>
          </a:p>
        </p:txBody>
      </p:sp>
      <p:sp>
        <p:nvSpPr>
          <p:cNvPr id="21" name="Rectangle 6">
            <a:extLst>
              <a:ext uri="{FF2B5EF4-FFF2-40B4-BE49-F238E27FC236}">
                <a16:creationId xmlns:a16="http://schemas.microsoft.com/office/drawing/2014/main" id="{93E8DDA7-6F09-A45D-D2CD-D785473EF07D}"/>
              </a:ext>
              <a:ext uri="{C183D7F6-B498-43B3-948B-1728B52AA6E4}">
                <adec:decorative xmlns:adec="http://schemas.microsoft.com/office/drawing/2017/decorative" val="1"/>
              </a:ext>
            </a:extLst>
          </p:cNvPr>
          <p:cNvSpPr/>
          <p:nvPr userDrawn="1"/>
        </p:nvSpPr>
        <p:spPr>
          <a:xfrm rot="5400000">
            <a:off x="3066943" y="-3066947"/>
            <a:ext cx="311361" cy="6445253"/>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22" name="Freeform: Shape 59">
            <a:extLst>
              <a:ext uri="{FF2B5EF4-FFF2-40B4-BE49-F238E27FC236}">
                <a16:creationId xmlns:a16="http://schemas.microsoft.com/office/drawing/2014/main" id="{67B1242D-E100-7A0B-1A2F-727DD9934095}"/>
              </a:ext>
              <a:ext uri="{C183D7F6-B498-43B3-948B-1728B52AA6E4}">
                <adec:decorative xmlns:adec="http://schemas.microsoft.com/office/drawing/2017/decorative" val="1"/>
              </a:ext>
            </a:extLst>
          </p:cNvPr>
          <p:cNvSpPr/>
          <p:nvPr userDrawn="1"/>
        </p:nvSpPr>
        <p:spPr>
          <a:xfrm rot="5400000" flipV="1">
            <a:off x="218569" y="-219375"/>
            <a:ext cx="312166" cy="749303"/>
          </a:xfrm>
          <a:custGeom>
            <a:avLst/>
            <a:gdLst>
              <a:gd name="connsiteX0" fmla="*/ 1497298 w 1497298"/>
              <a:gd name="connsiteY0" fmla="*/ 0 h 1457281"/>
              <a:gd name="connsiteX1" fmla="*/ 0 w 1497298"/>
              <a:gd name="connsiteY1" fmla="*/ 0 h 1457281"/>
              <a:gd name="connsiteX2" fmla="*/ 0 w 1497298"/>
              <a:gd name="connsiteY2" fmla="*/ 1457281 h 1457281"/>
            </a:gdLst>
            <a:ahLst/>
            <a:cxnLst>
              <a:cxn ang="0">
                <a:pos x="connsiteX0" y="connsiteY0"/>
              </a:cxn>
              <a:cxn ang="0">
                <a:pos x="connsiteX1" y="connsiteY1"/>
              </a:cxn>
              <a:cxn ang="0">
                <a:pos x="connsiteX2" y="connsiteY2"/>
              </a:cxn>
            </a:cxnLst>
            <a:rect l="l" t="t" r="r" b="b"/>
            <a:pathLst>
              <a:path w="1497298" h="1457281">
                <a:moveTo>
                  <a:pt x="1497298" y="0"/>
                </a:moveTo>
                <a:lnTo>
                  <a:pt x="0" y="0"/>
                </a:lnTo>
                <a:lnTo>
                  <a:pt x="0" y="1457281"/>
                </a:lnTo>
                <a:close/>
              </a:path>
            </a:pathLst>
          </a:custGeom>
          <a:solidFill>
            <a:schemeClr val="accent3"/>
          </a:solidFill>
          <a:ln w="9525" cap="flat">
            <a:noFill/>
            <a:prstDash val="solid"/>
            <a:miter/>
          </a:ln>
        </p:spPr>
        <p:txBody>
          <a:bodyPr rtlCol="0" anchor="ctr"/>
          <a:lstStyle/>
          <a:p>
            <a:pPr lvl="0"/>
            <a:endParaRPr lang="zh-CN" altLang="en-US">
              <a:solidFill>
                <a:schemeClr val="tx1"/>
              </a:solidFill>
            </a:endParaRPr>
          </a:p>
        </p:txBody>
      </p:sp>
      <p:sp>
        <p:nvSpPr>
          <p:cNvPr id="23" name="Rectangle 6">
            <a:extLst>
              <a:ext uri="{FF2B5EF4-FFF2-40B4-BE49-F238E27FC236}">
                <a16:creationId xmlns:a16="http://schemas.microsoft.com/office/drawing/2014/main" id="{D3D4B49A-33A3-4552-3BC7-AFEDF4F5650C}"/>
              </a:ext>
              <a:ext uri="{C183D7F6-B498-43B3-948B-1728B52AA6E4}">
                <adec:decorative xmlns:adec="http://schemas.microsoft.com/office/drawing/2017/decorative" val="1"/>
              </a:ext>
            </a:extLst>
          </p:cNvPr>
          <p:cNvSpPr/>
          <p:nvPr userDrawn="1"/>
        </p:nvSpPr>
        <p:spPr>
          <a:xfrm rot="5400000">
            <a:off x="8416414" y="-1971971"/>
            <a:ext cx="312165" cy="4254496"/>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24" name="Rectangle 6">
            <a:extLst>
              <a:ext uri="{FF2B5EF4-FFF2-40B4-BE49-F238E27FC236}">
                <a16:creationId xmlns:a16="http://schemas.microsoft.com/office/drawing/2014/main" id="{539B139C-807D-C305-EDA8-691E0DFB62D2}"/>
              </a:ext>
              <a:ext uri="{C183D7F6-B498-43B3-948B-1728B52AA6E4}">
                <adec:decorative xmlns:adec="http://schemas.microsoft.com/office/drawing/2017/decorative" val="1"/>
              </a:ext>
            </a:extLst>
          </p:cNvPr>
          <p:cNvSpPr/>
          <p:nvPr userDrawn="1"/>
        </p:nvSpPr>
        <p:spPr>
          <a:xfrm rot="5400000">
            <a:off x="11290193" y="-590448"/>
            <a:ext cx="311360" cy="1492256"/>
          </a:xfrm>
          <a:prstGeom prst="rect">
            <a:avLst/>
          </a:prstGeom>
          <a:solidFill>
            <a:schemeClr val="accent3"/>
          </a:solidFill>
          <a:ln w="9525" cap="flat">
            <a:noFill/>
            <a:prstDash val="solid"/>
            <a:miter/>
          </a:ln>
        </p:spPr>
        <p:txBody>
          <a:bodyPr rtlCol="0" anchor="ctr"/>
          <a:lstStyle/>
          <a:p>
            <a:pPr lvl="0"/>
            <a:endParaRPr lang="zh-CN" altLang="en-US">
              <a:solidFill>
                <a:schemeClr val="tx1"/>
              </a:solidFill>
            </a:endParaRPr>
          </a:p>
        </p:txBody>
      </p:sp>
    </p:spTree>
    <p:extLst>
      <p:ext uri="{BB962C8B-B14F-4D97-AF65-F5344CB8AC3E}">
        <p14:creationId xmlns:p14="http://schemas.microsoft.com/office/powerpoint/2010/main" val="226987820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Big Number 3">
    <p:bg>
      <p:bgRef idx="1001">
        <a:schemeClr val="bg2"/>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993814EA-F598-EBFD-83D1-6782D7CBB598}"/>
              </a:ext>
              <a:ext uri="{C183D7F6-B498-43B3-948B-1728B52AA6E4}">
                <adec:decorative xmlns:adec="http://schemas.microsoft.com/office/drawing/2017/decorative" val="1"/>
              </a:ext>
            </a:extLst>
          </p:cNvPr>
          <p:cNvSpPr/>
          <p:nvPr userDrawn="1"/>
        </p:nvSpPr>
        <p:spPr>
          <a:xfrm>
            <a:off x="0" y="0"/>
            <a:ext cx="12192000" cy="68580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itle 1">
            <a:extLst>
              <a:ext uri="{FF2B5EF4-FFF2-40B4-BE49-F238E27FC236}">
                <a16:creationId xmlns:a16="http://schemas.microsoft.com/office/drawing/2014/main" id="{1F4F8927-891C-4D7A-C2D3-6EB5EF6712FF}"/>
              </a:ext>
            </a:extLst>
          </p:cNvPr>
          <p:cNvSpPr>
            <a:spLocks noGrp="1"/>
          </p:cNvSpPr>
          <p:nvPr>
            <p:ph type="ctrTitle" hasCustomPrompt="1"/>
          </p:nvPr>
        </p:nvSpPr>
        <p:spPr>
          <a:xfrm>
            <a:off x="861992" y="831918"/>
            <a:ext cx="10486008" cy="3977825"/>
          </a:xfrm>
        </p:spPr>
        <p:txBody>
          <a:bodyPr anchor="b">
            <a:noAutofit/>
          </a:bodyPr>
          <a:lstStyle>
            <a:lvl1pPr algn="ctr">
              <a:defRPr sz="23200">
                <a:solidFill>
                  <a:schemeClr val="tx1"/>
                </a:solidFill>
              </a:defRPr>
            </a:lvl1pPr>
          </a:lstStyle>
          <a:p>
            <a:r>
              <a:rPr lang="en-US"/>
              <a:t>##%</a:t>
            </a:r>
          </a:p>
        </p:txBody>
      </p:sp>
      <p:sp>
        <p:nvSpPr>
          <p:cNvPr id="10" name="Subtitle 2">
            <a:extLst>
              <a:ext uri="{FF2B5EF4-FFF2-40B4-BE49-F238E27FC236}">
                <a16:creationId xmlns:a16="http://schemas.microsoft.com/office/drawing/2014/main" id="{0489314B-CDC1-7F7E-C4DD-AAC0E5222B03}"/>
              </a:ext>
            </a:extLst>
          </p:cNvPr>
          <p:cNvSpPr>
            <a:spLocks noGrp="1"/>
          </p:cNvSpPr>
          <p:nvPr>
            <p:ph type="subTitle" idx="1" hasCustomPrompt="1"/>
          </p:nvPr>
        </p:nvSpPr>
        <p:spPr>
          <a:xfrm>
            <a:off x="2377440" y="4997668"/>
            <a:ext cx="7525512" cy="1028411"/>
          </a:xfrm>
        </p:spPr>
        <p:txBody>
          <a:bodyPr anchor="t">
            <a:noAutofit/>
          </a:bodyPr>
          <a:lstStyle>
            <a:lvl1pPr marL="0" indent="0" algn="ctr">
              <a:buNone/>
              <a:defRPr sz="2800" cap="none" baseline="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2" name="Date Placeholder 3">
            <a:extLst>
              <a:ext uri="{FF2B5EF4-FFF2-40B4-BE49-F238E27FC236}">
                <a16:creationId xmlns:a16="http://schemas.microsoft.com/office/drawing/2014/main" id="{5BFDC082-8545-4E14-11AF-FFBD6384E6D7}"/>
              </a:ext>
            </a:extLst>
          </p:cNvPr>
          <p:cNvSpPr>
            <a:spLocks noGrp="1"/>
          </p:cNvSpPr>
          <p:nvPr>
            <p:ph type="dt" sz="half" idx="14"/>
          </p:nvPr>
        </p:nvSpPr>
        <p:spPr>
          <a:xfrm>
            <a:off x="1174751" y="6400800"/>
            <a:ext cx="2743200" cy="266700"/>
          </a:xfrm>
        </p:spPr>
        <p:txBody>
          <a:bodyPr lIns="0" tIns="0" rIns="0" bIns="0"/>
          <a:lstStyle>
            <a:lvl1pPr>
              <a:defRPr>
                <a:solidFill>
                  <a:schemeClr val="tx1"/>
                </a:solidFill>
              </a:defRPr>
            </a:lvl1pPr>
          </a:lstStyle>
          <a:p>
            <a:r>
              <a:rPr lang="en-US" altLang="zh-CN" dirty="0"/>
              <a:t>03/12/2025</a:t>
            </a:r>
            <a:fld id="{FD138C57-8E3B-4697-92F8-0ED9B71F7E17}" type="datetime1">
              <a:rPr lang="en-US" smtClean="0"/>
              <a:pPr/>
              <a:t>3/5/2026</a:t>
            </a:fld>
            <a:endParaRPr lang="en-US"/>
          </a:p>
        </p:txBody>
      </p:sp>
      <p:sp>
        <p:nvSpPr>
          <p:cNvPr id="5" name="Footer Placeholder 4">
            <a:extLst>
              <a:ext uri="{FF2B5EF4-FFF2-40B4-BE49-F238E27FC236}">
                <a16:creationId xmlns:a16="http://schemas.microsoft.com/office/drawing/2014/main" id="{156FEC98-351C-9217-F32A-E626491DA11B}"/>
              </a:ext>
            </a:extLst>
          </p:cNvPr>
          <p:cNvSpPr>
            <a:spLocks noGrp="1"/>
          </p:cNvSpPr>
          <p:nvPr>
            <p:ph type="ftr" sz="quarter" idx="11"/>
          </p:nvPr>
        </p:nvSpPr>
        <p:spPr>
          <a:xfrm>
            <a:off x="4267200" y="6400800"/>
            <a:ext cx="3657600" cy="266700"/>
          </a:xfrm>
        </p:spPr>
        <p:txBody>
          <a:bodyPr/>
          <a:lstStyle>
            <a:lvl1pPr algn="ctr">
              <a:defRPr/>
            </a:lvl1pPr>
          </a:lstStyle>
          <a:p>
            <a:r>
              <a:rPr lang="en-US"/>
              <a:t>Sample Footer Text</a:t>
            </a:r>
          </a:p>
        </p:txBody>
      </p:sp>
      <p:sp>
        <p:nvSpPr>
          <p:cNvPr id="4" name="Slide Number Placeholder 5">
            <a:extLst>
              <a:ext uri="{FF2B5EF4-FFF2-40B4-BE49-F238E27FC236}">
                <a16:creationId xmlns:a16="http://schemas.microsoft.com/office/drawing/2014/main" id="{29528185-249C-C3DD-E678-AFBB8FFF5E87}"/>
              </a:ext>
            </a:extLst>
          </p:cNvPr>
          <p:cNvSpPr>
            <a:spLocks noGrp="1"/>
          </p:cNvSpPr>
          <p:nvPr>
            <p:ph type="sldNum" sz="quarter" idx="12"/>
          </p:nvPr>
        </p:nvSpPr>
        <p:spPr>
          <a:xfrm>
            <a:off x="8274049" y="6400800"/>
            <a:ext cx="3241675" cy="266700"/>
          </a:xfrm>
        </p:spPr>
        <p:txBody>
          <a:bodyPr/>
          <a:lstStyle>
            <a:lvl1pPr algn="r">
              <a:defRPr/>
            </a:lvl1pPr>
          </a:lstStyle>
          <a:p>
            <a:fld id="{CC057153-B650-4DEB-B370-79DDCFDCE934}" type="slidenum">
              <a:rPr lang="en-US" smtClean="0"/>
              <a:pPr/>
              <a:t>‹#›</a:t>
            </a:fld>
            <a:endParaRPr lang="en-US"/>
          </a:p>
        </p:txBody>
      </p:sp>
      <p:sp>
        <p:nvSpPr>
          <p:cNvPr id="2" name="Freeform: Shape 59">
            <a:extLst>
              <a:ext uri="{FF2B5EF4-FFF2-40B4-BE49-F238E27FC236}">
                <a16:creationId xmlns:a16="http://schemas.microsoft.com/office/drawing/2014/main" id="{699D7479-A95C-B9AB-8F14-BDAE9D99713C}"/>
              </a:ext>
              <a:ext uri="{C183D7F6-B498-43B3-948B-1728B52AA6E4}">
                <adec:decorative xmlns:adec="http://schemas.microsoft.com/office/drawing/2017/decorative" val="1"/>
              </a:ext>
            </a:extLst>
          </p:cNvPr>
          <p:cNvSpPr/>
          <p:nvPr userDrawn="1"/>
        </p:nvSpPr>
        <p:spPr>
          <a:xfrm flipH="1">
            <a:off x="10886461" y="0"/>
            <a:ext cx="652769" cy="654548"/>
          </a:xfrm>
          <a:custGeom>
            <a:avLst/>
            <a:gdLst>
              <a:gd name="connsiteX0" fmla="*/ 1497298 w 1497298"/>
              <a:gd name="connsiteY0" fmla="*/ 0 h 1457281"/>
              <a:gd name="connsiteX1" fmla="*/ 0 w 1497298"/>
              <a:gd name="connsiteY1" fmla="*/ 0 h 1457281"/>
              <a:gd name="connsiteX2" fmla="*/ 0 w 1497298"/>
              <a:gd name="connsiteY2" fmla="*/ 1457281 h 1457281"/>
            </a:gdLst>
            <a:ahLst/>
            <a:cxnLst>
              <a:cxn ang="0">
                <a:pos x="connsiteX0" y="connsiteY0"/>
              </a:cxn>
              <a:cxn ang="0">
                <a:pos x="connsiteX1" y="connsiteY1"/>
              </a:cxn>
              <a:cxn ang="0">
                <a:pos x="connsiteX2" y="connsiteY2"/>
              </a:cxn>
            </a:cxnLst>
            <a:rect l="l" t="t" r="r" b="b"/>
            <a:pathLst>
              <a:path w="1497298" h="1457281">
                <a:moveTo>
                  <a:pt x="1497298" y="0"/>
                </a:moveTo>
                <a:lnTo>
                  <a:pt x="0" y="0"/>
                </a:lnTo>
                <a:lnTo>
                  <a:pt x="0" y="1457281"/>
                </a:lnTo>
                <a:close/>
              </a:path>
            </a:pathLst>
          </a:custGeom>
          <a:solidFill>
            <a:schemeClr val="accent3"/>
          </a:solidFill>
          <a:ln w="9525" cap="flat">
            <a:noFill/>
            <a:prstDash val="solid"/>
            <a:miter/>
          </a:ln>
        </p:spPr>
        <p:txBody>
          <a:bodyPr rtlCol="0" anchor="ctr"/>
          <a:lstStyle/>
          <a:p>
            <a:pPr lvl="0"/>
            <a:endParaRPr lang="zh-CN" altLang="en-US">
              <a:solidFill>
                <a:schemeClr val="tx1"/>
              </a:solidFill>
            </a:endParaRPr>
          </a:p>
        </p:txBody>
      </p:sp>
      <p:sp>
        <p:nvSpPr>
          <p:cNvPr id="3" name="Rectangle 9">
            <a:extLst>
              <a:ext uri="{FF2B5EF4-FFF2-40B4-BE49-F238E27FC236}">
                <a16:creationId xmlns:a16="http://schemas.microsoft.com/office/drawing/2014/main" id="{36AD101D-8188-88D0-9B81-9437DD5E366D}"/>
              </a:ext>
              <a:ext uri="{C183D7F6-B498-43B3-948B-1728B52AA6E4}">
                <adec:decorative xmlns:adec="http://schemas.microsoft.com/office/drawing/2017/decorative" val="1"/>
              </a:ext>
            </a:extLst>
          </p:cNvPr>
          <p:cNvSpPr/>
          <p:nvPr userDrawn="1"/>
        </p:nvSpPr>
        <p:spPr>
          <a:xfrm rot="16200000" flipV="1">
            <a:off x="11538341" y="890"/>
            <a:ext cx="654549" cy="652769"/>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Rectangle 11">
            <a:extLst>
              <a:ext uri="{FF2B5EF4-FFF2-40B4-BE49-F238E27FC236}">
                <a16:creationId xmlns:a16="http://schemas.microsoft.com/office/drawing/2014/main" id="{1148622B-2A3E-B519-D517-B1227723B315}"/>
              </a:ext>
              <a:ext uri="{C183D7F6-B498-43B3-948B-1728B52AA6E4}">
                <adec:decorative xmlns:adec="http://schemas.microsoft.com/office/drawing/2017/decorative" val="1"/>
              </a:ext>
            </a:extLst>
          </p:cNvPr>
          <p:cNvSpPr/>
          <p:nvPr userDrawn="1"/>
        </p:nvSpPr>
        <p:spPr>
          <a:xfrm rot="16200000" flipH="1">
            <a:off x="-889" y="6204342"/>
            <a:ext cx="654546" cy="652769"/>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Freeform: Shape 59">
            <a:extLst>
              <a:ext uri="{FF2B5EF4-FFF2-40B4-BE49-F238E27FC236}">
                <a16:creationId xmlns:a16="http://schemas.microsoft.com/office/drawing/2014/main" id="{0B9E09DF-714D-90DF-B3AD-44EABE33E366}"/>
              </a:ext>
              <a:ext uri="{C183D7F6-B498-43B3-948B-1728B52AA6E4}">
                <adec:decorative xmlns:adec="http://schemas.microsoft.com/office/drawing/2017/decorative" val="1"/>
              </a:ext>
            </a:extLst>
          </p:cNvPr>
          <p:cNvSpPr/>
          <p:nvPr userDrawn="1"/>
        </p:nvSpPr>
        <p:spPr>
          <a:xfrm flipV="1">
            <a:off x="652769" y="6203452"/>
            <a:ext cx="652769" cy="654548"/>
          </a:xfrm>
          <a:custGeom>
            <a:avLst/>
            <a:gdLst>
              <a:gd name="connsiteX0" fmla="*/ 1497298 w 1497298"/>
              <a:gd name="connsiteY0" fmla="*/ 0 h 1457281"/>
              <a:gd name="connsiteX1" fmla="*/ 0 w 1497298"/>
              <a:gd name="connsiteY1" fmla="*/ 0 h 1457281"/>
              <a:gd name="connsiteX2" fmla="*/ 0 w 1497298"/>
              <a:gd name="connsiteY2" fmla="*/ 1457281 h 1457281"/>
            </a:gdLst>
            <a:ahLst/>
            <a:cxnLst>
              <a:cxn ang="0">
                <a:pos x="connsiteX0" y="connsiteY0"/>
              </a:cxn>
              <a:cxn ang="0">
                <a:pos x="connsiteX1" y="connsiteY1"/>
              </a:cxn>
              <a:cxn ang="0">
                <a:pos x="connsiteX2" y="connsiteY2"/>
              </a:cxn>
            </a:cxnLst>
            <a:rect l="l" t="t" r="r" b="b"/>
            <a:pathLst>
              <a:path w="1497298" h="1457281">
                <a:moveTo>
                  <a:pt x="1497298" y="0"/>
                </a:moveTo>
                <a:lnTo>
                  <a:pt x="0" y="0"/>
                </a:lnTo>
                <a:lnTo>
                  <a:pt x="0" y="1457281"/>
                </a:lnTo>
                <a:close/>
              </a:path>
            </a:pathLst>
          </a:custGeom>
          <a:solidFill>
            <a:schemeClr val="accent3"/>
          </a:solidFill>
          <a:ln w="9525" cap="flat">
            <a:noFill/>
            <a:prstDash val="solid"/>
            <a:miter/>
          </a:ln>
        </p:spPr>
        <p:txBody>
          <a:bodyPr rtlCol="0" anchor="ctr"/>
          <a:lstStyle/>
          <a:p>
            <a:pPr lvl="0"/>
            <a:endParaRPr lang="zh-CN" altLang="en-US">
              <a:solidFill>
                <a:schemeClr val="tx1"/>
              </a:solidFill>
            </a:endParaRPr>
          </a:p>
        </p:txBody>
      </p:sp>
    </p:spTree>
    <p:extLst>
      <p:ext uri="{BB962C8B-B14F-4D97-AF65-F5344CB8AC3E}">
        <p14:creationId xmlns:p14="http://schemas.microsoft.com/office/powerpoint/2010/main" val="6573276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Statement">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980D95FF-5457-4897-C849-71357B0BD495}"/>
              </a:ext>
            </a:extLst>
          </p:cNvPr>
          <p:cNvSpPr>
            <a:spLocks noGrp="1"/>
          </p:cNvSpPr>
          <p:nvPr>
            <p:ph type="title" hasCustomPrompt="1"/>
          </p:nvPr>
        </p:nvSpPr>
        <p:spPr>
          <a:xfrm>
            <a:off x="612648" y="-1274064"/>
            <a:ext cx="10652760" cy="1133856"/>
          </a:xfrm>
        </p:spPr>
        <p:txBody>
          <a:bodyPr>
            <a:noAutofit/>
          </a:bodyPr>
          <a:lstStyle/>
          <a:p>
            <a:r>
              <a:rPr lang="en-US"/>
              <a:t>Click to edit Master title style</a:t>
            </a:r>
          </a:p>
        </p:txBody>
      </p:sp>
      <p:sp>
        <p:nvSpPr>
          <p:cNvPr id="8" name="Content Placeholder 6">
            <a:extLst>
              <a:ext uri="{FF2B5EF4-FFF2-40B4-BE49-F238E27FC236}">
                <a16:creationId xmlns:a16="http://schemas.microsoft.com/office/drawing/2014/main" id="{7FA8F0C3-BC6D-6591-CB4A-11D861FBC72E}"/>
              </a:ext>
            </a:extLst>
          </p:cNvPr>
          <p:cNvSpPr>
            <a:spLocks noGrp="1"/>
          </p:cNvSpPr>
          <p:nvPr>
            <p:ph sz="quarter" idx="13" hasCustomPrompt="1"/>
          </p:nvPr>
        </p:nvSpPr>
        <p:spPr>
          <a:xfrm>
            <a:off x="612648" y="651932"/>
            <a:ext cx="8266176" cy="5584275"/>
          </a:xfrm>
        </p:spPr>
        <p:txBody>
          <a:bodyPr anchor="ctr">
            <a:noAutofit/>
          </a:bodyPr>
          <a:lstStyle>
            <a:lvl1pPr marL="0" indent="0">
              <a:lnSpc>
                <a:spcPct val="100000"/>
              </a:lnSpc>
              <a:buNone/>
              <a:defRPr sz="5400" b="1"/>
            </a:lvl1pPr>
            <a:lvl2pPr marL="228600" indent="0">
              <a:lnSpc>
                <a:spcPct val="100000"/>
              </a:lnSpc>
              <a:buNone/>
              <a:defRPr sz="4800" b="1"/>
            </a:lvl2pPr>
            <a:lvl3pPr marL="457200" indent="0">
              <a:lnSpc>
                <a:spcPct val="100000"/>
              </a:lnSpc>
              <a:buNone/>
              <a:defRPr sz="4400" b="1"/>
            </a:lvl3pPr>
            <a:lvl4pPr marL="685800" indent="0">
              <a:lnSpc>
                <a:spcPct val="100000"/>
              </a:lnSpc>
              <a:buNone/>
              <a:defRPr sz="4000" b="1"/>
            </a:lvl4pPr>
            <a:lvl5pPr marL="914400" indent="0">
              <a:lnSpc>
                <a:spcPct val="100000"/>
              </a:lnSpc>
              <a:buNone/>
              <a:defRPr sz="3600" b="1"/>
            </a:lvl5pPr>
          </a:lstStyle>
          <a:p>
            <a:pPr lvl="0"/>
            <a:r>
              <a:rPr lang="en-US"/>
              <a:t>Click to edit Statement</a:t>
            </a:r>
          </a:p>
          <a:p>
            <a:pPr lvl="1"/>
            <a:r>
              <a:rPr lang="en-US"/>
              <a:t>Second level</a:t>
            </a:r>
          </a:p>
          <a:p>
            <a:pPr lvl="2"/>
            <a:r>
              <a:rPr lang="en-US"/>
              <a:t>Third level</a:t>
            </a:r>
          </a:p>
          <a:p>
            <a:pPr lvl="3"/>
            <a:r>
              <a:rPr lang="en-US"/>
              <a:t>Fourth level</a:t>
            </a:r>
          </a:p>
          <a:p>
            <a:pPr lvl="4"/>
            <a:r>
              <a:rPr lang="en-US"/>
              <a:t>Fifth level</a:t>
            </a:r>
          </a:p>
        </p:txBody>
      </p:sp>
      <p:sp>
        <p:nvSpPr>
          <p:cNvPr id="5" name="Date Placeholder 3">
            <a:extLst>
              <a:ext uri="{FF2B5EF4-FFF2-40B4-BE49-F238E27FC236}">
                <a16:creationId xmlns:a16="http://schemas.microsoft.com/office/drawing/2014/main" id="{2B90E5DD-D445-87A5-7673-8A1F88BDDD32}"/>
              </a:ext>
            </a:extLst>
          </p:cNvPr>
          <p:cNvSpPr>
            <a:spLocks noGrp="1"/>
          </p:cNvSpPr>
          <p:nvPr>
            <p:ph type="dt" sz="half" idx="10"/>
          </p:nvPr>
        </p:nvSpPr>
        <p:spPr>
          <a:xfrm>
            <a:off x="657225" y="6400800"/>
            <a:ext cx="2743200" cy="266700"/>
          </a:xfrm>
        </p:spPr>
        <p:txBody>
          <a:bodyPr/>
          <a:lstStyle/>
          <a:p>
            <a:r>
              <a:rPr lang="en-US" altLang="zh-CN" dirty="0"/>
              <a:t>03/12/2025</a:t>
            </a:r>
            <a:fld id="{FD138C57-8E3B-4697-92F8-0ED9B71F7E17}" type="datetime1">
              <a:rPr lang="en-US" smtClean="0"/>
              <a:t>3/5/2026</a:t>
            </a:fld>
            <a:endParaRPr lang="en-US"/>
          </a:p>
        </p:txBody>
      </p:sp>
      <p:sp>
        <p:nvSpPr>
          <p:cNvPr id="4" name="Footer Placeholder 4">
            <a:extLst>
              <a:ext uri="{FF2B5EF4-FFF2-40B4-BE49-F238E27FC236}">
                <a16:creationId xmlns:a16="http://schemas.microsoft.com/office/drawing/2014/main" id="{83BBD032-D2AB-904A-8441-9141AC45A2AB}"/>
              </a:ext>
            </a:extLst>
          </p:cNvPr>
          <p:cNvSpPr>
            <a:spLocks noGrp="1"/>
          </p:cNvSpPr>
          <p:nvPr>
            <p:ph type="ftr" sz="quarter" idx="11"/>
          </p:nvPr>
        </p:nvSpPr>
        <p:spPr>
          <a:xfrm>
            <a:off x="4267200" y="6400800"/>
            <a:ext cx="3657600" cy="266700"/>
          </a:xfrm>
        </p:spPr>
        <p:txBody>
          <a:bodyPr/>
          <a:lstStyle>
            <a:lvl1pPr algn="ctr">
              <a:defRPr/>
            </a:lvl1pPr>
          </a:lstStyle>
          <a:p>
            <a:r>
              <a:rPr lang="en-US"/>
              <a:t>Sample Footer Text</a:t>
            </a:r>
          </a:p>
        </p:txBody>
      </p:sp>
      <p:sp>
        <p:nvSpPr>
          <p:cNvPr id="3" name="Slide Number Placeholder 5">
            <a:extLst>
              <a:ext uri="{FF2B5EF4-FFF2-40B4-BE49-F238E27FC236}">
                <a16:creationId xmlns:a16="http://schemas.microsoft.com/office/drawing/2014/main" id="{3BB3875C-AB86-8E9A-4F93-9CCBB06B8E45}"/>
              </a:ext>
            </a:extLst>
          </p:cNvPr>
          <p:cNvSpPr>
            <a:spLocks noGrp="1"/>
          </p:cNvSpPr>
          <p:nvPr>
            <p:ph type="sldNum" sz="quarter" idx="12"/>
          </p:nvPr>
        </p:nvSpPr>
        <p:spPr>
          <a:xfrm>
            <a:off x="8274049" y="6400800"/>
            <a:ext cx="3241675" cy="266700"/>
          </a:xfrm>
        </p:spPr>
        <p:txBody>
          <a:bodyPr/>
          <a:lstStyle>
            <a:lvl1pPr algn="r">
              <a:defRPr/>
            </a:lvl1pPr>
          </a:lstStyle>
          <a:p>
            <a:fld id="{CC057153-B650-4DEB-B370-79DDCFDCE934}" type="slidenum">
              <a:rPr lang="en-US" smtClean="0"/>
              <a:pPr/>
              <a:t>‹#›</a:t>
            </a:fld>
            <a:endParaRPr lang="en-US"/>
          </a:p>
        </p:txBody>
      </p:sp>
      <p:sp>
        <p:nvSpPr>
          <p:cNvPr id="10" name="Rectangle 6">
            <a:extLst>
              <a:ext uri="{FF2B5EF4-FFF2-40B4-BE49-F238E27FC236}">
                <a16:creationId xmlns:a16="http://schemas.microsoft.com/office/drawing/2014/main" id="{FB298429-8DA5-BFFD-51EB-A90E073B0C0D}"/>
              </a:ext>
              <a:ext uri="{C183D7F6-B498-43B3-948B-1728B52AA6E4}">
                <adec:decorative xmlns:adec="http://schemas.microsoft.com/office/drawing/2017/decorative" val="1"/>
              </a:ext>
            </a:extLst>
          </p:cNvPr>
          <p:cNvSpPr/>
          <p:nvPr userDrawn="1"/>
        </p:nvSpPr>
        <p:spPr>
          <a:xfrm flipH="1" flipV="1">
            <a:off x="11603197" y="-1"/>
            <a:ext cx="592750" cy="2076568"/>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Graphic 21">
            <a:extLst>
              <a:ext uri="{FF2B5EF4-FFF2-40B4-BE49-F238E27FC236}">
                <a16:creationId xmlns:a16="http://schemas.microsoft.com/office/drawing/2014/main" id="{3C3643E2-FB9D-A282-05D4-4ADCA28D3727}"/>
              </a:ext>
              <a:ext uri="{C183D7F6-B498-43B3-948B-1728B52AA6E4}">
                <adec:decorative xmlns:adec="http://schemas.microsoft.com/office/drawing/2017/decorative" val="1"/>
              </a:ext>
            </a:extLst>
          </p:cNvPr>
          <p:cNvSpPr/>
          <p:nvPr userDrawn="1"/>
        </p:nvSpPr>
        <p:spPr>
          <a:xfrm flipH="1" flipV="1">
            <a:off x="11603197" y="3590"/>
            <a:ext cx="592750" cy="2076568"/>
          </a:xfrm>
          <a:custGeom>
            <a:avLst/>
            <a:gdLst>
              <a:gd name="connsiteX0" fmla="*/ 2286 w 1660874"/>
              <a:gd name="connsiteY0" fmla="*/ 1660874 h 1660874"/>
              <a:gd name="connsiteX1" fmla="*/ 0 w 1660874"/>
              <a:gd name="connsiteY1" fmla="*/ 0 h 1660874"/>
              <a:gd name="connsiteX2" fmla="*/ 1660874 w 1660874"/>
              <a:gd name="connsiteY2" fmla="*/ 2286 h 1660874"/>
              <a:gd name="connsiteX3" fmla="*/ 1660874 w 1660874"/>
              <a:gd name="connsiteY3" fmla="*/ 10954 h 1660874"/>
              <a:gd name="connsiteX4" fmla="*/ 17812 w 1660874"/>
              <a:gd name="connsiteY4" fmla="*/ 1660874 h 1660874"/>
              <a:gd name="connsiteX5" fmla="*/ 2286 w 1660874"/>
              <a:gd name="connsiteY5" fmla="*/ 1660874 h 1660874"/>
              <a:gd name="connsiteX6" fmla="*/ 2286 w 1660874"/>
              <a:gd name="connsiteY6" fmla="*/ 1660874 h 16608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60874" h="1660874">
                <a:moveTo>
                  <a:pt x="2286" y="1660874"/>
                </a:moveTo>
                <a:lnTo>
                  <a:pt x="0" y="0"/>
                </a:lnTo>
                <a:lnTo>
                  <a:pt x="1660874" y="2286"/>
                </a:lnTo>
                <a:lnTo>
                  <a:pt x="1660874" y="10954"/>
                </a:lnTo>
                <a:lnTo>
                  <a:pt x="17812" y="1660874"/>
                </a:lnTo>
                <a:lnTo>
                  <a:pt x="2286" y="1660874"/>
                </a:lnTo>
                <a:lnTo>
                  <a:pt x="2286" y="1660874"/>
                </a:lnTo>
                <a:close/>
              </a:path>
            </a:pathLst>
          </a:custGeom>
          <a:solidFill>
            <a:schemeClr val="accent3"/>
          </a:solidFill>
          <a:ln w="9525" cap="flat">
            <a:noFill/>
            <a:prstDash val="solid"/>
            <a:miter/>
          </a:ln>
        </p:spPr>
        <p:txBody>
          <a:bodyPr rtlCol="0" anchor="ctr"/>
          <a:lstStyle/>
          <a:p>
            <a:endParaRPr lang="zh-CN" altLang="en-US"/>
          </a:p>
        </p:txBody>
      </p:sp>
      <p:sp>
        <p:nvSpPr>
          <p:cNvPr id="12" name="Rectangle 9">
            <a:extLst>
              <a:ext uri="{FF2B5EF4-FFF2-40B4-BE49-F238E27FC236}">
                <a16:creationId xmlns:a16="http://schemas.microsoft.com/office/drawing/2014/main" id="{71D24C1E-2499-ECF1-B8DF-E0B4343EA4B0}"/>
              </a:ext>
              <a:ext uri="{C183D7F6-B498-43B3-948B-1728B52AA6E4}">
                <adec:decorative xmlns:adec="http://schemas.microsoft.com/office/drawing/2017/decorative" val="1"/>
              </a:ext>
            </a:extLst>
          </p:cNvPr>
          <p:cNvSpPr/>
          <p:nvPr userDrawn="1"/>
        </p:nvSpPr>
        <p:spPr>
          <a:xfrm flipH="1" flipV="1">
            <a:off x="11599250" y="2076566"/>
            <a:ext cx="596697" cy="3557016"/>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Rectangle 8">
            <a:extLst>
              <a:ext uri="{FF2B5EF4-FFF2-40B4-BE49-F238E27FC236}">
                <a16:creationId xmlns:a16="http://schemas.microsoft.com/office/drawing/2014/main" id="{2B0AE408-95C0-A98F-93FE-469A71B6484C}"/>
              </a:ext>
              <a:ext uri="{C183D7F6-B498-43B3-948B-1728B52AA6E4}">
                <adec:decorative xmlns:adec="http://schemas.microsoft.com/office/drawing/2017/decorative" val="1"/>
              </a:ext>
            </a:extLst>
          </p:cNvPr>
          <p:cNvSpPr/>
          <p:nvPr userDrawn="1"/>
        </p:nvSpPr>
        <p:spPr>
          <a:xfrm flipH="1" flipV="1">
            <a:off x="11601222" y="5633580"/>
            <a:ext cx="594723" cy="1224419"/>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255901200"/>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Statement 2">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EFA7C22B-A89C-426A-2C61-A4248B0DBC79}"/>
              </a:ext>
            </a:extLst>
          </p:cNvPr>
          <p:cNvSpPr>
            <a:spLocks noGrp="1"/>
          </p:cNvSpPr>
          <p:nvPr>
            <p:ph type="title" hasCustomPrompt="1"/>
          </p:nvPr>
        </p:nvSpPr>
        <p:spPr>
          <a:xfrm>
            <a:off x="612648" y="-1372961"/>
            <a:ext cx="10652760" cy="1133856"/>
          </a:xfrm>
        </p:spPr>
        <p:txBody>
          <a:bodyPr>
            <a:noAutofit/>
          </a:bodyPr>
          <a:lstStyle/>
          <a:p>
            <a:r>
              <a:rPr lang="en-US"/>
              <a:t>Click to edit Master title style</a:t>
            </a:r>
          </a:p>
        </p:txBody>
      </p:sp>
      <p:sp>
        <p:nvSpPr>
          <p:cNvPr id="14" name="Content Placeholder 6">
            <a:extLst>
              <a:ext uri="{FF2B5EF4-FFF2-40B4-BE49-F238E27FC236}">
                <a16:creationId xmlns:a16="http://schemas.microsoft.com/office/drawing/2014/main" id="{72744D9B-8B76-550A-34DF-7C3E89C14E58}"/>
              </a:ext>
            </a:extLst>
          </p:cNvPr>
          <p:cNvSpPr>
            <a:spLocks noGrp="1"/>
          </p:cNvSpPr>
          <p:nvPr>
            <p:ph sz="quarter" idx="13" hasCustomPrompt="1"/>
          </p:nvPr>
        </p:nvSpPr>
        <p:spPr>
          <a:xfrm>
            <a:off x="612648" y="1968500"/>
            <a:ext cx="8266176" cy="4267708"/>
          </a:xfrm>
        </p:spPr>
        <p:txBody>
          <a:bodyPr anchor="ctr">
            <a:noAutofit/>
          </a:bodyPr>
          <a:lstStyle>
            <a:lvl1pPr marL="0" indent="0">
              <a:lnSpc>
                <a:spcPct val="100000"/>
              </a:lnSpc>
              <a:buNone/>
              <a:defRPr sz="5400" b="1"/>
            </a:lvl1pPr>
            <a:lvl2pPr marL="228600" indent="0">
              <a:lnSpc>
                <a:spcPct val="100000"/>
              </a:lnSpc>
              <a:buNone/>
              <a:defRPr sz="4800" b="1"/>
            </a:lvl2pPr>
            <a:lvl3pPr marL="457200" indent="0">
              <a:lnSpc>
                <a:spcPct val="100000"/>
              </a:lnSpc>
              <a:buNone/>
              <a:defRPr sz="4400" b="1"/>
            </a:lvl3pPr>
            <a:lvl4pPr marL="685800" indent="0">
              <a:lnSpc>
                <a:spcPct val="100000"/>
              </a:lnSpc>
              <a:buNone/>
              <a:defRPr sz="4000" b="1"/>
            </a:lvl4pPr>
            <a:lvl5pPr marL="914400" indent="0">
              <a:lnSpc>
                <a:spcPct val="100000"/>
              </a:lnSpc>
              <a:buNone/>
              <a:defRPr sz="3600" b="1"/>
            </a:lvl5pPr>
          </a:lstStyle>
          <a:p>
            <a:pPr lvl="0"/>
            <a:r>
              <a:rPr lang="en-US"/>
              <a:t>Click to edit Statement</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EE3EFFE-734C-E450-E89C-CA99223B8639}"/>
              </a:ext>
            </a:extLst>
          </p:cNvPr>
          <p:cNvSpPr>
            <a:spLocks noGrp="1"/>
          </p:cNvSpPr>
          <p:nvPr>
            <p:ph type="dt" sz="half" idx="10"/>
          </p:nvPr>
        </p:nvSpPr>
        <p:spPr>
          <a:xfrm>
            <a:off x="657225" y="6400800"/>
            <a:ext cx="2743200" cy="266700"/>
          </a:xfrm>
        </p:spPr>
        <p:txBody>
          <a:bodyPr/>
          <a:lstStyle/>
          <a:p>
            <a:r>
              <a:rPr lang="en-US" altLang="zh-CN" dirty="0"/>
              <a:t>03/12/2025</a:t>
            </a:r>
            <a:fld id="{FD138C57-8E3B-4697-92F8-0ED9B71F7E17}" type="datetime1">
              <a:rPr lang="en-US" smtClean="0"/>
              <a:t>3/5/2026</a:t>
            </a:fld>
            <a:endParaRPr lang="en-US"/>
          </a:p>
        </p:txBody>
      </p:sp>
      <p:sp>
        <p:nvSpPr>
          <p:cNvPr id="3" name="Footer Placeholder 4">
            <a:extLst>
              <a:ext uri="{FF2B5EF4-FFF2-40B4-BE49-F238E27FC236}">
                <a16:creationId xmlns:a16="http://schemas.microsoft.com/office/drawing/2014/main" id="{CB40393E-DBD1-6BA9-3978-D776FE47876B}"/>
              </a:ext>
            </a:extLst>
          </p:cNvPr>
          <p:cNvSpPr>
            <a:spLocks noGrp="1"/>
          </p:cNvSpPr>
          <p:nvPr>
            <p:ph type="ftr" sz="quarter" idx="11"/>
          </p:nvPr>
        </p:nvSpPr>
        <p:spPr>
          <a:xfrm>
            <a:off x="4267200" y="6400800"/>
            <a:ext cx="3657600" cy="266700"/>
          </a:xfrm>
        </p:spPr>
        <p:txBody>
          <a:bodyPr/>
          <a:lstStyle>
            <a:lvl1pPr algn="ctr">
              <a:defRPr/>
            </a:lvl1pPr>
          </a:lstStyle>
          <a:p>
            <a:r>
              <a:rPr lang="en-US"/>
              <a:t>Sample Footer Text</a:t>
            </a:r>
          </a:p>
        </p:txBody>
      </p:sp>
      <p:sp>
        <p:nvSpPr>
          <p:cNvPr id="2" name="Slide Number Placeholder 5">
            <a:extLst>
              <a:ext uri="{FF2B5EF4-FFF2-40B4-BE49-F238E27FC236}">
                <a16:creationId xmlns:a16="http://schemas.microsoft.com/office/drawing/2014/main" id="{5A968107-B15C-8E6D-FE8F-5B9CF718BB10}"/>
              </a:ext>
            </a:extLst>
          </p:cNvPr>
          <p:cNvSpPr>
            <a:spLocks noGrp="1"/>
          </p:cNvSpPr>
          <p:nvPr>
            <p:ph type="sldNum" sz="quarter" idx="12"/>
          </p:nvPr>
        </p:nvSpPr>
        <p:spPr>
          <a:xfrm>
            <a:off x="8274049" y="6400800"/>
            <a:ext cx="3241675" cy="266700"/>
          </a:xfrm>
        </p:spPr>
        <p:txBody>
          <a:bodyPr/>
          <a:lstStyle>
            <a:lvl1pPr algn="r">
              <a:defRPr/>
            </a:lvl1pPr>
          </a:lstStyle>
          <a:p>
            <a:fld id="{CC057153-B650-4DEB-B370-79DDCFDCE934}" type="slidenum">
              <a:rPr lang="en-US" smtClean="0"/>
              <a:pPr/>
              <a:t>‹#›</a:t>
            </a:fld>
            <a:endParaRPr lang="en-US"/>
          </a:p>
        </p:txBody>
      </p:sp>
      <p:sp>
        <p:nvSpPr>
          <p:cNvPr id="5" name="Rectangle 6">
            <a:extLst>
              <a:ext uri="{FF2B5EF4-FFF2-40B4-BE49-F238E27FC236}">
                <a16:creationId xmlns:a16="http://schemas.microsoft.com/office/drawing/2014/main" id="{0CC74BB1-A215-A0A5-E737-8BCC4B63BA6D}"/>
              </a:ext>
              <a:ext uri="{C183D7F6-B498-43B3-948B-1728B52AA6E4}">
                <adec:decorative xmlns:adec="http://schemas.microsoft.com/office/drawing/2017/decorative" val="1"/>
              </a:ext>
            </a:extLst>
          </p:cNvPr>
          <p:cNvSpPr/>
          <p:nvPr userDrawn="1"/>
        </p:nvSpPr>
        <p:spPr>
          <a:xfrm flipH="1" flipV="1">
            <a:off x="11603197" y="-1"/>
            <a:ext cx="592750" cy="2076568"/>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Graphic 21">
            <a:extLst>
              <a:ext uri="{FF2B5EF4-FFF2-40B4-BE49-F238E27FC236}">
                <a16:creationId xmlns:a16="http://schemas.microsoft.com/office/drawing/2014/main" id="{EBEFF781-B473-6F4A-B48E-4BDDBDA22A80}"/>
              </a:ext>
              <a:ext uri="{C183D7F6-B498-43B3-948B-1728B52AA6E4}">
                <adec:decorative xmlns:adec="http://schemas.microsoft.com/office/drawing/2017/decorative" val="1"/>
              </a:ext>
            </a:extLst>
          </p:cNvPr>
          <p:cNvSpPr/>
          <p:nvPr userDrawn="1"/>
        </p:nvSpPr>
        <p:spPr>
          <a:xfrm flipH="1" flipV="1">
            <a:off x="11603197" y="3590"/>
            <a:ext cx="592750" cy="2076568"/>
          </a:xfrm>
          <a:custGeom>
            <a:avLst/>
            <a:gdLst>
              <a:gd name="connsiteX0" fmla="*/ 2286 w 1660874"/>
              <a:gd name="connsiteY0" fmla="*/ 1660874 h 1660874"/>
              <a:gd name="connsiteX1" fmla="*/ 0 w 1660874"/>
              <a:gd name="connsiteY1" fmla="*/ 0 h 1660874"/>
              <a:gd name="connsiteX2" fmla="*/ 1660874 w 1660874"/>
              <a:gd name="connsiteY2" fmla="*/ 2286 h 1660874"/>
              <a:gd name="connsiteX3" fmla="*/ 1660874 w 1660874"/>
              <a:gd name="connsiteY3" fmla="*/ 10954 h 1660874"/>
              <a:gd name="connsiteX4" fmla="*/ 17812 w 1660874"/>
              <a:gd name="connsiteY4" fmla="*/ 1660874 h 1660874"/>
              <a:gd name="connsiteX5" fmla="*/ 2286 w 1660874"/>
              <a:gd name="connsiteY5" fmla="*/ 1660874 h 1660874"/>
              <a:gd name="connsiteX6" fmla="*/ 2286 w 1660874"/>
              <a:gd name="connsiteY6" fmla="*/ 1660874 h 16608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60874" h="1660874">
                <a:moveTo>
                  <a:pt x="2286" y="1660874"/>
                </a:moveTo>
                <a:lnTo>
                  <a:pt x="0" y="0"/>
                </a:lnTo>
                <a:lnTo>
                  <a:pt x="1660874" y="2286"/>
                </a:lnTo>
                <a:lnTo>
                  <a:pt x="1660874" y="10954"/>
                </a:lnTo>
                <a:lnTo>
                  <a:pt x="17812" y="1660874"/>
                </a:lnTo>
                <a:lnTo>
                  <a:pt x="2286" y="1660874"/>
                </a:lnTo>
                <a:lnTo>
                  <a:pt x="2286" y="1660874"/>
                </a:lnTo>
                <a:close/>
              </a:path>
            </a:pathLst>
          </a:custGeom>
          <a:solidFill>
            <a:schemeClr val="accent3"/>
          </a:solidFill>
          <a:ln w="9525" cap="flat">
            <a:noFill/>
            <a:prstDash val="solid"/>
            <a:miter/>
          </a:ln>
        </p:spPr>
        <p:txBody>
          <a:bodyPr rtlCol="0" anchor="ctr"/>
          <a:lstStyle/>
          <a:p>
            <a:endParaRPr lang="zh-CN" altLang="en-US"/>
          </a:p>
        </p:txBody>
      </p:sp>
      <p:sp>
        <p:nvSpPr>
          <p:cNvPr id="10" name="Rectangle 9">
            <a:extLst>
              <a:ext uri="{FF2B5EF4-FFF2-40B4-BE49-F238E27FC236}">
                <a16:creationId xmlns:a16="http://schemas.microsoft.com/office/drawing/2014/main" id="{2F9949D4-4863-4EB4-07B7-1DE490BE57BA}"/>
              </a:ext>
              <a:ext uri="{C183D7F6-B498-43B3-948B-1728B52AA6E4}">
                <adec:decorative xmlns:adec="http://schemas.microsoft.com/office/drawing/2017/decorative" val="1"/>
              </a:ext>
            </a:extLst>
          </p:cNvPr>
          <p:cNvSpPr/>
          <p:nvPr userDrawn="1"/>
        </p:nvSpPr>
        <p:spPr>
          <a:xfrm flipH="1" flipV="1">
            <a:off x="11599250" y="2076566"/>
            <a:ext cx="596697" cy="3557016"/>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Rectangle 8">
            <a:extLst>
              <a:ext uri="{FF2B5EF4-FFF2-40B4-BE49-F238E27FC236}">
                <a16:creationId xmlns:a16="http://schemas.microsoft.com/office/drawing/2014/main" id="{C66188E6-7A98-AC66-FEEF-2258A532A859}"/>
              </a:ext>
              <a:ext uri="{C183D7F6-B498-43B3-948B-1728B52AA6E4}">
                <adec:decorative xmlns:adec="http://schemas.microsoft.com/office/drawing/2017/decorative" val="1"/>
              </a:ext>
            </a:extLst>
          </p:cNvPr>
          <p:cNvSpPr/>
          <p:nvPr userDrawn="1"/>
        </p:nvSpPr>
        <p:spPr>
          <a:xfrm flipH="1" flipV="1">
            <a:off x="11601222" y="5633580"/>
            <a:ext cx="594723" cy="1224419"/>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967266199"/>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Statement 3">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693AB473-5AA2-F8C2-52FE-444C26F55270}"/>
              </a:ext>
            </a:extLst>
          </p:cNvPr>
          <p:cNvSpPr>
            <a:spLocks noGrp="1"/>
          </p:cNvSpPr>
          <p:nvPr>
            <p:ph type="title" hasCustomPrompt="1"/>
          </p:nvPr>
        </p:nvSpPr>
        <p:spPr>
          <a:xfrm>
            <a:off x="612648" y="-1274064"/>
            <a:ext cx="10652760" cy="1133856"/>
          </a:xfrm>
        </p:spPr>
        <p:txBody>
          <a:bodyPr>
            <a:noAutofit/>
          </a:bodyPr>
          <a:lstStyle/>
          <a:p>
            <a:r>
              <a:rPr lang="en-US"/>
              <a:t>Click to edit Master title style</a:t>
            </a:r>
          </a:p>
        </p:txBody>
      </p:sp>
      <p:sp>
        <p:nvSpPr>
          <p:cNvPr id="11" name="Content Placeholder 6">
            <a:extLst>
              <a:ext uri="{FF2B5EF4-FFF2-40B4-BE49-F238E27FC236}">
                <a16:creationId xmlns:a16="http://schemas.microsoft.com/office/drawing/2014/main" id="{BB5C6304-7175-022B-6047-B7061B9529B8}"/>
              </a:ext>
            </a:extLst>
          </p:cNvPr>
          <p:cNvSpPr>
            <a:spLocks noGrp="1"/>
          </p:cNvSpPr>
          <p:nvPr>
            <p:ph sz="quarter" idx="13" hasCustomPrompt="1"/>
          </p:nvPr>
        </p:nvSpPr>
        <p:spPr>
          <a:xfrm>
            <a:off x="612648" y="651932"/>
            <a:ext cx="8266176" cy="5584275"/>
          </a:xfrm>
        </p:spPr>
        <p:txBody>
          <a:bodyPr anchor="ctr">
            <a:noAutofit/>
          </a:bodyPr>
          <a:lstStyle>
            <a:lvl1pPr marL="0" indent="0">
              <a:lnSpc>
                <a:spcPct val="100000"/>
              </a:lnSpc>
              <a:buNone/>
              <a:defRPr sz="5400" b="1"/>
            </a:lvl1pPr>
            <a:lvl2pPr marL="228600" indent="0">
              <a:lnSpc>
                <a:spcPct val="100000"/>
              </a:lnSpc>
              <a:buNone/>
              <a:defRPr sz="4800" b="1"/>
            </a:lvl2pPr>
            <a:lvl3pPr marL="457200" indent="0">
              <a:lnSpc>
                <a:spcPct val="100000"/>
              </a:lnSpc>
              <a:buNone/>
              <a:defRPr sz="4400" b="1"/>
            </a:lvl3pPr>
            <a:lvl4pPr marL="685800" indent="0">
              <a:lnSpc>
                <a:spcPct val="100000"/>
              </a:lnSpc>
              <a:buNone/>
              <a:defRPr sz="4000" b="1"/>
            </a:lvl4pPr>
            <a:lvl5pPr marL="914400" indent="0">
              <a:lnSpc>
                <a:spcPct val="100000"/>
              </a:lnSpc>
              <a:buNone/>
              <a:defRPr sz="3600" b="1"/>
            </a:lvl5pPr>
          </a:lstStyle>
          <a:p>
            <a:pPr lvl="0"/>
            <a:r>
              <a:rPr lang="en-US"/>
              <a:t>Click to edit Statement</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4701E0B-6390-6AEC-5C53-5D538E158E51}"/>
              </a:ext>
            </a:extLst>
          </p:cNvPr>
          <p:cNvSpPr>
            <a:spLocks noGrp="1"/>
          </p:cNvSpPr>
          <p:nvPr>
            <p:ph type="dt" sz="half" idx="10"/>
          </p:nvPr>
        </p:nvSpPr>
        <p:spPr>
          <a:xfrm>
            <a:off x="657225" y="6400800"/>
            <a:ext cx="2743200" cy="266700"/>
          </a:xfrm>
        </p:spPr>
        <p:txBody>
          <a:bodyPr/>
          <a:lstStyle/>
          <a:p>
            <a:r>
              <a:rPr lang="en-US" altLang="zh-CN" dirty="0"/>
              <a:t>03/12/2025</a:t>
            </a:r>
            <a:fld id="{FD138C57-8E3B-4697-92F8-0ED9B71F7E17}" type="datetime1">
              <a:rPr lang="en-US" smtClean="0"/>
              <a:t>3/5/2026</a:t>
            </a:fld>
            <a:endParaRPr lang="en-US"/>
          </a:p>
        </p:txBody>
      </p:sp>
      <p:sp>
        <p:nvSpPr>
          <p:cNvPr id="3" name="Footer Placeholder 4">
            <a:extLst>
              <a:ext uri="{FF2B5EF4-FFF2-40B4-BE49-F238E27FC236}">
                <a16:creationId xmlns:a16="http://schemas.microsoft.com/office/drawing/2014/main" id="{BD45BA7E-BB20-C646-2450-F8562ED92675}"/>
              </a:ext>
            </a:extLst>
          </p:cNvPr>
          <p:cNvSpPr>
            <a:spLocks noGrp="1"/>
          </p:cNvSpPr>
          <p:nvPr>
            <p:ph type="ftr" sz="quarter" idx="11"/>
          </p:nvPr>
        </p:nvSpPr>
        <p:spPr>
          <a:xfrm>
            <a:off x="4267200" y="6400800"/>
            <a:ext cx="3657600" cy="266700"/>
          </a:xfrm>
        </p:spPr>
        <p:txBody>
          <a:bodyPr/>
          <a:lstStyle>
            <a:lvl1pPr algn="ctr">
              <a:defRPr/>
            </a:lvl1pPr>
          </a:lstStyle>
          <a:p>
            <a:r>
              <a:rPr lang="en-US"/>
              <a:t>Sample Footer Text</a:t>
            </a:r>
          </a:p>
        </p:txBody>
      </p:sp>
      <p:sp>
        <p:nvSpPr>
          <p:cNvPr id="2" name="Slide Number Placeholder 5">
            <a:extLst>
              <a:ext uri="{FF2B5EF4-FFF2-40B4-BE49-F238E27FC236}">
                <a16:creationId xmlns:a16="http://schemas.microsoft.com/office/drawing/2014/main" id="{1B1D2082-DF85-D231-9624-6372331F331C}"/>
              </a:ext>
            </a:extLst>
          </p:cNvPr>
          <p:cNvSpPr>
            <a:spLocks noGrp="1"/>
          </p:cNvSpPr>
          <p:nvPr>
            <p:ph type="sldNum" sz="quarter" idx="12"/>
          </p:nvPr>
        </p:nvSpPr>
        <p:spPr>
          <a:xfrm>
            <a:off x="8274049" y="6400800"/>
            <a:ext cx="3241675" cy="266700"/>
          </a:xfrm>
        </p:spPr>
        <p:txBody>
          <a:bodyPr/>
          <a:lstStyle>
            <a:lvl1pPr algn="r">
              <a:defRPr/>
            </a:lvl1pPr>
          </a:lstStyle>
          <a:p>
            <a:fld id="{CC057153-B650-4DEB-B370-79DDCFDCE934}" type="slidenum">
              <a:rPr lang="en-US" smtClean="0"/>
              <a:pPr/>
              <a:t>‹#›</a:t>
            </a:fld>
            <a:endParaRPr lang="en-US"/>
          </a:p>
        </p:txBody>
      </p:sp>
      <p:sp>
        <p:nvSpPr>
          <p:cNvPr id="5" name="Rectangle 6">
            <a:extLst>
              <a:ext uri="{FF2B5EF4-FFF2-40B4-BE49-F238E27FC236}">
                <a16:creationId xmlns:a16="http://schemas.microsoft.com/office/drawing/2014/main" id="{0D3E5FC2-5685-46E9-2717-E0629E608C8E}"/>
              </a:ext>
              <a:ext uri="{C183D7F6-B498-43B3-948B-1728B52AA6E4}">
                <adec:decorative xmlns:adec="http://schemas.microsoft.com/office/drawing/2017/decorative" val="1"/>
              </a:ext>
            </a:extLst>
          </p:cNvPr>
          <p:cNvSpPr/>
          <p:nvPr userDrawn="1"/>
        </p:nvSpPr>
        <p:spPr>
          <a:xfrm flipH="1" flipV="1">
            <a:off x="11603197" y="-1"/>
            <a:ext cx="592750" cy="2076568"/>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Graphic 21">
            <a:extLst>
              <a:ext uri="{FF2B5EF4-FFF2-40B4-BE49-F238E27FC236}">
                <a16:creationId xmlns:a16="http://schemas.microsoft.com/office/drawing/2014/main" id="{C526560E-0081-7213-2B8C-2BEC157A2174}"/>
              </a:ext>
              <a:ext uri="{C183D7F6-B498-43B3-948B-1728B52AA6E4}">
                <adec:decorative xmlns:adec="http://schemas.microsoft.com/office/drawing/2017/decorative" val="1"/>
              </a:ext>
            </a:extLst>
          </p:cNvPr>
          <p:cNvSpPr/>
          <p:nvPr userDrawn="1"/>
        </p:nvSpPr>
        <p:spPr>
          <a:xfrm flipH="1" flipV="1">
            <a:off x="11603197" y="3590"/>
            <a:ext cx="592750" cy="2076568"/>
          </a:xfrm>
          <a:custGeom>
            <a:avLst/>
            <a:gdLst>
              <a:gd name="connsiteX0" fmla="*/ 2286 w 1660874"/>
              <a:gd name="connsiteY0" fmla="*/ 1660874 h 1660874"/>
              <a:gd name="connsiteX1" fmla="*/ 0 w 1660874"/>
              <a:gd name="connsiteY1" fmla="*/ 0 h 1660874"/>
              <a:gd name="connsiteX2" fmla="*/ 1660874 w 1660874"/>
              <a:gd name="connsiteY2" fmla="*/ 2286 h 1660874"/>
              <a:gd name="connsiteX3" fmla="*/ 1660874 w 1660874"/>
              <a:gd name="connsiteY3" fmla="*/ 10954 h 1660874"/>
              <a:gd name="connsiteX4" fmla="*/ 17812 w 1660874"/>
              <a:gd name="connsiteY4" fmla="*/ 1660874 h 1660874"/>
              <a:gd name="connsiteX5" fmla="*/ 2286 w 1660874"/>
              <a:gd name="connsiteY5" fmla="*/ 1660874 h 1660874"/>
              <a:gd name="connsiteX6" fmla="*/ 2286 w 1660874"/>
              <a:gd name="connsiteY6" fmla="*/ 1660874 h 16608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60874" h="1660874">
                <a:moveTo>
                  <a:pt x="2286" y="1660874"/>
                </a:moveTo>
                <a:lnTo>
                  <a:pt x="0" y="0"/>
                </a:lnTo>
                <a:lnTo>
                  <a:pt x="1660874" y="2286"/>
                </a:lnTo>
                <a:lnTo>
                  <a:pt x="1660874" y="10954"/>
                </a:lnTo>
                <a:lnTo>
                  <a:pt x="17812" y="1660874"/>
                </a:lnTo>
                <a:lnTo>
                  <a:pt x="2286" y="1660874"/>
                </a:lnTo>
                <a:lnTo>
                  <a:pt x="2286" y="1660874"/>
                </a:lnTo>
                <a:close/>
              </a:path>
            </a:pathLst>
          </a:custGeom>
          <a:solidFill>
            <a:schemeClr val="accent3"/>
          </a:solidFill>
          <a:ln w="9525" cap="flat">
            <a:noFill/>
            <a:prstDash val="solid"/>
            <a:miter/>
          </a:ln>
        </p:spPr>
        <p:txBody>
          <a:bodyPr rtlCol="0" anchor="ctr"/>
          <a:lstStyle/>
          <a:p>
            <a:endParaRPr lang="zh-CN" altLang="en-US"/>
          </a:p>
        </p:txBody>
      </p:sp>
      <p:sp>
        <p:nvSpPr>
          <p:cNvPr id="10" name="Rectangle 9">
            <a:extLst>
              <a:ext uri="{FF2B5EF4-FFF2-40B4-BE49-F238E27FC236}">
                <a16:creationId xmlns:a16="http://schemas.microsoft.com/office/drawing/2014/main" id="{739A8E9E-14B4-DCD2-5039-79CFB344221D}"/>
              </a:ext>
              <a:ext uri="{C183D7F6-B498-43B3-948B-1728B52AA6E4}">
                <adec:decorative xmlns:adec="http://schemas.microsoft.com/office/drawing/2017/decorative" val="1"/>
              </a:ext>
            </a:extLst>
          </p:cNvPr>
          <p:cNvSpPr/>
          <p:nvPr userDrawn="1"/>
        </p:nvSpPr>
        <p:spPr>
          <a:xfrm flipH="1" flipV="1">
            <a:off x="11599250" y="2076566"/>
            <a:ext cx="596697" cy="3557016"/>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Rectangle 8">
            <a:extLst>
              <a:ext uri="{FF2B5EF4-FFF2-40B4-BE49-F238E27FC236}">
                <a16:creationId xmlns:a16="http://schemas.microsoft.com/office/drawing/2014/main" id="{DBFDC890-4416-3434-05AF-08ECA9FC953E}"/>
              </a:ext>
              <a:ext uri="{C183D7F6-B498-43B3-948B-1728B52AA6E4}">
                <adec:decorative xmlns:adec="http://schemas.microsoft.com/office/drawing/2017/decorative" val="1"/>
              </a:ext>
            </a:extLst>
          </p:cNvPr>
          <p:cNvSpPr/>
          <p:nvPr userDrawn="1"/>
        </p:nvSpPr>
        <p:spPr>
          <a:xfrm flipH="1" flipV="1">
            <a:off x="11601222" y="5633580"/>
            <a:ext cx="594723" cy="1224419"/>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40768149"/>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title" preserve="1">
  <p:cSld name="Quote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1499616" y="1188720"/>
            <a:ext cx="9198864" cy="3657600"/>
          </a:xfrm>
        </p:spPr>
        <p:txBody>
          <a:bodyPr anchor="ctr">
            <a:noAutofit/>
          </a:bodyPr>
          <a:lstStyle>
            <a:lvl1pPr algn="l">
              <a:lnSpc>
                <a:spcPct val="100000"/>
              </a:lnSpc>
              <a:defRPr sz="4000" b="0"/>
            </a:lvl1pPr>
          </a:lstStyle>
          <a:p>
            <a:r>
              <a:rPr lang="en-US"/>
              <a:t>Click to edit Quote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hasCustomPrompt="1"/>
          </p:nvPr>
        </p:nvSpPr>
        <p:spPr>
          <a:xfrm>
            <a:off x="1499616" y="5428752"/>
            <a:ext cx="9198864" cy="466344"/>
          </a:xfrm>
        </p:spPr>
        <p:txBody>
          <a:bodyPr anchor="ctr">
            <a:noAutofit/>
          </a:bodyPr>
          <a:lstStyle>
            <a:lvl1pPr marL="0" indent="0" algn="l">
              <a:buNone/>
              <a:defRPr sz="2200" b="1">
                <a:solidFill>
                  <a:schemeClr val="accent1">
                    <a:lumMod val="7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Quote Author</a:t>
            </a:r>
          </a:p>
        </p:txBody>
      </p:sp>
      <p:sp>
        <p:nvSpPr>
          <p:cNvPr id="6" name="Date Placeholder 3">
            <a:extLst>
              <a:ext uri="{FF2B5EF4-FFF2-40B4-BE49-F238E27FC236}">
                <a16:creationId xmlns:a16="http://schemas.microsoft.com/office/drawing/2014/main" id="{950D50B0-843C-5B14-48D1-87F8D2001000}"/>
              </a:ext>
            </a:extLst>
          </p:cNvPr>
          <p:cNvSpPr>
            <a:spLocks noGrp="1"/>
          </p:cNvSpPr>
          <p:nvPr>
            <p:ph type="dt" sz="half" idx="10"/>
          </p:nvPr>
        </p:nvSpPr>
        <p:spPr>
          <a:xfrm>
            <a:off x="657225" y="6400800"/>
            <a:ext cx="2743200" cy="266700"/>
          </a:xfrm>
        </p:spPr>
        <p:txBody>
          <a:bodyPr/>
          <a:lstStyle/>
          <a:p>
            <a:r>
              <a:rPr lang="en-US" altLang="zh-CN" dirty="0"/>
              <a:t>03/12/2025</a:t>
            </a:r>
            <a:fld id="{FD138C57-8E3B-4697-92F8-0ED9B71F7E17}" type="datetime1">
              <a:rPr lang="en-US" smtClean="0"/>
              <a:t>3/5/2026</a:t>
            </a:fld>
            <a:endParaRPr lang="en-US"/>
          </a:p>
        </p:txBody>
      </p:sp>
      <p:sp>
        <p:nvSpPr>
          <p:cNvPr id="5" name="Footer Placeholder 4">
            <a:extLst>
              <a:ext uri="{FF2B5EF4-FFF2-40B4-BE49-F238E27FC236}">
                <a16:creationId xmlns:a16="http://schemas.microsoft.com/office/drawing/2014/main" id="{3816ADB1-ED49-7629-9149-E16F9F0A2F47}"/>
              </a:ext>
            </a:extLst>
          </p:cNvPr>
          <p:cNvSpPr>
            <a:spLocks noGrp="1"/>
          </p:cNvSpPr>
          <p:nvPr>
            <p:ph type="ftr" sz="quarter" idx="11"/>
          </p:nvPr>
        </p:nvSpPr>
        <p:spPr>
          <a:xfrm>
            <a:off x="4267200" y="6400800"/>
            <a:ext cx="3657600" cy="266700"/>
          </a:xfrm>
        </p:spPr>
        <p:txBody>
          <a:bodyPr/>
          <a:lstStyle>
            <a:lvl1pPr algn="ctr">
              <a:defRPr/>
            </a:lvl1pPr>
          </a:lstStyle>
          <a:p>
            <a:r>
              <a:rPr lang="en-US"/>
              <a:t>Sample Footer Text</a:t>
            </a:r>
          </a:p>
        </p:txBody>
      </p:sp>
      <p:sp>
        <p:nvSpPr>
          <p:cNvPr id="4" name="Slide Number Placeholder 5">
            <a:extLst>
              <a:ext uri="{FF2B5EF4-FFF2-40B4-BE49-F238E27FC236}">
                <a16:creationId xmlns:a16="http://schemas.microsoft.com/office/drawing/2014/main" id="{849AE49E-D511-6279-081B-4E86B48E5874}"/>
              </a:ext>
            </a:extLst>
          </p:cNvPr>
          <p:cNvSpPr>
            <a:spLocks noGrp="1"/>
          </p:cNvSpPr>
          <p:nvPr>
            <p:ph type="sldNum" sz="quarter" idx="12"/>
          </p:nvPr>
        </p:nvSpPr>
        <p:spPr>
          <a:xfrm>
            <a:off x="8274049" y="6400800"/>
            <a:ext cx="3241675" cy="266700"/>
          </a:xfrm>
        </p:spPr>
        <p:txBody>
          <a:bodyPr/>
          <a:lstStyle>
            <a:lvl1pPr algn="r">
              <a:defRPr/>
            </a:lvl1pPr>
          </a:lstStyle>
          <a:p>
            <a:fld id="{CC057153-B650-4DEB-B370-79DDCFDCE934}" type="slidenum">
              <a:rPr lang="en-US" smtClean="0"/>
              <a:pPr/>
              <a:t>‹#›</a:t>
            </a:fld>
            <a:endParaRPr lang="en-US"/>
          </a:p>
        </p:txBody>
      </p:sp>
      <p:sp>
        <p:nvSpPr>
          <p:cNvPr id="28" name="Rectangle 6">
            <a:extLst>
              <a:ext uri="{FF2B5EF4-FFF2-40B4-BE49-F238E27FC236}">
                <a16:creationId xmlns:a16="http://schemas.microsoft.com/office/drawing/2014/main" id="{AD384D22-7069-5A9F-31CA-EEDEA8AAF2A8}"/>
              </a:ext>
              <a:ext uri="{C183D7F6-B498-43B3-948B-1728B52AA6E4}">
                <adec:decorative xmlns:adec="http://schemas.microsoft.com/office/drawing/2017/decorative" val="1"/>
              </a:ext>
            </a:extLst>
          </p:cNvPr>
          <p:cNvSpPr/>
          <p:nvPr userDrawn="1"/>
        </p:nvSpPr>
        <p:spPr>
          <a:xfrm rot="5400000">
            <a:off x="11716760" y="-163879"/>
            <a:ext cx="312165" cy="638315"/>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29" name="Rectangle 6">
            <a:extLst>
              <a:ext uri="{FF2B5EF4-FFF2-40B4-BE49-F238E27FC236}">
                <a16:creationId xmlns:a16="http://schemas.microsoft.com/office/drawing/2014/main" id="{6AE04790-7C0A-5078-4BBB-C4DBA563368B}"/>
              </a:ext>
              <a:ext uri="{C183D7F6-B498-43B3-948B-1728B52AA6E4}">
                <adec:decorative xmlns:adec="http://schemas.microsoft.com/office/drawing/2017/decorative" val="1"/>
              </a:ext>
            </a:extLst>
          </p:cNvPr>
          <p:cNvSpPr/>
          <p:nvPr userDrawn="1"/>
        </p:nvSpPr>
        <p:spPr>
          <a:xfrm rot="5400000">
            <a:off x="8843383" y="-2398940"/>
            <a:ext cx="312165" cy="5108436"/>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30" name="Rectangle 6">
            <a:extLst>
              <a:ext uri="{FF2B5EF4-FFF2-40B4-BE49-F238E27FC236}">
                <a16:creationId xmlns:a16="http://schemas.microsoft.com/office/drawing/2014/main" id="{5111550E-DD6C-68D9-796D-CC69B24BB80B}"/>
              </a:ext>
              <a:ext uri="{C183D7F6-B498-43B3-948B-1728B52AA6E4}">
                <adec:decorative xmlns:adec="http://schemas.microsoft.com/office/drawing/2017/decorative" val="1"/>
              </a:ext>
            </a:extLst>
          </p:cNvPr>
          <p:cNvSpPr/>
          <p:nvPr userDrawn="1"/>
        </p:nvSpPr>
        <p:spPr>
          <a:xfrm rot="5400000">
            <a:off x="3066943" y="-3066947"/>
            <a:ext cx="311361" cy="6445253"/>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31" name="Freeform: Shape 59">
            <a:extLst>
              <a:ext uri="{FF2B5EF4-FFF2-40B4-BE49-F238E27FC236}">
                <a16:creationId xmlns:a16="http://schemas.microsoft.com/office/drawing/2014/main" id="{29EB5C97-94A5-1E7B-8EEE-F0194617F238}"/>
              </a:ext>
              <a:ext uri="{C183D7F6-B498-43B3-948B-1728B52AA6E4}">
                <adec:decorative xmlns:adec="http://schemas.microsoft.com/office/drawing/2017/decorative" val="1"/>
              </a:ext>
            </a:extLst>
          </p:cNvPr>
          <p:cNvSpPr/>
          <p:nvPr userDrawn="1"/>
        </p:nvSpPr>
        <p:spPr>
          <a:xfrm rot="16200000" flipH="1" flipV="1">
            <a:off x="5673214" y="-460675"/>
            <a:ext cx="312166" cy="1231903"/>
          </a:xfrm>
          <a:custGeom>
            <a:avLst/>
            <a:gdLst>
              <a:gd name="connsiteX0" fmla="*/ 1497298 w 1497298"/>
              <a:gd name="connsiteY0" fmla="*/ 0 h 1457281"/>
              <a:gd name="connsiteX1" fmla="*/ 0 w 1497298"/>
              <a:gd name="connsiteY1" fmla="*/ 0 h 1457281"/>
              <a:gd name="connsiteX2" fmla="*/ 0 w 1497298"/>
              <a:gd name="connsiteY2" fmla="*/ 1457281 h 1457281"/>
            </a:gdLst>
            <a:ahLst/>
            <a:cxnLst>
              <a:cxn ang="0">
                <a:pos x="connsiteX0" y="connsiteY0"/>
              </a:cxn>
              <a:cxn ang="0">
                <a:pos x="connsiteX1" y="connsiteY1"/>
              </a:cxn>
              <a:cxn ang="0">
                <a:pos x="connsiteX2" y="connsiteY2"/>
              </a:cxn>
            </a:cxnLst>
            <a:rect l="l" t="t" r="r" b="b"/>
            <a:pathLst>
              <a:path w="1497298" h="1457281">
                <a:moveTo>
                  <a:pt x="1497298" y="0"/>
                </a:moveTo>
                <a:lnTo>
                  <a:pt x="0" y="0"/>
                </a:lnTo>
                <a:lnTo>
                  <a:pt x="0" y="1457281"/>
                </a:lnTo>
                <a:close/>
              </a:path>
            </a:pathLst>
          </a:custGeom>
          <a:solidFill>
            <a:schemeClr val="accent3"/>
          </a:solidFill>
          <a:ln w="9525" cap="flat">
            <a:noFill/>
            <a:prstDash val="solid"/>
            <a:miter/>
          </a:ln>
        </p:spPr>
        <p:txBody>
          <a:bodyPr rtlCol="0" anchor="ctr"/>
          <a:lstStyle/>
          <a:p>
            <a:pPr lvl="0"/>
            <a:endParaRPr lang="zh-CN" altLang="en-US">
              <a:solidFill>
                <a:schemeClr val="tx1"/>
              </a:solidFill>
            </a:endParaRPr>
          </a:p>
        </p:txBody>
      </p:sp>
    </p:spTree>
    <p:extLst>
      <p:ext uri="{BB962C8B-B14F-4D97-AF65-F5344CB8AC3E}">
        <p14:creationId xmlns:p14="http://schemas.microsoft.com/office/powerpoint/2010/main" val="3378935421"/>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type="title" preserve="1">
  <p:cSld name="Quote 2">
    <p:bg>
      <p:bgRef idx="1001">
        <a:schemeClr val="bg2"/>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FCE66BBE-3119-84C9-214F-FCCB3DF5A6F1}"/>
              </a:ext>
              <a:ext uri="{C183D7F6-B498-43B3-948B-1728B52AA6E4}">
                <adec:decorative xmlns:adec="http://schemas.microsoft.com/office/drawing/2017/decorative" val="1"/>
              </a:ext>
            </a:extLst>
          </p:cNvPr>
          <p:cNvSpPr/>
          <p:nvPr userDrawn="1"/>
        </p:nvSpPr>
        <p:spPr>
          <a:xfrm>
            <a:off x="0" y="1"/>
            <a:ext cx="12192000" cy="68580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1499616" y="1344168"/>
            <a:ext cx="9198864" cy="3291840"/>
          </a:xfrm>
        </p:spPr>
        <p:txBody>
          <a:bodyPr anchor="ctr">
            <a:noAutofit/>
          </a:bodyPr>
          <a:lstStyle>
            <a:lvl1pPr algn="l">
              <a:lnSpc>
                <a:spcPct val="100000"/>
              </a:lnSpc>
              <a:defRPr sz="4000" b="0"/>
            </a:lvl1pPr>
          </a:lstStyle>
          <a:p>
            <a:r>
              <a:rPr lang="en-US"/>
              <a:t>Click to edit Quote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hasCustomPrompt="1"/>
          </p:nvPr>
        </p:nvSpPr>
        <p:spPr>
          <a:xfrm>
            <a:off x="1499616" y="5349240"/>
            <a:ext cx="9198864" cy="466344"/>
          </a:xfrm>
        </p:spPr>
        <p:txBody>
          <a:bodyPr anchor="ctr">
            <a:noAutofit/>
          </a:bodyPr>
          <a:lstStyle>
            <a:lvl1pPr marL="0" indent="0" algn="l">
              <a:buNone/>
              <a:defRPr sz="2200" b="1">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Quote Author</a:t>
            </a:r>
          </a:p>
        </p:txBody>
      </p:sp>
      <p:sp>
        <p:nvSpPr>
          <p:cNvPr id="12" name="Date Placeholder 3">
            <a:extLst>
              <a:ext uri="{FF2B5EF4-FFF2-40B4-BE49-F238E27FC236}">
                <a16:creationId xmlns:a16="http://schemas.microsoft.com/office/drawing/2014/main" id="{10EAFB48-77A7-BA54-C30E-13615B2CFC34}"/>
              </a:ext>
            </a:extLst>
          </p:cNvPr>
          <p:cNvSpPr>
            <a:spLocks noGrp="1"/>
          </p:cNvSpPr>
          <p:nvPr>
            <p:ph type="dt" sz="half" idx="14"/>
          </p:nvPr>
        </p:nvSpPr>
        <p:spPr>
          <a:xfrm>
            <a:off x="1174751" y="6400800"/>
            <a:ext cx="2743200" cy="266700"/>
          </a:xfrm>
        </p:spPr>
        <p:txBody>
          <a:bodyPr lIns="0" tIns="0" rIns="0" bIns="0"/>
          <a:lstStyle>
            <a:lvl1pPr>
              <a:defRPr>
                <a:solidFill>
                  <a:schemeClr val="tx1"/>
                </a:solidFill>
              </a:defRPr>
            </a:lvl1pPr>
          </a:lstStyle>
          <a:p>
            <a:r>
              <a:rPr lang="en-US" altLang="zh-CN" dirty="0"/>
              <a:t>03/12/2025</a:t>
            </a:r>
            <a:fld id="{FD138C57-8E3B-4697-92F8-0ED9B71F7E17}" type="datetime1">
              <a:rPr lang="en-US" smtClean="0"/>
              <a:pPr/>
              <a:t>3/5/2026</a:t>
            </a:fld>
            <a:endParaRPr lang="en-US"/>
          </a:p>
        </p:txBody>
      </p:sp>
      <p:sp>
        <p:nvSpPr>
          <p:cNvPr id="5" name="Footer Placeholder 4">
            <a:extLst>
              <a:ext uri="{FF2B5EF4-FFF2-40B4-BE49-F238E27FC236}">
                <a16:creationId xmlns:a16="http://schemas.microsoft.com/office/drawing/2014/main" id="{A82CA297-04CE-E894-0801-F7FA853E164C}"/>
              </a:ext>
            </a:extLst>
          </p:cNvPr>
          <p:cNvSpPr>
            <a:spLocks noGrp="1"/>
          </p:cNvSpPr>
          <p:nvPr>
            <p:ph type="ftr" sz="quarter" idx="11"/>
          </p:nvPr>
        </p:nvSpPr>
        <p:spPr>
          <a:xfrm>
            <a:off x="4267200" y="6400800"/>
            <a:ext cx="3657600" cy="266700"/>
          </a:xfrm>
        </p:spPr>
        <p:txBody>
          <a:bodyPr/>
          <a:lstStyle>
            <a:lvl1pPr algn="ctr">
              <a:defRPr/>
            </a:lvl1pPr>
          </a:lstStyle>
          <a:p>
            <a:r>
              <a:rPr lang="en-US"/>
              <a:t>Sample Footer Text</a:t>
            </a:r>
          </a:p>
        </p:txBody>
      </p:sp>
      <p:sp>
        <p:nvSpPr>
          <p:cNvPr id="4" name="Slide Number Placeholder 5">
            <a:extLst>
              <a:ext uri="{FF2B5EF4-FFF2-40B4-BE49-F238E27FC236}">
                <a16:creationId xmlns:a16="http://schemas.microsoft.com/office/drawing/2014/main" id="{1802B948-797F-2EDF-6B6F-80E26357F7B5}"/>
              </a:ext>
            </a:extLst>
          </p:cNvPr>
          <p:cNvSpPr>
            <a:spLocks noGrp="1"/>
          </p:cNvSpPr>
          <p:nvPr>
            <p:ph type="sldNum" sz="quarter" idx="12"/>
          </p:nvPr>
        </p:nvSpPr>
        <p:spPr>
          <a:xfrm>
            <a:off x="8274049" y="6400800"/>
            <a:ext cx="3241675" cy="266700"/>
          </a:xfrm>
        </p:spPr>
        <p:txBody>
          <a:bodyPr/>
          <a:lstStyle>
            <a:lvl1pPr algn="r">
              <a:defRPr/>
            </a:lvl1pPr>
          </a:lstStyle>
          <a:p>
            <a:fld id="{CC057153-B650-4DEB-B370-79DDCFDCE934}" type="slidenum">
              <a:rPr lang="en-US" smtClean="0"/>
              <a:pPr/>
              <a:t>‹#›</a:t>
            </a:fld>
            <a:endParaRPr lang="en-US"/>
          </a:p>
        </p:txBody>
      </p:sp>
      <p:sp>
        <p:nvSpPr>
          <p:cNvPr id="8" name="Freeform: Shape 59">
            <a:extLst>
              <a:ext uri="{FF2B5EF4-FFF2-40B4-BE49-F238E27FC236}">
                <a16:creationId xmlns:a16="http://schemas.microsoft.com/office/drawing/2014/main" id="{37AA86A7-00D3-E74F-78A0-15D0D5E6779C}"/>
              </a:ext>
              <a:ext uri="{C183D7F6-B498-43B3-948B-1728B52AA6E4}">
                <adec:decorative xmlns:adec="http://schemas.microsoft.com/office/drawing/2017/decorative" val="1"/>
              </a:ext>
            </a:extLst>
          </p:cNvPr>
          <p:cNvSpPr/>
          <p:nvPr userDrawn="1"/>
        </p:nvSpPr>
        <p:spPr>
          <a:xfrm flipH="1">
            <a:off x="10886461" y="0"/>
            <a:ext cx="652769" cy="654548"/>
          </a:xfrm>
          <a:custGeom>
            <a:avLst/>
            <a:gdLst>
              <a:gd name="connsiteX0" fmla="*/ 1497298 w 1497298"/>
              <a:gd name="connsiteY0" fmla="*/ 0 h 1457281"/>
              <a:gd name="connsiteX1" fmla="*/ 0 w 1497298"/>
              <a:gd name="connsiteY1" fmla="*/ 0 h 1457281"/>
              <a:gd name="connsiteX2" fmla="*/ 0 w 1497298"/>
              <a:gd name="connsiteY2" fmla="*/ 1457281 h 1457281"/>
            </a:gdLst>
            <a:ahLst/>
            <a:cxnLst>
              <a:cxn ang="0">
                <a:pos x="connsiteX0" y="connsiteY0"/>
              </a:cxn>
              <a:cxn ang="0">
                <a:pos x="connsiteX1" y="connsiteY1"/>
              </a:cxn>
              <a:cxn ang="0">
                <a:pos x="connsiteX2" y="connsiteY2"/>
              </a:cxn>
            </a:cxnLst>
            <a:rect l="l" t="t" r="r" b="b"/>
            <a:pathLst>
              <a:path w="1497298" h="1457281">
                <a:moveTo>
                  <a:pt x="1497298" y="0"/>
                </a:moveTo>
                <a:lnTo>
                  <a:pt x="0" y="0"/>
                </a:lnTo>
                <a:lnTo>
                  <a:pt x="0" y="1457281"/>
                </a:lnTo>
                <a:close/>
              </a:path>
            </a:pathLst>
          </a:custGeom>
          <a:solidFill>
            <a:schemeClr val="accent3"/>
          </a:solidFill>
          <a:ln w="9525" cap="flat">
            <a:noFill/>
            <a:prstDash val="solid"/>
            <a:miter/>
          </a:ln>
        </p:spPr>
        <p:txBody>
          <a:bodyPr rtlCol="0" anchor="ctr"/>
          <a:lstStyle/>
          <a:p>
            <a:pPr lvl="0"/>
            <a:endParaRPr lang="zh-CN" altLang="en-US">
              <a:solidFill>
                <a:schemeClr val="tx1"/>
              </a:solidFill>
            </a:endParaRPr>
          </a:p>
        </p:txBody>
      </p:sp>
      <p:sp>
        <p:nvSpPr>
          <p:cNvPr id="9" name="Rectangle 9">
            <a:extLst>
              <a:ext uri="{FF2B5EF4-FFF2-40B4-BE49-F238E27FC236}">
                <a16:creationId xmlns:a16="http://schemas.microsoft.com/office/drawing/2014/main" id="{E6BF3A7D-5E07-57E7-65BD-0684EBF6BC67}"/>
              </a:ext>
              <a:ext uri="{C183D7F6-B498-43B3-948B-1728B52AA6E4}">
                <adec:decorative xmlns:adec="http://schemas.microsoft.com/office/drawing/2017/decorative" val="1"/>
              </a:ext>
            </a:extLst>
          </p:cNvPr>
          <p:cNvSpPr/>
          <p:nvPr userDrawn="1"/>
        </p:nvSpPr>
        <p:spPr>
          <a:xfrm rot="16200000" flipV="1">
            <a:off x="11538341" y="890"/>
            <a:ext cx="654549" cy="652769"/>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Rectangle 11">
            <a:extLst>
              <a:ext uri="{FF2B5EF4-FFF2-40B4-BE49-F238E27FC236}">
                <a16:creationId xmlns:a16="http://schemas.microsoft.com/office/drawing/2014/main" id="{8DC52BC5-949D-F72A-1862-B4C2DF8ADF14}"/>
              </a:ext>
              <a:ext uri="{C183D7F6-B498-43B3-948B-1728B52AA6E4}">
                <adec:decorative xmlns:adec="http://schemas.microsoft.com/office/drawing/2017/decorative" val="1"/>
              </a:ext>
            </a:extLst>
          </p:cNvPr>
          <p:cNvSpPr/>
          <p:nvPr userDrawn="1"/>
        </p:nvSpPr>
        <p:spPr>
          <a:xfrm rot="16200000" flipH="1">
            <a:off x="-889" y="6204342"/>
            <a:ext cx="654546" cy="652769"/>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Freeform: Shape 59">
            <a:extLst>
              <a:ext uri="{FF2B5EF4-FFF2-40B4-BE49-F238E27FC236}">
                <a16:creationId xmlns:a16="http://schemas.microsoft.com/office/drawing/2014/main" id="{64EF6841-D3F8-5018-9386-312A1A88CA45}"/>
              </a:ext>
              <a:ext uri="{C183D7F6-B498-43B3-948B-1728B52AA6E4}">
                <adec:decorative xmlns:adec="http://schemas.microsoft.com/office/drawing/2017/decorative" val="1"/>
              </a:ext>
            </a:extLst>
          </p:cNvPr>
          <p:cNvSpPr/>
          <p:nvPr userDrawn="1"/>
        </p:nvSpPr>
        <p:spPr>
          <a:xfrm flipV="1">
            <a:off x="652769" y="6203452"/>
            <a:ext cx="652769" cy="654548"/>
          </a:xfrm>
          <a:custGeom>
            <a:avLst/>
            <a:gdLst>
              <a:gd name="connsiteX0" fmla="*/ 1497298 w 1497298"/>
              <a:gd name="connsiteY0" fmla="*/ 0 h 1457281"/>
              <a:gd name="connsiteX1" fmla="*/ 0 w 1497298"/>
              <a:gd name="connsiteY1" fmla="*/ 0 h 1457281"/>
              <a:gd name="connsiteX2" fmla="*/ 0 w 1497298"/>
              <a:gd name="connsiteY2" fmla="*/ 1457281 h 1457281"/>
            </a:gdLst>
            <a:ahLst/>
            <a:cxnLst>
              <a:cxn ang="0">
                <a:pos x="connsiteX0" y="connsiteY0"/>
              </a:cxn>
              <a:cxn ang="0">
                <a:pos x="connsiteX1" y="connsiteY1"/>
              </a:cxn>
              <a:cxn ang="0">
                <a:pos x="connsiteX2" y="connsiteY2"/>
              </a:cxn>
            </a:cxnLst>
            <a:rect l="l" t="t" r="r" b="b"/>
            <a:pathLst>
              <a:path w="1497298" h="1457281">
                <a:moveTo>
                  <a:pt x="1497298" y="0"/>
                </a:moveTo>
                <a:lnTo>
                  <a:pt x="0" y="0"/>
                </a:lnTo>
                <a:lnTo>
                  <a:pt x="0" y="1457281"/>
                </a:lnTo>
                <a:close/>
              </a:path>
            </a:pathLst>
          </a:custGeom>
          <a:solidFill>
            <a:schemeClr val="accent3"/>
          </a:solidFill>
          <a:ln w="9525" cap="flat">
            <a:noFill/>
            <a:prstDash val="solid"/>
            <a:miter/>
          </a:ln>
        </p:spPr>
        <p:txBody>
          <a:bodyPr rtlCol="0" anchor="ctr"/>
          <a:lstStyle/>
          <a:p>
            <a:pPr lvl="0"/>
            <a:endParaRPr lang="zh-CN" altLang="en-US">
              <a:solidFill>
                <a:schemeClr val="tx1"/>
              </a:solidFill>
            </a:endParaRPr>
          </a:p>
        </p:txBody>
      </p:sp>
    </p:spTree>
    <p:extLst>
      <p:ext uri="{BB962C8B-B14F-4D97-AF65-F5344CB8AC3E}">
        <p14:creationId xmlns:p14="http://schemas.microsoft.com/office/powerpoint/2010/main" val="205822228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type="title" preserve="1">
  <p:cSld name="Quote 3">
    <p:spTree>
      <p:nvGrpSpPr>
        <p:cNvPr id="1" name=""/>
        <p:cNvGrpSpPr/>
        <p:nvPr/>
      </p:nvGrpSpPr>
      <p:grpSpPr>
        <a:xfrm>
          <a:off x="0" y="0"/>
          <a:ext cx="0" cy="0"/>
          <a:chOff x="0" y="0"/>
          <a:chExt cx="0" cy="0"/>
        </a:xfrm>
      </p:grpSpPr>
      <p:sp>
        <p:nvSpPr>
          <p:cNvPr id="15" name="Rectangle 8">
            <a:extLst>
              <a:ext uri="{FF2B5EF4-FFF2-40B4-BE49-F238E27FC236}">
                <a16:creationId xmlns:a16="http://schemas.microsoft.com/office/drawing/2014/main" id="{9DEA9FFE-FE2C-A2CF-6A54-6A11FD0459B4}"/>
              </a:ext>
              <a:ext uri="{C183D7F6-B498-43B3-948B-1728B52AA6E4}">
                <adec:decorative xmlns:adec="http://schemas.microsoft.com/office/drawing/2017/decorative" val="1"/>
              </a:ext>
            </a:extLst>
          </p:cNvPr>
          <p:cNvSpPr/>
          <p:nvPr userDrawn="1"/>
        </p:nvSpPr>
        <p:spPr>
          <a:xfrm rot="10800000" flipV="1">
            <a:off x="10693958" y="4558433"/>
            <a:ext cx="1498042" cy="2299568"/>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Freeform: Shape 59">
            <a:extLst>
              <a:ext uri="{FF2B5EF4-FFF2-40B4-BE49-F238E27FC236}">
                <a16:creationId xmlns:a16="http://schemas.microsoft.com/office/drawing/2014/main" id="{7F3191B1-5F85-BFE9-41AB-CC31EB42A1C9}"/>
              </a:ext>
              <a:ext uri="{C183D7F6-B498-43B3-948B-1728B52AA6E4}">
                <adec:decorative xmlns:adec="http://schemas.microsoft.com/office/drawing/2017/decorative" val="1"/>
              </a:ext>
            </a:extLst>
          </p:cNvPr>
          <p:cNvSpPr/>
          <p:nvPr userDrawn="1"/>
        </p:nvSpPr>
        <p:spPr>
          <a:xfrm flipH="1" flipV="1">
            <a:off x="10693958" y="4558438"/>
            <a:ext cx="1498042" cy="2299562"/>
          </a:xfrm>
          <a:custGeom>
            <a:avLst/>
            <a:gdLst>
              <a:gd name="connsiteX0" fmla="*/ 1497298 w 1497298"/>
              <a:gd name="connsiteY0" fmla="*/ 0 h 1457281"/>
              <a:gd name="connsiteX1" fmla="*/ 0 w 1497298"/>
              <a:gd name="connsiteY1" fmla="*/ 0 h 1457281"/>
              <a:gd name="connsiteX2" fmla="*/ 0 w 1497298"/>
              <a:gd name="connsiteY2" fmla="*/ 1457281 h 1457281"/>
            </a:gdLst>
            <a:ahLst/>
            <a:cxnLst>
              <a:cxn ang="0">
                <a:pos x="connsiteX0" y="connsiteY0"/>
              </a:cxn>
              <a:cxn ang="0">
                <a:pos x="connsiteX1" y="connsiteY1"/>
              </a:cxn>
              <a:cxn ang="0">
                <a:pos x="connsiteX2" y="connsiteY2"/>
              </a:cxn>
            </a:cxnLst>
            <a:rect l="l" t="t" r="r" b="b"/>
            <a:pathLst>
              <a:path w="1497298" h="1457281">
                <a:moveTo>
                  <a:pt x="1497298" y="0"/>
                </a:moveTo>
                <a:lnTo>
                  <a:pt x="0" y="0"/>
                </a:lnTo>
                <a:lnTo>
                  <a:pt x="0" y="1457281"/>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zh-CN" altLang="en-US">
              <a:solidFill>
                <a:schemeClr val="lt1"/>
              </a:solidFill>
            </a:endParaRPr>
          </a:p>
        </p:txBody>
      </p:sp>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844000" y="1234440"/>
            <a:ext cx="8961120" cy="3169920"/>
          </a:xfrm>
        </p:spPr>
        <p:txBody>
          <a:bodyPr anchor="ctr">
            <a:noAutofit/>
          </a:bodyPr>
          <a:lstStyle>
            <a:lvl1pPr algn="l">
              <a:lnSpc>
                <a:spcPct val="100000"/>
              </a:lnSpc>
              <a:defRPr sz="4400" b="0"/>
            </a:lvl1pPr>
          </a:lstStyle>
          <a:p>
            <a:r>
              <a:rPr lang="en-US"/>
              <a:t>Click to edit Quote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hasCustomPrompt="1"/>
          </p:nvPr>
        </p:nvSpPr>
        <p:spPr>
          <a:xfrm>
            <a:off x="841793" y="5540026"/>
            <a:ext cx="8961120" cy="466344"/>
          </a:xfrm>
        </p:spPr>
        <p:txBody>
          <a:bodyPr anchor="ctr">
            <a:noAutofit/>
          </a:bodyPr>
          <a:lstStyle>
            <a:lvl1pPr marL="0" indent="0" algn="l">
              <a:buNone/>
              <a:defRPr sz="2200" b="1">
                <a:solidFill>
                  <a:schemeClr val="accent1">
                    <a:lumMod val="7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Quote Author</a:t>
            </a:r>
          </a:p>
        </p:txBody>
      </p:sp>
      <p:sp>
        <p:nvSpPr>
          <p:cNvPr id="6" name="Date Placeholder 3">
            <a:extLst>
              <a:ext uri="{FF2B5EF4-FFF2-40B4-BE49-F238E27FC236}">
                <a16:creationId xmlns:a16="http://schemas.microsoft.com/office/drawing/2014/main" id="{751857FF-9996-86DA-9589-6D9F2E718383}"/>
              </a:ext>
            </a:extLst>
          </p:cNvPr>
          <p:cNvSpPr>
            <a:spLocks noGrp="1"/>
          </p:cNvSpPr>
          <p:nvPr>
            <p:ph type="dt" sz="half" idx="10"/>
          </p:nvPr>
        </p:nvSpPr>
        <p:spPr>
          <a:xfrm>
            <a:off x="657225" y="6400800"/>
            <a:ext cx="2743200" cy="266700"/>
          </a:xfrm>
        </p:spPr>
        <p:txBody>
          <a:bodyPr/>
          <a:lstStyle/>
          <a:p>
            <a:r>
              <a:rPr lang="en-US" altLang="zh-CN" dirty="0"/>
              <a:t>03/12/2025</a:t>
            </a:r>
            <a:fld id="{FD138C57-8E3B-4697-92F8-0ED9B71F7E17}" type="datetime1">
              <a:rPr lang="en-US" smtClean="0"/>
              <a:t>3/5/2026</a:t>
            </a:fld>
            <a:endParaRPr lang="en-US"/>
          </a:p>
        </p:txBody>
      </p:sp>
      <p:sp>
        <p:nvSpPr>
          <p:cNvPr id="5" name="Footer Placeholder 4">
            <a:extLst>
              <a:ext uri="{FF2B5EF4-FFF2-40B4-BE49-F238E27FC236}">
                <a16:creationId xmlns:a16="http://schemas.microsoft.com/office/drawing/2014/main" id="{7706B0CE-1E90-D91B-206A-1AAEF0D8BA6F}"/>
              </a:ext>
            </a:extLst>
          </p:cNvPr>
          <p:cNvSpPr>
            <a:spLocks noGrp="1"/>
          </p:cNvSpPr>
          <p:nvPr>
            <p:ph type="ftr" sz="quarter" idx="11"/>
          </p:nvPr>
        </p:nvSpPr>
        <p:spPr>
          <a:xfrm>
            <a:off x="4267200" y="6400800"/>
            <a:ext cx="3657600" cy="266700"/>
          </a:xfrm>
        </p:spPr>
        <p:txBody>
          <a:bodyPr/>
          <a:lstStyle>
            <a:lvl1pPr algn="ctr">
              <a:defRPr/>
            </a:lvl1pPr>
          </a:lstStyle>
          <a:p>
            <a:r>
              <a:rPr lang="en-US"/>
              <a:t>Sample Footer Text</a:t>
            </a:r>
          </a:p>
        </p:txBody>
      </p:sp>
      <p:sp>
        <p:nvSpPr>
          <p:cNvPr id="4" name="Slide Number Placeholder 5">
            <a:extLst>
              <a:ext uri="{FF2B5EF4-FFF2-40B4-BE49-F238E27FC236}">
                <a16:creationId xmlns:a16="http://schemas.microsoft.com/office/drawing/2014/main" id="{5A564268-0963-3A71-EC86-705E6E65454A}"/>
              </a:ext>
            </a:extLst>
          </p:cNvPr>
          <p:cNvSpPr>
            <a:spLocks noGrp="1"/>
          </p:cNvSpPr>
          <p:nvPr>
            <p:ph type="sldNum" sz="quarter" idx="12"/>
          </p:nvPr>
        </p:nvSpPr>
        <p:spPr>
          <a:xfrm>
            <a:off x="8274049" y="6400800"/>
            <a:ext cx="3241675" cy="266700"/>
          </a:xfrm>
        </p:spPr>
        <p:txBody>
          <a:bodyPr/>
          <a:lstStyle>
            <a:lvl1pPr algn="r">
              <a:defRPr>
                <a:solidFill>
                  <a:schemeClr val="bg1"/>
                </a:solidFill>
              </a:defRPr>
            </a:lvl1pPr>
          </a:lstStyle>
          <a:p>
            <a:fld id="{CC057153-B650-4DEB-B370-79DDCFDCE934}" type="slidenum">
              <a:rPr lang="en-US" smtClean="0"/>
              <a:pPr/>
              <a:t>‹#›</a:t>
            </a:fld>
            <a:endParaRPr lang="en-US"/>
          </a:p>
        </p:txBody>
      </p:sp>
      <p:sp>
        <p:nvSpPr>
          <p:cNvPr id="7" name="Rectangle 6">
            <a:extLst>
              <a:ext uri="{FF2B5EF4-FFF2-40B4-BE49-F238E27FC236}">
                <a16:creationId xmlns:a16="http://schemas.microsoft.com/office/drawing/2014/main" id="{9B0AFCBF-0E31-230A-60F4-103AA780AE38}"/>
              </a:ext>
              <a:ext uri="{C183D7F6-B498-43B3-948B-1728B52AA6E4}">
                <adec:decorative xmlns:adec="http://schemas.microsoft.com/office/drawing/2017/decorative" val="1"/>
              </a:ext>
            </a:extLst>
          </p:cNvPr>
          <p:cNvSpPr/>
          <p:nvPr userDrawn="1"/>
        </p:nvSpPr>
        <p:spPr>
          <a:xfrm rot="10800000">
            <a:off x="10693958" y="0"/>
            <a:ext cx="1498041" cy="2456494"/>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zh-CN" altLang="en-US">
              <a:solidFill>
                <a:schemeClr val="lt1"/>
              </a:solidFill>
            </a:endParaRPr>
          </a:p>
        </p:txBody>
      </p:sp>
      <p:sp>
        <p:nvSpPr>
          <p:cNvPr id="8" name="Freeform: Shape 59">
            <a:extLst>
              <a:ext uri="{FF2B5EF4-FFF2-40B4-BE49-F238E27FC236}">
                <a16:creationId xmlns:a16="http://schemas.microsoft.com/office/drawing/2014/main" id="{15B40AB6-F47D-71EB-5487-2535D533CE7D}"/>
              </a:ext>
              <a:ext uri="{C183D7F6-B498-43B3-948B-1728B52AA6E4}">
                <adec:decorative xmlns:adec="http://schemas.microsoft.com/office/drawing/2017/decorative" val="1"/>
              </a:ext>
            </a:extLst>
          </p:cNvPr>
          <p:cNvSpPr/>
          <p:nvPr userDrawn="1"/>
        </p:nvSpPr>
        <p:spPr>
          <a:xfrm flipH="1" flipV="1">
            <a:off x="10702662" y="-1"/>
            <a:ext cx="1489338" cy="2456489"/>
          </a:xfrm>
          <a:custGeom>
            <a:avLst/>
            <a:gdLst>
              <a:gd name="connsiteX0" fmla="*/ 1497298 w 1497298"/>
              <a:gd name="connsiteY0" fmla="*/ 0 h 1457281"/>
              <a:gd name="connsiteX1" fmla="*/ 0 w 1497298"/>
              <a:gd name="connsiteY1" fmla="*/ 0 h 1457281"/>
              <a:gd name="connsiteX2" fmla="*/ 0 w 1497298"/>
              <a:gd name="connsiteY2" fmla="*/ 1457281 h 1457281"/>
            </a:gdLst>
            <a:ahLst/>
            <a:cxnLst>
              <a:cxn ang="0">
                <a:pos x="connsiteX0" y="connsiteY0"/>
              </a:cxn>
              <a:cxn ang="0">
                <a:pos x="connsiteX1" y="connsiteY1"/>
              </a:cxn>
              <a:cxn ang="0">
                <a:pos x="connsiteX2" y="connsiteY2"/>
              </a:cxn>
            </a:cxnLst>
            <a:rect l="l" t="t" r="r" b="b"/>
            <a:pathLst>
              <a:path w="1497298" h="1457281">
                <a:moveTo>
                  <a:pt x="1497298" y="0"/>
                </a:moveTo>
                <a:lnTo>
                  <a:pt x="0" y="0"/>
                </a:lnTo>
                <a:lnTo>
                  <a:pt x="0" y="1457281"/>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zh-CN" altLang="en-US">
              <a:solidFill>
                <a:schemeClr val="lt1"/>
              </a:solidFill>
            </a:endParaRPr>
          </a:p>
        </p:txBody>
      </p:sp>
      <p:sp>
        <p:nvSpPr>
          <p:cNvPr id="9" name="Rectangle 6">
            <a:extLst>
              <a:ext uri="{FF2B5EF4-FFF2-40B4-BE49-F238E27FC236}">
                <a16:creationId xmlns:a16="http://schemas.microsoft.com/office/drawing/2014/main" id="{20880F52-3352-D5BD-BC6D-2567B22B1D89}"/>
              </a:ext>
              <a:ext uri="{C183D7F6-B498-43B3-948B-1728B52AA6E4}">
                <adec:decorative xmlns:adec="http://schemas.microsoft.com/office/drawing/2017/decorative" val="1"/>
              </a:ext>
            </a:extLst>
          </p:cNvPr>
          <p:cNvSpPr/>
          <p:nvPr userDrawn="1"/>
        </p:nvSpPr>
        <p:spPr>
          <a:xfrm rot="10800000">
            <a:off x="10693958" y="2456494"/>
            <a:ext cx="1498041" cy="2101947"/>
          </a:xfrm>
          <a:prstGeom prst="rect">
            <a:avLst/>
          </a:prstGeom>
          <a:solidFill>
            <a:schemeClr val="accent3"/>
          </a:solidFill>
          <a:ln w="9525" cap="flat">
            <a:noFill/>
            <a:prstDash val="solid"/>
            <a:miter/>
          </a:ln>
        </p:spPr>
        <p:txBody>
          <a:bodyPr rtlCol="0" anchor="ctr"/>
          <a:lstStyle/>
          <a:p>
            <a:pPr lvl="0"/>
            <a:endParaRPr lang="zh-CN" altLang="en-US">
              <a:solidFill>
                <a:schemeClr val="tx1"/>
              </a:solidFill>
            </a:endParaRPr>
          </a:p>
        </p:txBody>
      </p:sp>
      <p:sp>
        <p:nvSpPr>
          <p:cNvPr id="10" name="Freeform: Shape 9">
            <a:extLst>
              <a:ext uri="{FF2B5EF4-FFF2-40B4-BE49-F238E27FC236}">
                <a16:creationId xmlns:a16="http://schemas.microsoft.com/office/drawing/2014/main" id="{6693C49F-06BF-DE6C-456D-E415925B37CE}"/>
              </a:ext>
              <a:ext uri="{C183D7F6-B498-43B3-948B-1728B52AA6E4}">
                <adec:decorative xmlns:adec="http://schemas.microsoft.com/office/drawing/2017/decorative" val="1"/>
              </a:ext>
            </a:extLst>
          </p:cNvPr>
          <p:cNvSpPr/>
          <p:nvPr userDrawn="1"/>
        </p:nvSpPr>
        <p:spPr>
          <a:xfrm flipV="1">
            <a:off x="10693958" y="3813296"/>
            <a:ext cx="1497360" cy="745145"/>
          </a:xfrm>
          <a:custGeom>
            <a:avLst/>
            <a:gdLst>
              <a:gd name="connsiteX0" fmla="*/ 0 w 2351450"/>
              <a:gd name="connsiteY0" fmla="*/ 0 h 1170173"/>
              <a:gd name="connsiteX1" fmla="*/ 2351450 w 2351450"/>
              <a:gd name="connsiteY1" fmla="*/ 0 h 1170173"/>
              <a:gd name="connsiteX2" fmla="*/ 2345674 w 2351450"/>
              <a:gd name="connsiteY2" fmla="*/ 114394 h 1170173"/>
              <a:gd name="connsiteX3" fmla="*/ 1175725 w 2351450"/>
              <a:gd name="connsiteY3" fmla="*/ 1170173 h 1170173"/>
              <a:gd name="connsiteX4" fmla="*/ 5777 w 2351450"/>
              <a:gd name="connsiteY4" fmla="*/ 114394 h 11701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51450" h="1170173">
                <a:moveTo>
                  <a:pt x="0" y="0"/>
                </a:moveTo>
                <a:lnTo>
                  <a:pt x="2351450" y="0"/>
                </a:lnTo>
                <a:lnTo>
                  <a:pt x="2345674" y="114394"/>
                </a:lnTo>
                <a:cubicBezTo>
                  <a:pt x="2285450" y="707410"/>
                  <a:pt x="1784630" y="1170173"/>
                  <a:pt x="1175725" y="1170173"/>
                </a:cubicBezTo>
                <a:cubicBezTo>
                  <a:pt x="566821" y="1170173"/>
                  <a:pt x="66001" y="707410"/>
                  <a:pt x="5777" y="114394"/>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GB"/>
          </a:p>
        </p:txBody>
      </p:sp>
    </p:spTree>
    <p:extLst>
      <p:ext uri="{BB962C8B-B14F-4D97-AF65-F5344CB8AC3E}">
        <p14:creationId xmlns:p14="http://schemas.microsoft.com/office/powerpoint/2010/main" val="3888629900"/>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hasCustomPrompt="1"/>
          </p:nvPr>
        </p:nvSpPr>
        <p:spPr>
          <a:xfrm>
            <a:off x="838200" y="831919"/>
            <a:ext cx="10515600" cy="1132258"/>
          </a:xfrm>
        </p:spPr>
        <p:txBody>
          <a:bodyPr>
            <a:noAutofit/>
          </a:bodyPr>
          <a:lstStyle/>
          <a:p>
            <a:r>
              <a:rPr lang="en-US"/>
              <a:t>Click to edit Master title style</a:t>
            </a:r>
          </a:p>
        </p:txBody>
      </p:sp>
      <p:sp>
        <p:nvSpPr>
          <p:cNvPr id="9" name="Text Placeholder 8">
            <a:extLst>
              <a:ext uri="{FF2B5EF4-FFF2-40B4-BE49-F238E27FC236}">
                <a16:creationId xmlns:a16="http://schemas.microsoft.com/office/drawing/2014/main" id="{84DC103C-4E45-07FA-2734-5BAE2624DC48}"/>
              </a:ext>
            </a:extLst>
          </p:cNvPr>
          <p:cNvSpPr>
            <a:spLocks noGrp="1"/>
          </p:cNvSpPr>
          <p:nvPr>
            <p:ph type="body" sz="quarter" idx="13" hasCustomPrompt="1"/>
          </p:nvPr>
        </p:nvSpPr>
        <p:spPr>
          <a:xfrm>
            <a:off x="838200" y="2147455"/>
            <a:ext cx="5181600" cy="3878625"/>
          </a:xfrm>
        </p:spPr>
        <p:txBody>
          <a:bodyPr>
            <a:noAutofit/>
          </a:bodyPr>
          <a:lstStyle>
            <a:lvl1pPr marL="0" indent="0">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Text Placeholder 10">
            <a:extLst>
              <a:ext uri="{FF2B5EF4-FFF2-40B4-BE49-F238E27FC236}">
                <a16:creationId xmlns:a16="http://schemas.microsoft.com/office/drawing/2014/main" id="{288F1ED9-CE64-0191-F909-FDC002A7456F}"/>
              </a:ext>
            </a:extLst>
          </p:cNvPr>
          <p:cNvSpPr>
            <a:spLocks noGrp="1"/>
          </p:cNvSpPr>
          <p:nvPr>
            <p:ph type="body" sz="quarter" idx="14" hasCustomPrompt="1"/>
          </p:nvPr>
        </p:nvSpPr>
        <p:spPr>
          <a:xfrm>
            <a:off x="6172200" y="2147455"/>
            <a:ext cx="5181600" cy="3878625"/>
          </a:xfrm>
        </p:spPr>
        <p:txBody>
          <a:bodyPr>
            <a:noAutofit/>
          </a:bodyPr>
          <a:lstStyle>
            <a:lvl1pPr marL="0" indent="0">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Date Placeholder 3">
            <a:extLst>
              <a:ext uri="{FF2B5EF4-FFF2-40B4-BE49-F238E27FC236}">
                <a16:creationId xmlns:a16="http://schemas.microsoft.com/office/drawing/2014/main" id="{3951C9BE-1BC0-DA0E-97D3-AEEBAEC8912E}"/>
              </a:ext>
            </a:extLst>
          </p:cNvPr>
          <p:cNvSpPr>
            <a:spLocks noGrp="1"/>
          </p:cNvSpPr>
          <p:nvPr>
            <p:ph type="dt" sz="half" idx="10"/>
          </p:nvPr>
        </p:nvSpPr>
        <p:spPr>
          <a:xfrm>
            <a:off x="657225" y="6400800"/>
            <a:ext cx="2743200" cy="266700"/>
          </a:xfrm>
        </p:spPr>
        <p:txBody>
          <a:bodyPr/>
          <a:lstStyle/>
          <a:p>
            <a:r>
              <a:rPr lang="en-US" altLang="zh-CN" dirty="0"/>
              <a:t>03/12/2025</a:t>
            </a:r>
            <a:fld id="{FD138C57-8E3B-4697-92F8-0ED9B71F7E17}" type="datetime1">
              <a:rPr lang="en-US" smtClean="0"/>
              <a:t>3/5/2026</a:t>
            </a:fld>
            <a:endParaRPr lang="en-US"/>
          </a:p>
        </p:txBody>
      </p:sp>
      <p:sp>
        <p:nvSpPr>
          <p:cNvPr id="23" name="Footer Placeholder 4">
            <a:extLst>
              <a:ext uri="{FF2B5EF4-FFF2-40B4-BE49-F238E27FC236}">
                <a16:creationId xmlns:a16="http://schemas.microsoft.com/office/drawing/2014/main" id="{2A408A81-CDF6-5FC4-EB66-DF74E6CD6568}"/>
              </a:ext>
            </a:extLst>
          </p:cNvPr>
          <p:cNvSpPr>
            <a:spLocks noGrp="1"/>
          </p:cNvSpPr>
          <p:nvPr>
            <p:ph type="ftr" sz="quarter" idx="11"/>
          </p:nvPr>
        </p:nvSpPr>
        <p:spPr>
          <a:xfrm>
            <a:off x="4267200" y="6400800"/>
            <a:ext cx="3657600" cy="266700"/>
          </a:xfrm>
        </p:spPr>
        <p:txBody>
          <a:bodyPr/>
          <a:lstStyle>
            <a:lvl1pPr algn="ctr">
              <a:defRPr/>
            </a:lvl1pPr>
          </a:lstStyle>
          <a:p>
            <a:r>
              <a:rPr lang="en-US"/>
              <a:t>Sample Footer Text</a:t>
            </a:r>
          </a:p>
        </p:txBody>
      </p:sp>
      <p:sp>
        <p:nvSpPr>
          <p:cNvPr id="22" name="Slide Number Placeholder 5">
            <a:extLst>
              <a:ext uri="{FF2B5EF4-FFF2-40B4-BE49-F238E27FC236}">
                <a16:creationId xmlns:a16="http://schemas.microsoft.com/office/drawing/2014/main" id="{84B2F785-3677-7806-7A3C-AB27487BBBAF}"/>
              </a:ext>
            </a:extLst>
          </p:cNvPr>
          <p:cNvSpPr>
            <a:spLocks noGrp="1"/>
          </p:cNvSpPr>
          <p:nvPr>
            <p:ph type="sldNum" sz="quarter" idx="12"/>
          </p:nvPr>
        </p:nvSpPr>
        <p:spPr>
          <a:xfrm>
            <a:off x="8274049" y="6400800"/>
            <a:ext cx="3241675" cy="266700"/>
          </a:xfrm>
        </p:spPr>
        <p:txBody>
          <a:bodyPr/>
          <a:lstStyle>
            <a:lvl1pPr algn="r">
              <a:defRPr/>
            </a:lvl1pPr>
          </a:lstStyle>
          <a:p>
            <a:fld id="{CC057153-B650-4DEB-B370-79DDCFDCE934}" type="slidenum">
              <a:rPr lang="en-US" smtClean="0"/>
              <a:pPr/>
              <a:t>‹#›</a:t>
            </a:fld>
            <a:endParaRPr lang="en-US"/>
          </a:p>
        </p:txBody>
      </p:sp>
      <p:sp>
        <p:nvSpPr>
          <p:cNvPr id="31" name="Rectangle 6">
            <a:extLst>
              <a:ext uri="{FF2B5EF4-FFF2-40B4-BE49-F238E27FC236}">
                <a16:creationId xmlns:a16="http://schemas.microsoft.com/office/drawing/2014/main" id="{0792B4B1-A255-634B-7113-0BE8BAE88A9D}"/>
              </a:ext>
              <a:ext uri="{C183D7F6-B498-43B3-948B-1728B52AA6E4}">
                <adec:decorative xmlns:adec="http://schemas.microsoft.com/office/drawing/2017/decorative" val="1"/>
              </a:ext>
            </a:extLst>
          </p:cNvPr>
          <p:cNvSpPr/>
          <p:nvPr userDrawn="1"/>
        </p:nvSpPr>
        <p:spPr>
          <a:xfrm rot="5400000">
            <a:off x="11716760" y="-163879"/>
            <a:ext cx="312165" cy="638315"/>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32" name="Rectangle 6">
            <a:extLst>
              <a:ext uri="{FF2B5EF4-FFF2-40B4-BE49-F238E27FC236}">
                <a16:creationId xmlns:a16="http://schemas.microsoft.com/office/drawing/2014/main" id="{3E17EB6F-9BB3-4A94-402E-FAD02B2C5926}"/>
              </a:ext>
              <a:ext uri="{C183D7F6-B498-43B3-948B-1728B52AA6E4}">
                <adec:decorative xmlns:adec="http://schemas.microsoft.com/office/drawing/2017/decorative" val="1"/>
              </a:ext>
            </a:extLst>
          </p:cNvPr>
          <p:cNvSpPr/>
          <p:nvPr userDrawn="1"/>
        </p:nvSpPr>
        <p:spPr>
          <a:xfrm rot="5400000">
            <a:off x="8843383" y="-2398940"/>
            <a:ext cx="312165" cy="5108436"/>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33" name="Rectangle 6">
            <a:extLst>
              <a:ext uri="{FF2B5EF4-FFF2-40B4-BE49-F238E27FC236}">
                <a16:creationId xmlns:a16="http://schemas.microsoft.com/office/drawing/2014/main" id="{B5C09CFD-5DB4-D507-3AC9-437BB1B64D34}"/>
              </a:ext>
              <a:ext uri="{C183D7F6-B498-43B3-948B-1728B52AA6E4}">
                <adec:decorative xmlns:adec="http://schemas.microsoft.com/office/drawing/2017/decorative" val="1"/>
              </a:ext>
            </a:extLst>
          </p:cNvPr>
          <p:cNvSpPr/>
          <p:nvPr userDrawn="1"/>
        </p:nvSpPr>
        <p:spPr>
          <a:xfrm rot="5400000">
            <a:off x="3066943" y="-3066947"/>
            <a:ext cx="311361" cy="6445253"/>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34" name="Freeform: Shape 59">
            <a:extLst>
              <a:ext uri="{FF2B5EF4-FFF2-40B4-BE49-F238E27FC236}">
                <a16:creationId xmlns:a16="http://schemas.microsoft.com/office/drawing/2014/main" id="{3D77659E-88C7-E969-8E1D-2B9E7B0953B6}"/>
              </a:ext>
              <a:ext uri="{C183D7F6-B498-43B3-948B-1728B52AA6E4}">
                <adec:decorative xmlns:adec="http://schemas.microsoft.com/office/drawing/2017/decorative" val="1"/>
              </a:ext>
            </a:extLst>
          </p:cNvPr>
          <p:cNvSpPr/>
          <p:nvPr userDrawn="1"/>
        </p:nvSpPr>
        <p:spPr>
          <a:xfrm rot="16200000" flipH="1" flipV="1">
            <a:off x="5673214" y="-460675"/>
            <a:ext cx="312166" cy="1231903"/>
          </a:xfrm>
          <a:custGeom>
            <a:avLst/>
            <a:gdLst>
              <a:gd name="connsiteX0" fmla="*/ 1497298 w 1497298"/>
              <a:gd name="connsiteY0" fmla="*/ 0 h 1457281"/>
              <a:gd name="connsiteX1" fmla="*/ 0 w 1497298"/>
              <a:gd name="connsiteY1" fmla="*/ 0 h 1457281"/>
              <a:gd name="connsiteX2" fmla="*/ 0 w 1497298"/>
              <a:gd name="connsiteY2" fmla="*/ 1457281 h 1457281"/>
            </a:gdLst>
            <a:ahLst/>
            <a:cxnLst>
              <a:cxn ang="0">
                <a:pos x="connsiteX0" y="connsiteY0"/>
              </a:cxn>
              <a:cxn ang="0">
                <a:pos x="connsiteX1" y="connsiteY1"/>
              </a:cxn>
              <a:cxn ang="0">
                <a:pos x="connsiteX2" y="connsiteY2"/>
              </a:cxn>
            </a:cxnLst>
            <a:rect l="l" t="t" r="r" b="b"/>
            <a:pathLst>
              <a:path w="1497298" h="1457281">
                <a:moveTo>
                  <a:pt x="1497298" y="0"/>
                </a:moveTo>
                <a:lnTo>
                  <a:pt x="0" y="0"/>
                </a:lnTo>
                <a:lnTo>
                  <a:pt x="0" y="1457281"/>
                </a:lnTo>
                <a:close/>
              </a:path>
            </a:pathLst>
          </a:custGeom>
          <a:solidFill>
            <a:schemeClr val="accent3"/>
          </a:solidFill>
          <a:ln w="9525" cap="flat">
            <a:noFill/>
            <a:prstDash val="solid"/>
            <a:miter/>
          </a:ln>
        </p:spPr>
        <p:txBody>
          <a:bodyPr rtlCol="0" anchor="ctr"/>
          <a:lstStyle/>
          <a:p>
            <a:pPr lvl="0"/>
            <a:endParaRPr lang="zh-CN" altLang="en-US">
              <a:solidFill>
                <a:schemeClr val="tx1"/>
              </a:solidFill>
            </a:endParaRPr>
          </a:p>
        </p:txBody>
      </p:sp>
    </p:spTree>
    <p:extLst>
      <p:ext uri="{BB962C8B-B14F-4D97-AF65-F5344CB8AC3E}">
        <p14:creationId xmlns:p14="http://schemas.microsoft.com/office/powerpoint/2010/main" val="854796725"/>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hasCustomPrompt="1"/>
          </p:nvPr>
        </p:nvSpPr>
        <p:spPr>
          <a:xfrm>
            <a:off x="886374" y="838988"/>
            <a:ext cx="10461626" cy="1143292"/>
          </a:xfrm>
        </p:spPr>
        <p:txBody>
          <a:bodyPr>
            <a:noAutofit/>
          </a:bodyPr>
          <a:lstStyle/>
          <a:p>
            <a:r>
              <a:rPr lang="en-US"/>
              <a:t>Click to edit Master title style</a:t>
            </a:r>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hasCustomPrompt="1"/>
          </p:nvPr>
        </p:nvSpPr>
        <p:spPr>
          <a:xfrm>
            <a:off x="844000" y="2142935"/>
            <a:ext cx="5157787" cy="559834"/>
          </a:xfrm>
        </p:spPr>
        <p:txBody>
          <a:bodyPr anchor="b">
            <a:no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1" name="Text Placeholder 10">
            <a:extLst>
              <a:ext uri="{FF2B5EF4-FFF2-40B4-BE49-F238E27FC236}">
                <a16:creationId xmlns:a16="http://schemas.microsoft.com/office/drawing/2014/main" id="{F86E5640-DE07-46FE-2EFB-FCD8C5238DC9}"/>
              </a:ext>
            </a:extLst>
          </p:cNvPr>
          <p:cNvSpPr>
            <a:spLocks noGrp="1"/>
          </p:cNvSpPr>
          <p:nvPr>
            <p:ph type="body" sz="quarter" idx="13" hasCustomPrompt="1"/>
          </p:nvPr>
        </p:nvSpPr>
        <p:spPr>
          <a:xfrm>
            <a:off x="844000" y="2844801"/>
            <a:ext cx="5157788" cy="3174212"/>
          </a:xfrm>
        </p:spPr>
        <p:txBody>
          <a:bodyPr>
            <a:noAutofit/>
          </a:bodyPr>
          <a:lstStyle>
            <a:lvl1pPr marL="0" indent="0">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hasCustomPrompt="1"/>
          </p:nvPr>
        </p:nvSpPr>
        <p:spPr>
          <a:xfrm>
            <a:off x="6164812" y="2142935"/>
            <a:ext cx="5183188" cy="559834"/>
          </a:xfrm>
        </p:spPr>
        <p:txBody>
          <a:bodyPr anchor="b">
            <a:no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3" name="Text Placeholder 12">
            <a:extLst>
              <a:ext uri="{FF2B5EF4-FFF2-40B4-BE49-F238E27FC236}">
                <a16:creationId xmlns:a16="http://schemas.microsoft.com/office/drawing/2014/main" id="{20D5795C-6228-AA6F-1CF7-AD7010686BC6}"/>
              </a:ext>
            </a:extLst>
          </p:cNvPr>
          <p:cNvSpPr>
            <a:spLocks noGrp="1"/>
          </p:cNvSpPr>
          <p:nvPr>
            <p:ph type="body" sz="quarter" idx="14" hasCustomPrompt="1"/>
          </p:nvPr>
        </p:nvSpPr>
        <p:spPr>
          <a:xfrm>
            <a:off x="6164812" y="2844801"/>
            <a:ext cx="5183188" cy="3174212"/>
          </a:xfrm>
        </p:spPr>
        <p:txBody>
          <a:bodyPr>
            <a:noAutofit/>
          </a:bodyPr>
          <a:lstStyle>
            <a:lvl1pPr marL="0" indent="0">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8954F43-A159-C557-9E6B-CFF4F1036926}"/>
              </a:ext>
            </a:extLst>
          </p:cNvPr>
          <p:cNvSpPr>
            <a:spLocks noGrp="1"/>
          </p:cNvSpPr>
          <p:nvPr>
            <p:ph type="dt" sz="half" idx="15"/>
          </p:nvPr>
        </p:nvSpPr>
        <p:spPr>
          <a:xfrm>
            <a:off x="1174751" y="6400800"/>
            <a:ext cx="2743200" cy="266700"/>
          </a:xfrm>
        </p:spPr>
        <p:txBody>
          <a:bodyPr lIns="0" tIns="0" rIns="0" bIns="0"/>
          <a:lstStyle>
            <a:lvl1pPr>
              <a:defRPr>
                <a:solidFill>
                  <a:schemeClr val="tx1"/>
                </a:solidFill>
              </a:defRPr>
            </a:lvl1pPr>
          </a:lstStyle>
          <a:p>
            <a:r>
              <a:rPr lang="en-US" altLang="zh-CN" dirty="0"/>
              <a:t>03/12/2025</a:t>
            </a:r>
            <a:fld id="{FD138C57-8E3B-4697-92F8-0ED9B71F7E17}" type="datetime1">
              <a:rPr lang="en-US" smtClean="0"/>
              <a:pPr/>
              <a:t>3/5/2026</a:t>
            </a:fld>
            <a:endParaRPr lang="en-US"/>
          </a:p>
        </p:txBody>
      </p:sp>
      <p:sp>
        <p:nvSpPr>
          <p:cNvPr id="8" name="Footer Placeholder 4">
            <a:extLst>
              <a:ext uri="{FF2B5EF4-FFF2-40B4-BE49-F238E27FC236}">
                <a16:creationId xmlns:a16="http://schemas.microsoft.com/office/drawing/2014/main" id="{8669F11A-4BB7-E399-ADBB-0F360C06678A}"/>
              </a:ext>
            </a:extLst>
          </p:cNvPr>
          <p:cNvSpPr>
            <a:spLocks noGrp="1"/>
          </p:cNvSpPr>
          <p:nvPr>
            <p:ph type="ftr" sz="quarter" idx="11"/>
          </p:nvPr>
        </p:nvSpPr>
        <p:spPr>
          <a:xfrm>
            <a:off x="4267200" y="6400800"/>
            <a:ext cx="3657600" cy="266700"/>
          </a:xfrm>
        </p:spPr>
        <p:txBody>
          <a:bodyPr/>
          <a:lstStyle>
            <a:lvl1pPr algn="ctr">
              <a:defRPr/>
            </a:lvl1pPr>
          </a:lstStyle>
          <a:p>
            <a:r>
              <a:rPr lang="en-US"/>
              <a:t>Sample Footer Text</a:t>
            </a:r>
          </a:p>
        </p:txBody>
      </p:sp>
      <p:sp>
        <p:nvSpPr>
          <p:cNvPr id="7" name="Slide Number Placeholder 5">
            <a:extLst>
              <a:ext uri="{FF2B5EF4-FFF2-40B4-BE49-F238E27FC236}">
                <a16:creationId xmlns:a16="http://schemas.microsoft.com/office/drawing/2014/main" id="{456F30B9-EE4B-C493-7E8E-D3B0E35E0B7C}"/>
              </a:ext>
            </a:extLst>
          </p:cNvPr>
          <p:cNvSpPr>
            <a:spLocks noGrp="1"/>
          </p:cNvSpPr>
          <p:nvPr>
            <p:ph type="sldNum" sz="quarter" idx="12"/>
          </p:nvPr>
        </p:nvSpPr>
        <p:spPr>
          <a:xfrm>
            <a:off x="8274049" y="6400800"/>
            <a:ext cx="3241675" cy="266700"/>
          </a:xfrm>
        </p:spPr>
        <p:txBody>
          <a:bodyPr/>
          <a:lstStyle>
            <a:lvl1pPr algn="r">
              <a:defRPr/>
            </a:lvl1pPr>
          </a:lstStyle>
          <a:p>
            <a:fld id="{CC057153-B650-4DEB-B370-79DDCFDCE934}" type="slidenum">
              <a:rPr lang="en-US" smtClean="0"/>
              <a:pPr/>
              <a:t>‹#›</a:t>
            </a:fld>
            <a:endParaRPr lang="en-US"/>
          </a:p>
        </p:txBody>
      </p:sp>
      <p:sp>
        <p:nvSpPr>
          <p:cNvPr id="14" name="Freeform: Shape 16">
            <a:extLst>
              <a:ext uri="{FF2B5EF4-FFF2-40B4-BE49-F238E27FC236}">
                <a16:creationId xmlns:a16="http://schemas.microsoft.com/office/drawing/2014/main" id="{03AB0DEF-0DAF-10A0-D371-A2D5CFF30702}"/>
              </a:ext>
              <a:ext uri="{C183D7F6-B498-43B3-948B-1728B52AA6E4}">
                <adec:decorative xmlns:adec="http://schemas.microsoft.com/office/drawing/2017/decorative" val="1"/>
              </a:ext>
            </a:extLst>
          </p:cNvPr>
          <p:cNvSpPr/>
          <p:nvPr userDrawn="1"/>
        </p:nvSpPr>
        <p:spPr>
          <a:xfrm>
            <a:off x="11286467" y="0"/>
            <a:ext cx="427411" cy="854823"/>
          </a:xfrm>
          <a:custGeom>
            <a:avLst/>
            <a:gdLst>
              <a:gd name="connsiteX0" fmla="*/ 561975 w 561975"/>
              <a:gd name="connsiteY0" fmla="*/ 0 h 1123950"/>
              <a:gd name="connsiteX1" fmla="*/ 561975 w 561975"/>
              <a:gd name="connsiteY1" fmla="*/ 1123950 h 1123950"/>
              <a:gd name="connsiteX2" fmla="*/ 0 w 561975"/>
              <a:gd name="connsiteY2" fmla="*/ 561975 h 1123950"/>
              <a:gd name="connsiteX3" fmla="*/ 561975 w 561975"/>
              <a:gd name="connsiteY3" fmla="*/ 0 h 1123950"/>
            </a:gdLst>
            <a:ahLst/>
            <a:cxnLst>
              <a:cxn ang="0">
                <a:pos x="connsiteX0" y="connsiteY0"/>
              </a:cxn>
              <a:cxn ang="0">
                <a:pos x="connsiteX1" y="connsiteY1"/>
              </a:cxn>
              <a:cxn ang="0">
                <a:pos x="connsiteX2" y="connsiteY2"/>
              </a:cxn>
              <a:cxn ang="0">
                <a:pos x="connsiteX3" y="connsiteY3"/>
              </a:cxn>
            </a:cxnLst>
            <a:rect l="l" t="t" r="r" b="b"/>
            <a:pathLst>
              <a:path w="561975" h="1123950">
                <a:moveTo>
                  <a:pt x="561975" y="0"/>
                </a:moveTo>
                <a:lnTo>
                  <a:pt x="561975" y="1123950"/>
                </a:lnTo>
                <a:cubicBezTo>
                  <a:pt x="251605" y="1123950"/>
                  <a:pt x="0" y="872345"/>
                  <a:pt x="0" y="561975"/>
                </a:cubicBezTo>
                <a:cubicBezTo>
                  <a:pt x="0" y="251605"/>
                  <a:pt x="251605" y="0"/>
                  <a:pt x="561975" y="0"/>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5" name="Freeform: Shape 17">
            <a:extLst>
              <a:ext uri="{FF2B5EF4-FFF2-40B4-BE49-F238E27FC236}">
                <a16:creationId xmlns:a16="http://schemas.microsoft.com/office/drawing/2014/main" id="{CE00B65A-4DD3-A66E-7B7D-B1480BCB5110}"/>
              </a:ext>
              <a:ext uri="{C183D7F6-B498-43B3-948B-1728B52AA6E4}">
                <adec:decorative xmlns:adec="http://schemas.microsoft.com/office/drawing/2017/decorative" val="1"/>
              </a:ext>
            </a:extLst>
          </p:cNvPr>
          <p:cNvSpPr/>
          <p:nvPr userDrawn="1"/>
        </p:nvSpPr>
        <p:spPr>
          <a:xfrm>
            <a:off x="11764589" y="0"/>
            <a:ext cx="427411" cy="854823"/>
          </a:xfrm>
          <a:custGeom>
            <a:avLst/>
            <a:gdLst>
              <a:gd name="connsiteX0" fmla="*/ 561975 w 561975"/>
              <a:gd name="connsiteY0" fmla="*/ 0 h 1123950"/>
              <a:gd name="connsiteX1" fmla="*/ 561975 w 561975"/>
              <a:gd name="connsiteY1" fmla="*/ 1123950 h 1123950"/>
              <a:gd name="connsiteX2" fmla="*/ 0 w 561975"/>
              <a:gd name="connsiteY2" fmla="*/ 561975 h 1123950"/>
              <a:gd name="connsiteX3" fmla="*/ 561975 w 561975"/>
              <a:gd name="connsiteY3" fmla="*/ 0 h 1123950"/>
            </a:gdLst>
            <a:ahLst/>
            <a:cxnLst>
              <a:cxn ang="0">
                <a:pos x="connsiteX0" y="connsiteY0"/>
              </a:cxn>
              <a:cxn ang="0">
                <a:pos x="connsiteX1" y="connsiteY1"/>
              </a:cxn>
              <a:cxn ang="0">
                <a:pos x="connsiteX2" y="connsiteY2"/>
              </a:cxn>
              <a:cxn ang="0">
                <a:pos x="connsiteX3" y="connsiteY3"/>
              </a:cxn>
            </a:cxnLst>
            <a:rect l="l" t="t" r="r" b="b"/>
            <a:pathLst>
              <a:path w="561975" h="1123950">
                <a:moveTo>
                  <a:pt x="561975" y="0"/>
                </a:moveTo>
                <a:lnTo>
                  <a:pt x="561975" y="1123950"/>
                </a:lnTo>
                <a:cubicBezTo>
                  <a:pt x="251605" y="1123950"/>
                  <a:pt x="0" y="872345"/>
                  <a:pt x="0" y="561975"/>
                </a:cubicBezTo>
                <a:cubicBezTo>
                  <a:pt x="0" y="251605"/>
                  <a:pt x="251605" y="0"/>
                  <a:pt x="561975" y="0"/>
                </a:cubicBez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6" name="Freeform: Shape 19">
            <a:extLst>
              <a:ext uri="{FF2B5EF4-FFF2-40B4-BE49-F238E27FC236}">
                <a16:creationId xmlns:a16="http://schemas.microsoft.com/office/drawing/2014/main" id="{69C3029D-7FB9-5E45-82D3-D6A8844A68E5}"/>
              </a:ext>
              <a:ext uri="{C183D7F6-B498-43B3-948B-1728B52AA6E4}">
                <adec:decorative xmlns:adec="http://schemas.microsoft.com/office/drawing/2017/decorative" val="1"/>
              </a:ext>
            </a:extLst>
          </p:cNvPr>
          <p:cNvSpPr/>
          <p:nvPr userDrawn="1"/>
        </p:nvSpPr>
        <p:spPr>
          <a:xfrm flipH="1">
            <a:off x="0" y="6003177"/>
            <a:ext cx="427411" cy="854823"/>
          </a:xfrm>
          <a:custGeom>
            <a:avLst/>
            <a:gdLst>
              <a:gd name="connsiteX0" fmla="*/ 561975 w 561975"/>
              <a:gd name="connsiteY0" fmla="*/ 0 h 1123950"/>
              <a:gd name="connsiteX1" fmla="*/ 561975 w 561975"/>
              <a:gd name="connsiteY1" fmla="*/ 1123950 h 1123950"/>
              <a:gd name="connsiteX2" fmla="*/ 0 w 561975"/>
              <a:gd name="connsiteY2" fmla="*/ 561975 h 1123950"/>
              <a:gd name="connsiteX3" fmla="*/ 561975 w 561975"/>
              <a:gd name="connsiteY3" fmla="*/ 0 h 1123950"/>
            </a:gdLst>
            <a:ahLst/>
            <a:cxnLst>
              <a:cxn ang="0">
                <a:pos x="connsiteX0" y="connsiteY0"/>
              </a:cxn>
              <a:cxn ang="0">
                <a:pos x="connsiteX1" y="connsiteY1"/>
              </a:cxn>
              <a:cxn ang="0">
                <a:pos x="connsiteX2" y="connsiteY2"/>
              </a:cxn>
              <a:cxn ang="0">
                <a:pos x="connsiteX3" y="connsiteY3"/>
              </a:cxn>
            </a:cxnLst>
            <a:rect l="l" t="t" r="r" b="b"/>
            <a:pathLst>
              <a:path w="561975" h="1123950">
                <a:moveTo>
                  <a:pt x="561975" y="0"/>
                </a:moveTo>
                <a:lnTo>
                  <a:pt x="561975" y="1123950"/>
                </a:lnTo>
                <a:cubicBezTo>
                  <a:pt x="251605" y="1123950"/>
                  <a:pt x="0" y="872345"/>
                  <a:pt x="0" y="561975"/>
                </a:cubicBezTo>
                <a:cubicBezTo>
                  <a:pt x="0" y="251605"/>
                  <a:pt x="251605" y="0"/>
                  <a:pt x="561975" y="0"/>
                </a:cubicBez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7" name="Freeform: Shape 18">
            <a:extLst>
              <a:ext uri="{FF2B5EF4-FFF2-40B4-BE49-F238E27FC236}">
                <a16:creationId xmlns:a16="http://schemas.microsoft.com/office/drawing/2014/main" id="{BE1498E0-4720-9D5C-04B8-B5A813618575}"/>
              </a:ext>
              <a:ext uri="{C183D7F6-B498-43B3-948B-1728B52AA6E4}">
                <adec:decorative xmlns:adec="http://schemas.microsoft.com/office/drawing/2017/decorative" val="1"/>
              </a:ext>
            </a:extLst>
          </p:cNvPr>
          <p:cNvSpPr/>
          <p:nvPr userDrawn="1"/>
        </p:nvSpPr>
        <p:spPr>
          <a:xfrm flipH="1">
            <a:off x="478123" y="6003177"/>
            <a:ext cx="427411" cy="854823"/>
          </a:xfrm>
          <a:custGeom>
            <a:avLst/>
            <a:gdLst>
              <a:gd name="connsiteX0" fmla="*/ 561975 w 561975"/>
              <a:gd name="connsiteY0" fmla="*/ 0 h 1123950"/>
              <a:gd name="connsiteX1" fmla="*/ 561975 w 561975"/>
              <a:gd name="connsiteY1" fmla="*/ 1123950 h 1123950"/>
              <a:gd name="connsiteX2" fmla="*/ 0 w 561975"/>
              <a:gd name="connsiteY2" fmla="*/ 561975 h 1123950"/>
              <a:gd name="connsiteX3" fmla="*/ 561975 w 561975"/>
              <a:gd name="connsiteY3" fmla="*/ 0 h 1123950"/>
            </a:gdLst>
            <a:ahLst/>
            <a:cxnLst>
              <a:cxn ang="0">
                <a:pos x="connsiteX0" y="connsiteY0"/>
              </a:cxn>
              <a:cxn ang="0">
                <a:pos x="connsiteX1" y="connsiteY1"/>
              </a:cxn>
              <a:cxn ang="0">
                <a:pos x="connsiteX2" y="connsiteY2"/>
              </a:cxn>
              <a:cxn ang="0">
                <a:pos x="connsiteX3" y="connsiteY3"/>
              </a:cxn>
            </a:cxnLst>
            <a:rect l="l" t="t" r="r" b="b"/>
            <a:pathLst>
              <a:path w="561975" h="1123950">
                <a:moveTo>
                  <a:pt x="561975" y="0"/>
                </a:moveTo>
                <a:lnTo>
                  <a:pt x="561975" y="1123950"/>
                </a:lnTo>
                <a:cubicBezTo>
                  <a:pt x="251605" y="1123950"/>
                  <a:pt x="0" y="872345"/>
                  <a:pt x="0" y="561975"/>
                </a:cubicBezTo>
                <a:cubicBezTo>
                  <a:pt x="0" y="251605"/>
                  <a:pt x="251605" y="0"/>
                  <a:pt x="561975" y="0"/>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Tree>
    <p:extLst>
      <p:ext uri="{BB962C8B-B14F-4D97-AF65-F5344CB8AC3E}">
        <p14:creationId xmlns:p14="http://schemas.microsoft.com/office/powerpoint/2010/main" val="1626089341"/>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Title and 3-item List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hasCustomPrompt="1"/>
          </p:nvPr>
        </p:nvSpPr>
        <p:spPr>
          <a:xfrm>
            <a:off x="844000" y="886783"/>
            <a:ext cx="10504000" cy="1132258"/>
          </a:xfrm>
        </p:spPr>
        <p:txBody>
          <a:bodyPr anchor="ctr">
            <a:noAutofit/>
          </a:bodyPr>
          <a:lstStyle>
            <a:lvl1pPr algn="ctr">
              <a:defRPr sz="3600"/>
            </a:lvl1pPr>
          </a:lstStyle>
          <a:p>
            <a:r>
              <a:rPr lang="en-US"/>
              <a:t>Click to edit Master title style</a:t>
            </a:r>
          </a:p>
        </p:txBody>
      </p:sp>
      <p:sp>
        <p:nvSpPr>
          <p:cNvPr id="22" name="Picture Placeholder21">
            <a:extLst>
              <a:ext uri="{FF2B5EF4-FFF2-40B4-BE49-F238E27FC236}">
                <a16:creationId xmlns:a16="http://schemas.microsoft.com/office/drawing/2014/main" id="{D0542117-0280-7EF2-981E-7EBEEA22B83F}"/>
              </a:ext>
            </a:extLst>
          </p:cNvPr>
          <p:cNvSpPr>
            <a:spLocks noGrp="1"/>
          </p:cNvSpPr>
          <p:nvPr>
            <p:ph type="pic" sz="quarter" idx="14"/>
          </p:nvPr>
        </p:nvSpPr>
        <p:spPr>
          <a:xfrm>
            <a:off x="1380778" y="2533650"/>
            <a:ext cx="2684463" cy="1431925"/>
          </a:xfrm>
        </p:spPr>
        <p:txBody>
          <a:bodyPr/>
          <a:lstStyle/>
          <a:p>
            <a:endParaRPr lang="en-GB"/>
          </a:p>
        </p:txBody>
      </p:sp>
      <p:sp>
        <p:nvSpPr>
          <p:cNvPr id="8" name="Text Placeholder 35">
            <a:extLst>
              <a:ext uri="{FF2B5EF4-FFF2-40B4-BE49-F238E27FC236}">
                <a16:creationId xmlns:a16="http://schemas.microsoft.com/office/drawing/2014/main" id="{C0CA7D34-E67D-8E1E-D764-4EEF48B5F106}"/>
              </a:ext>
            </a:extLst>
          </p:cNvPr>
          <p:cNvSpPr>
            <a:spLocks noGrp="1"/>
          </p:cNvSpPr>
          <p:nvPr>
            <p:ph type="body" sz="quarter" idx="39"/>
          </p:nvPr>
        </p:nvSpPr>
        <p:spPr>
          <a:xfrm>
            <a:off x="1372424" y="4044953"/>
            <a:ext cx="2692817" cy="680705"/>
          </a:xfrm>
        </p:spPr>
        <p:txBody>
          <a:bodyPr anchor="b">
            <a:noAutofit/>
          </a:bodyPr>
          <a:lstStyle>
            <a:lvl1pPr marL="0" indent="0" algn="ctr">
              <a:lnSpc>
                <a:spcPct val="100000"/>
              </a:lnSpc>
              <a:spcBef>
                <a:spcPts val="0"/>
              </a:spcBef>
              <a:buNone/>
              <a:defRPr sz="1800" baseline="0">
                <a:latin typeface="+mj-lt"/>
                <a:ea typeface="+mj-ea"/>
              </a:defRPr>
            </a:lvl1pPr>
            <a:lvl2pPr algn="ctr">
              <a:lnSpc>
                <a:spcPct val="100000"/>
              </a:lnSpc>
              <a:spcBef>
                <a:spcPts val="0"/>
              </a:spcBef>
              <a:defRPr sz="1800">
                <a:latin typeface="+mj-lt"/>
              </a:defRPr>
            </a:lvl2pPr>
            <a:lvl3pPr algn="ctr">
              <a:lnSpc>
                <a:spcPct val="100000"/>
              </a:lnSpc>
              <a:spcBef>
                <a:spcPts val="0"/>
              </a:spcBef>
              <a:defRPr sz="1800">
                <a:latin typeface="+mj-lt"/>
              </a:defRPr>
            </a:lvl3pPr>
            <a:lvl4pPr algn="ctr">
              <a:lnSpc>
                <a:spcPct val="100000"/>
              </a:lnSpc>
              <a:spcBef>
                <a:spcPts val="0"/>
              </a:spcBef>
              <a:defRPr sz="1800">
                <a:latin typeface="+mj-lt"/>
              </a:defRPr>
            </a:lvl4pPr>
            <a:lvl5pPr algn="ctr">
              <a:lnSpc>
                <a:spcPct val="100000"/>
              </a:lnSpc>
              <a:spcBef>
                <a:spcPts val="0"/>
              </a:spcBef>
              <a:defRPr sz="1800">
                <a:latin typeface="+mj-lt"/>
              </a:defRPr>
            </a:lvl5pPr>
          </a:lstStyle>
          <a:p>
            <a:pPr lvl="0"/>
            <a:r>
              <a:rPr lang="en-GB"/>
              <a:t>Click to edit Master text styles</a:t>
            </a:r>
          </a:p>
        </p:txBody>
      </p:sp>
      <p:sp>
        <p:nvSpPr>
          <p:cNvPr id="9" name="Text Placeholder 35">
            <a:extLst>
              <a:ext uri="{FF2B5EF4-FFF2-40B4-BE49-F238E27FC236}">
                <a16:creationId xmlns:a16="http://schemas.microsoft.com/office/drawing/2014/main" id="{BF9C1CC2-757F-2074-A27F-0C3465D031C7}"/>
              </a:ext>
            </a:extLst>
          </p:cNvPr>
          <p:cNvSpPr>
            <a:spLocks noGrp="1"/>
          </p:cNvSpPr>
          <p:nvPr>
            <p:ph type="body" sz="quarter" idx="40"/>
          </p:nvPr>
        </p:nvSpPr>
        <p:spPr>
          <a:xfrm>
            <a:off x="1372424" y="4860184"/>
            <a:ext cx="2692817" cy="879610"/>
          </a:xfrm>
        </p:spPr>
        <p:txBody>
          <a:bodyPr>
            <a:noAutofit/>
          </a:bodyPr>
          <a:lstStyle>
            <a:lvl1pPr marL="0" indent="0" algn="ctr">
              <a:spcBef>
                <a:spcPts val="0"/>
              </a:spcBef>
              <a:buNone/>
              <a:defRPr sz="1400"/>
            </a:lvl1pPr>
            <a:lvl2pPr algn="ctr">
              <a:spcBef>
                <a:spcPts val="0"/>
              </a:spcBef>
              <a:defRPr sz="1400"/>
            </a:lvl2pPr>
            <a:lvl3pPr algn="ctr">
              <a:spcBef>
                <a:spcPts val="0"/>
              </a:spcBef>
              <a:defRPr sz="1400"/>
            </a:lvl3pPr>
            <a:lvl4pPr algn="ctr">
              <a:spcBef>
                <a:spcPts val="0"/>
              </a:spcBef>
              <a:defRPr sz="1400"/>
            </a:lvl4pPr>
            <a:lvl5pPr algn="ctr">
              <a:spcBef>
                <a:spcPts val="0"/>
              </a:spcBef>
              <a:defRPr sz="1400"/>
            </a:lvl5pPr>
          </a:lstStyle>
          <a:p>
            <a:pPr lvl="0"/>
            <a:r>
              <a:rPr lang="en-GB"/>
              <a:t>Click to edit Master text styles</a:t>
            </a:r>
          </a:p>
        </p:txBody>
      </p:sp>
      <p:sp>
        <p:nvSpPr>
          <p:cNvPr id="25" name="Picture Placeholder21">
            <a:extLst>
              <a:ext uri="{FF2B5EF4-FFF2-40B4-BE49-F238E27FC236}">
                <a16:creationId xmlns:a16="http://schemas.microsoft.com/office/drawing/2014/main" id="{57B833E3-1027-D68D-486F-417BDE65BF44}"/>
              </a:ext>
            </a:extLst>
          </p:cNvPr>
          <p:cNvSpPr>
            <a:spLocks noGrp="1"/>
          </p:cNvSpPr>
          <p:nvPr>
            <p:ph type="pic" sz="quarter" idx="17"/>
          </p:nvPr>
        </p:nvSpPr>
        <p:spPr>
          <a:xfrm>
            <a:off x="4753768" y="2533650"/>
            <a:ext cx="2684463" cy="1431925"/>
          </a:xfrm>
        </p:spPr>
        <p:txBody>
          <a:bodyPr/>
          <a:lstStyle/>
          <a:p>
            <a:endParaRPr lang="en-GB"/>
          </a:p>
        </p:txBody>
      </p:sp>
      <p:sp>
        <p:nvSpPr>
          <p:cNvPr id="12" name="Text Placeholder 35">
            <a:extLst>
              <a:ext uri="{FF2B5EF4-FFF2-40B4-BE49-F238E27FC236}">
                <a16:creationId xmlns:a16="http://schemas.microsoft.com/office/drawing/2014/main" id="{51119BFC-5232-31B7-0199-2BC44B1610E9}"/>
              </a:ext>
            </a:extLst>
          </p:cNvPr>
          <p:cNvSpPr>
            <a:spLocks noGrp="1"/>
          </p:cNvSpPr>
          <p:nvPr>
            <p:ph type="body" sz="quarter" idx="41"/>
          </p:nvPr>
        </p:nvSpPr>
        <p:spPr>
          <a:xfrm>
            <a:off x="4745414" y="4044953"/>
            <a:ext cx="2692817" cy="680705"/>
          </a:xfrm>
        </p:spPr>
        <p:txBody>
          <a:bodyPr anchor="b">
            <a:noAutofit/>
          </a:bodyPr>
          <a:lstStyle>
            <a:lvl1pPr marL="0" indent="0" algn="ctr">
              <a:lnSpc>
                <a:spcPct val="100000"/>
              </a:lnSpc>
              <a:spcBef>
                <a:spcPts val="0"/>
              </a:spcBef>
              <a:buNone/>
              <a:defRPr sz="1800" baseline="0">
                <a:latin typeface="+mj-lt"/>
                <a:ea typeface="+mj-ea"/>
              </a:defRPr>
            </a:lvl1pPr>
            <a:lvl2pPr algn="ctr">
              <a:lnSpc>
                <a:spcPct val="100000"/>
              </a:lnSpc>
              <a:spcBef>
                <a:spcPts val="0"/>
              </a:spcBef>
              <a:defRPr sz="1800">
                <a:latin typeface="+mj-lt"/>
              </a:defRPr>
            </a:lvl2pPr>
            <a:lvl3pPr algn="ctr">
              <a:lnSpc>
                <a:spcPct val="100000"/>
              </a:lnSpc>
              <a:spcBef>
                <a:spcPts val="0"/>
              </a:spcBef>
              <a:defRPr sz="1800">
                <a:latin typeface="+mj-lt"/>
              </a:defRPr>
            </a:lvl3pPr>
            <a:lvl4pPr algn="ctr">
              <a:lnSpc>
                <a:spcPct val="100000"/>
              </a:lnSpc>
              <a:spcBef>
                <a:spcPts val="0"/>
              </a:spcBef>
              <a:defRPr sz="1800">
                <a:latin typeface="+mj-lt"/>
              </a:defRPr>
            </a:lvl4pPr>
            <a:lvl5pPr algn="ctr">
              <a:lnSpc>
                <a:spcPct val="100000"/>
              </a:lnSpc>
              <a:spcBef>
                <a:spcPts val="0"/>
              </a:spcBef>
              <a:defRPr sz="1800">
                <a:latin typeface="+mj-lt"/>
              </a:defRPr>
            </a:lvl5pPr>
          </a:lstStyle>
          <a:p>
            <a:pPr lvl="0"/>
            <a:r>
              <a:rPr lang="en-GB"/>
              <a:t>Click to edit Master text styles</a:t>
            </a:r>
          </a:p>
        </p:txBody>
      </p:sp>
      <p:sp>
        <p:nvSpPr>
          <p:cNvPr id="13" name="Text Placeholder 35">
            <a:extLst>
              <a:ext uri="{FF2B5EF4-FFF2-40B4-BE49-F238E27FC236}">
                <a16:creationId xmlns:a16="http://schemas.microsoft.com/office/drawing/2014/main" id="{5B52BFC0-79AE-E39B-C284-97D8EDBCA7A0}"/>
              </a:ext>
            </a:extLst>
          </p:cNvPr>
          <p:cNvSpPr>
            <a:spLocks noGrp="1"/>
          </p:cNvSpPr>
          <p:nvPr>
            <p:ph type="body" sz="quarter" idx="42"/>
          </p:nvPr>
        </p:nvSpPr>
        <p:spPr>
          <a:xfrm>
            <a:off x="4745414" y="4860184"/>
            <a:ext cx="2692817" cy="879610"/>
          </a:xfrm>
        </p:spPr>
        <p:txBody>
          <a:bodyPr>
            <a:noAutofit/>
          </a:bodyPr>
          <a:lstStyle>
            <a:lvl1pPr marL="0" indent="0" algn="ctr">
              <a:spcBef>
                <a:spcPts val="0"/>
              </a:spcBef>
              <a:buNone/>
              <a:defRPr sz="1400"/>
            </a:lvl1pPr>
            <a:lvl2pPr algn="ctr">
              <a:spcBef>
                <a:spcPts val="0"/>
              </a:spcBef>
              <a:defRPr sz="1400"/>
            </a:lvl2pPr>
            <a:lvl3pPr algn="ctr">
              <a:spcBef>
                <a:spcPts val="0"/>
              </a:spcBef>
              <a:defRPr sz="1400"/>
            </a:lvl3pPr>
            <a:lvl4pPr algn="ctr">
              <a:spcBef>
                <a:spcPts val="0"/>
              </a:spcBef>
              <a:defRPr sz="1400"/>
            </a:lvl4pPr>
            <a:lvl5pPr algn="ctr">
              <a:spcBef>
                <a:spcPts val="0"/>
              </a:spcBef>
              <a:defRPr sz="1400"/>
            </a:lvl5pPr>
          </a:lstStyle>
          <a:p>
            <a:pPr lvl="0"/>
            <a:r>
              <a:rPr lang="en-GB"/>
              <a:t>Click to edit Master text styles</a:t>
            </a:r>
          </a:p>
        </p:txBody>
      </p:sp>
      <p:sp>
        <p:nvSpPr>
          <p:cNvPr id="28" name="Picture Placeholder 21">
            <a:extLst>
              <a:ext uri="{FF2B5EF4-FFF2-40B4-BE49-F238E27FC236}">
                <a16:creationId xmlns:a16="http://schemas.microsoft.com/office/drawing/2014/main" id="{CF406033-2018-29A3-CCC9-6C9E44FD5D18}"/>
              </a:ext>
            </a:extLst>
          </p:cNvPr>
          <p:cNvSpPr>
            <a:spLocks noGrp="1"/>
          </p:cNvSpPr>
          <p:nvPr>
            <p:ph type="pic" sz="quarter" idx="20"/>
          </p:nvPr>
        </p:nvSpPr>
        <p:spPr>
          <a:xfrm>
            <a:off x="8114789" y="2533650"/>
            <a:ext cx="2684463" cy="1431925"/>
          </a:xfrm>
        </p:spPr>
        <p:txBody>
          <a:bodyPr/>
          <a:lstStyle/>
          <a:p>
            <a:endParaRPr lang="en-GB"/>
          </a:p>
        </p:txBody>
      </p:sp>
      <p:sp>
        <p:nvSpPr>
          <p:cNvPr id="18" name="Text Placeholder 35">
            <a:extLst>
              <a:ext uri="{FF2B5EF4-FFF2-40B4-BE49-F238E27FC236}">
                <a16:creationId xmlns:a16="http://schemas.microsoft.com/office/drawing/2014/main" id="{C3ED7ECE-1ADF-CD96-C30D-6F02AC54B1FE}"/>
              </a:ext>
            </a:extLst>
          </p:cNvPr>
          <p:cNvSpPr>
            <a:spLocks noGrp="1"/>
          </p:cNvSpPr>
          <p:nvPr>
            <p:ph type="body" sz="quarter" idx="43"/>
          </p:nvPr>
        </p:nvSpPr>
        <p:spPr>
          <a:xfrm>
            <a:off x="8106435" y="4044953"/>
            <a:ext cx="2692817" cy="680705"/>
          </a:xfrm>
        </p:spPr>
        <p:txBody>
          <a:bodyPr anchor="b">
            <a:noAutofit/>
          </a:bodyPr>
          <a:lstStyle>
            <a:lvl1pPr marL="0" indent="0" algn="ctr">
              <a:lnSpc>
                <a:spcPct val="100000"/>
              </a:lnSpc>
              <a:spcBef>
                <a:spcPts val="0"/>
              </a:spcBef>
              <a:buNone/>
              <a:defRPr sz="1800" baseline="0">
                <a:latin typeface="+mj-lt"/>
                <a:ea typeface="+mj-ea"/>
              </a:defRPr>
            </a:lvl1pPr>
            <a:lvl2pPr algn="ctr">
              <a:lnSpc>
                <a:spcPct val="100000"/>
              </a:lnSpc>
              <a:spcBef>
                <a:spcPts val="0"/>
              </a:spcBef>
              <a:defRPr sz="1800">
                <a:latin typeface="+mj-lt"/>
              </a:defRPr>
            </a:lvl2pPr>
            <a:lvl3pPr algn="ctr">
              <a:lnSpc>
                <a:spcPct val="100000"/>
              </a:lnSpc>
              <a:spcBef>
                <a:spcPts val="0"/>
              </a:spcBef>
              <a:defRPr sz="1800">
                <a:latin typeface="+mj-lt"/>
              </a:defRPr>
            </a:lvl3pPr>
            <a:lvl4pPr algn="ctr">
              <a:lnSpc>
                <a:spcPct val="100000"/>
              </a:lnSpc>
              <a:spcBef>
                <a:spcPts val="0"/>
              </a:spcBef>
              <a:defRPr sz="1800">
                <a:latin typeface="+mj-lt"/>
              </a:defRPr>
            </a:lvl4pPr>
            <a:lvl5pPr algn="ctr">
              <a:lnSpc>
                <a:spcPct val="100000"/>
              </a:lnSpc>
              <a:spcBef>
                <a:spcPts val="0"/>
              </a:spcBef>
              <a:defRPr sz="1800">
                <a:latin typeface="+mj-lt"/>
              </a:defRPr>
            </a:lvl5pPr>
          </a:lstStyle>
          <a:p>
            <a:pPr lvl="0"/>
            <a:r>
              <a:rPr lang="en-GB"/>
              <a:t>Click to edit Master text styles</a:t>
            </a:r>
          </a:p>
        </p:txBody>
      </p:sp>
      <p:sp>
        <p:nvSpPr>
          <p:cNvPr id="21" name="Text Placeholder 35">
            <a:extLst>
              <a:ext uri="{FF2B5EF4-FFF2-40B4-BE49-F238E27FC236}">
                <a16:creationId xmlns:a16="http://schemas.microsoft.com/office/drawing/2014/main" id="{12DF7936-36F7-44AF-D721-23AB6274392F}"/>
              </a:ext>
            </a:extLst>
          </p:cNvPr>
          <p:cNvSpPr>
            <a:spLocks noGrp="1"/>
          </p:cNvSpPr>
          <p:nvPr>
            <p:ph type="body" sz="quarter" idx="44"/>
          </p:nvPr>
        </p:nvSpPr>
        <p:spPr>
          <a:xfrm>
            <a:off x="8106435" y="4860184"/>
            <a:ext cx="2692817" cy="879610"/>
          </a:xfrm>
        </p:spPr>
        <p:txBody>
          <a:bodyPr>
            <a:noAutofit/>
          </a:bodyPr>
          <a:lstStyle>
            <a:lvl1pPr marL="0" indent="0" algn="ctr">
              <a:spcBef>
                <a:spcPts val="0"/>
              </a:spcBef>
              <a:buNone/>
              <a:defRPr sz="1400"/>
            </a:lvl1pPr>
            <a:lvl2pPr algn="ctr">
              <a:spcBef>
                <a:spcPts val="0"/>
              </a:spcBef>
              <a:defRPr sz="1400"/>
            </a:lvl2pPr>
            <a:lvl3pPr algn="ctr">
              <a:spcBef>
                <a:spcPts val="0"/>
              </a:spcBef>
              <a:defRPr sz="1400"/>
            </a:lvl3pPr>
            <a:lvl4pPr algn="ctr">
              <a:spcBef>
                <a:spcPts val="0"/>
              </a:spcBef>
              <a:defRPr sz="1400"/>
            </a:lvl4pPr>
            <a:lvl5pPr algn="ctr">
              <a:spcBef>
                <a:spcPts val="0"/>
              </a:spcBef>
              <a:defRPr sz="1400"/>
            </a:lvl5pPr>
          </a:lstStyle>
          <a:p>
            <a:pPr lvl="0"/>
            <a:r>
              <a:rPr lang="en-GB"/>
              <a:t>Click to edit Master text styles</a:t>
            </a:r>
          </a:p>
        </p:txBody>
      </p:sp>
      <p:sp>
        <p:nvSpPr>
          <p:cNvPr id="6" name="Date Placeholder 3">
            <a:extLst>
              <a:ext uri="{FF2B5EF4-FFF2-40B4-BE49-F238E27FC236}">
                <a16:creationId xmlns:a16="http://schemas.microsoft.com/office/drawing/2014/main" id="{D33EABF6-4EA1-0F72-47E7-E214CDBF7DD4}"/>
              </a:ext>
            </a:extLst>
          </p:cNvPr>
          <p:cNvSpPr>
            <a:spLocks noGrp="1"/>
          </p:cNvSpPr>
          <p:nvPr>
            <p:ph type="dt" sz="half" idx="45"/>
          </p:nvPr>
        </p:nvSpPr>
        <p:spPr>
          <a:xfrm>
            <a:off x="1174751" y="6400800"/>
            <a:ext cx="2743200" cy="266700"/>
          </a:xfrm>
        </p:spPr>
        <p:txBody>
          <a:bodyPr lIns="0" tIns="0" rIns="0" bIns="0"/>
          <a:lstStyle>
            <a:lvl1pPr>
              <a:defRPr>
                <a:solidFill>
                  <a:schemeClr val="tx1"/>
                </a:solidFill>
              </a:defRPr>
            </a:lvl1pPr>
          </a:lstStyle>
          <a:p>
            <a:r>
              <a:rPr lang="en-US" altLang="zh-CN" dirty="0"/>
              <a:t>03/12/2025</a:t>
            </a:r>
            <a:fld id="{FD138C57-8E3B-4697-92F8-0ED9B71F7E17}" type="datetime1">
              <a:rPr lang="en-US" smtClean="0"/>
              <a:pPr/>
              <a:t>3/5/2026</a:t>
            </a:fld>
            <a:endParaRPr lang="en-US"/>
          </a:p>
        </p:txBody>
      </p:sp>
      <p:sp>
        <p:nvSpPr>
          <p:cNvPr id="4" name="Footer Placeholder 4">
            <a:extLst>
              <a:ext uri="{FF2B5EF4-FFF2-40B4-BE49-F238E27FC236}">
                <a16:creationId xmlns:a16="http://schemas.microsoft.com/office/drawing/2014/main" id="{F3BA8BAB-E3F7-7F34-F87D-AA46C5710F22}"/>
              </a:ext>
            </a:extLst>
          </p:cNvPr>
          <p:cNvSpPr>
            <a:spLocks noGrp="1"/>
          </p:cNvSpPr>
          <p:nvPr>
            <p:ph type="ftr" sz="quarter" idx="11"/>
          </p:nvPr>
        </p:nvSpPr>
        <p:spPr>
          <a:xfrm>
            <a:off x="4267200" y="6400800"/>
            <a:ext cx="3657600" cy="266700"/>
          </a:xfrm>
        </p:spPr>
        <p:txBody>
          <a:bodyPr/>
          <a:lstStyle>
            <a:lvl1pPr algn="ctr">
              <a:defRPr/>
            </a:lvl1pPr>
          </a:lstStyle>
          <a:p>
            <a:r>
              <a:rPr lang="en-US"/>
              <a:t>Sample Footer Text</a:t>
            </a:r>
          </a:p>
        </p:txBody>
      </p:sp>
      <p:sp>
        <p:nvSpPr>
          <p:cNvPr id="3" name="Slide Number Placeholder 5">
            <a:extLst>
              <a:ext uri="{FF2B5EF4-FFF2-40B4-BE49-F238E27FC236}">
                <a16:creationId xmlns:a16="http://schemas.microsoft.com/office/drawing/2014/main" id="{CE3977F9-FC55-44B0-53B8-ADB4C12EC744}"/>
              </a:ext>
            </a:extLst>
          </p:cNvPr>
          <p:cNvSpPr>
            <a:spLocks noGrp="1"/>
          </p:cNvSpPr>
          <p:nvPr>
            <p:ph type="sldNum" sz="quarter" idx="12"/>
          </p:nvPr>
        </p:nvSpPr>
        <p:spPr>
          <a:xfrm>
            <a:off x="8274049" y="6400800"/>
            <a:ext cx="3241675" cy="266700"/>
          </a:xfrm>
        </p:spPr>
        <p:txBody>
          <a:bodyPr/>
          <a:lstStyle>
            <a:lvl1pPr algn="r">
              <a:defRPr/>
            </a:lvl1pPr>
          </a:lstStyle>
          <a:p>
            <a:fld id="{CC057153-B650-4DEB-B370-79DDCFDCE934}" type="slidenum">
              <a:rPr lang="en-US" smtClean="0"/>
              <a:pPr/>
              <a:t>‹#›</a:t>
            </a:fld>
            <a:endParaRPr lang="en-US"/>
          </a:p>
        </p:txBody>
      </p:sp>
      <p:sp>
        <p:nvSpPr>
          <p:cNvPr id="14" name="Freeform: Shape 59">
            <a:extLst>
              <a:ext uri="{FF2B5EF4-FFF2-40B4-BE49-F238E27FC236}">
                <a16:creationId xmlns:a16="http://schemas.microsoft.com/office/drawing/2014/main" id="{ED3CEBA7-0265-2989-2EC6-ED2043F33782}"/>
              </a:ext>
              <a:ext uri="{C183D7F6-B498-43B3-948B-1728B52AA6E4}">
                <adec:decorative xmlns:adec="http://schemas.microsoft.com/office/drawing/2017/decorative" val="1"/>
              </a:ext>
            </a:extLst>
          </p:cNvPr>
          <p:cNvSpPr/>
          <p:nvPr userDrawn="1"/>
        </p:nvSpPr>
        <p:spPr>
          <a:xfrm flipH="1">
            <a:off x="10886461" y="0"/>
            <a:ext cx="652769" cy="654548"/>
          </a:xfrm>
          <a:custGeom>
            <a:avLst/>
            <a:gdLst>
              <a:gd name="connsiteX0" fmla="*/ 1497298 w 1497298"/>
              <a:gd name="connsiteY0" fmla="*/ 0 h 1457281"/>
              <a:gd name="connsiteX1" fmla="*/ 0 w 1497298"/>
              <a:gd name="connsiteY1" fmla="*/ 0 h 1457281"/>
              <a:gd name="connsiteX2" fmla="*/ 0 w 1497298"/>
              <a:gd name="connsiteY2" fmla="*/ 1457281 h 1457281"/>
            </a:gdLst>
            <a:ahLst/>
            <a:cxnLst>
              <a:cxn ang="0">
                <a:pos x="connsiteX0" y="connsiteY0"/>
              </a:cxn>
              <a:cxn ang="0">
                <a:pos x="connsiteX1" y="connsiteY1"/>
              </a:cxn>
              <a:cxn ang="0">
                <a:pos x="connsiteX2" y="connsiteY2"/>
              </a:cxn>
            </a:cxnLst>
            <a:rect l="l" t="t" r="r" b="b"/>
            <a:pathLst>
              <a:path w="1497298" h="1457281">
                <a:moveTo>
                  <a:pt x="1497298" y="0"/>
                </a:moveTo>
                <a:lnTo>
                  <a:pt x="0" y="0"/>
                </a:lnTo>
                <a:lnTo>
                  <a:pt x="0" y="1457281"/>
                </a:lnTo>
                <a:close/>
              </a:path>
            </a:pathLst>
          </a:custGeom>
          <a:solidFill>
            <a:schemeClr val="accent3"/>
          </a:solidFill>
          <a:ln w="9525" cap="flat">
            <a:noFill/>
            <a:prstDash val="solid"/>
            <a:miter/>
          </a:ln>
        </p:spPr>
        <p:txBody>
          <a:bodyPr rtlCol="0" anchor="ctr"/>
          <a:lstStyle/>
          <a:p>
            <a:pPr lvl="0"/>
            <a:endParaRPr lang="zh-CN" altLang="en-US">
              <a:solidFill>
                <a:schemeClr val="tx1"/>
              </a:solidFill>
            </a:endParaRPr>
          </a:p>
        </p:txBody>
      </p:sp>
      <p:sp>
        <p:nvSpPr>
          <p:cNvPr id="15" name="Rectangle 9">
            <a:extLst>
              <a:ext uri="{FF2B5EF4-FFF2-40B4-BE49-F238E27FC236}">
                <a16:creationId xmlns:a16="http://schemas.microsoft.com/office/drawing/2014/main" id="{A25533D8-30B7-6701-E92E-C0BA672DCCEE}"/>
              </a:ext>
              <a:ext uri="{C183D7F6-B498-43B3-948B-1728B52AA6E4}">
                <adec:decorative xmlns:adec="http://schemas.microsoft.com/office/drawing/2017/decorative" val="1"/>
              </a:ext>
            </a:extLst>
          </p:cNvPr>
          <p:cNvSpPr/>
          <p:nvPr userDrawn="1"/>
        </p:nvSpPr>
        <p:spPr>
          <a:xfrm rot="16200000" flipV="1">
            <a:off x="11538341" y="890"/>
            <a:ext cx="654549" cy="652769"/>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Rectangle 11">
            <a:extLst>
              <a:ext uri="{FF2B5EF4-FFF2-40B4-BE49-F238E27FC236}">
                <a16:creationId xmlns:a16="http://schemas.microsoft.com/office/drawing/2014/main" id="{C35F9418-7400-2BD9-AE41-597ECEA37938}"/>
              </a:ext>
              <a:ext uri="{C183D7F6-B498-43B3-948B-1728B52AA6E4}">
                <adec:decorative xmlns:adec="http://schemas.microsoft.com/office/drawing/2017/decorative" val="1"/>
              </a:ext>
            </a:extLst>
          </p:cNvPr>
          <p:cNvSpPr/>
          <p:nvPr userDrawn="1"/>
        </p:nvSpPr>
        <p:spPr>
          <a:xfrm rot="16200000" flipH="1">
            <a:off x="-889" y="6204342"/>
            <a:ext cx="654546" cy="652769"/>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Freeform: Shape 59">
            <a:extLst>
              <a:ext uri="{FF2B5EF4-FFF2-40B4-BE49-F238E27FC236}">
                <a16:creationId xmlns:a16="http://schemas.microsoft.com/office/drawing/2014/main" id="{C0743258-BC4B-50FD-71BE-9D97DF0A87FD}"/>
              </a:ext>
              <a:ext uri="{C183D7F6-B498-43B3-948B-1728B52AA6E4}">
                <adec:decorative xmlns:adec="http://schemas.microsoft.com/office/drawing/2017/decorative" val="1"/>
              </a:ext>
            </a:extLst>
          </p:cNvPr>
          <p:cNvSpPr/>
          <p:nvPr userDrawn="1"/>
        </p:nvSpPr>
        <p:spPr>
          <a:xfrm flipV="1">
            <a:off x="652769" y="6203452"/>
            <a:ext cx="652769" cy="654548"/>
          </a:xfrm>
          <a:custGeom>
            <a:avLst/>
            <a:gdLst>
              <a:gd name="connsiteX0" fmla="*/ 1497298 w 1497298"/>
              <a:gd name="connsiteY0" fmla="*/ 0 h 1457281"/>
              <a:gd name="connsiteX1" fmla="*/ 0 w 1497298"/>
              <a:gd name="connsiteY1" fmla="*/ 0 h 1457281"/>
              <a:gd name="connsiteX2" fmla="*/ 0 w 1497298"/>
              <a:gd name="connsiteY2" fmla="*/ 1457281 h 1457281"/>
            </a:gdLst>
            <a:ahLst/>
            <a:cxnLst>
              <a:cxn ang="0">
                <a:pos x="connsiteX0" y="connsiteY0"/>
              </a:cxn>
              <a:cxn ang="0">
                <a:pos x="connsiteX1" y="connsiteY1"/>
              </a:cxn>
              <a:cxn ang="0">
                <a:pos x="connsiteX2" y="connsiteY2"/>
              </a:cxn>
            </a:cxnLst>
            <a:rect l="l" t="t" r="r" b="b"/>
            <a:pathLst>
              <a:path w="1497298" h="1457281">
                <a:moveTo>
                  <a:pt x="1497298" y="0"/>
                </a:moveTo>
                <a:lnTo>
                  <a:pt x="0" y="0"/>
                </a:lnTo>
                <a:lnTo>
                  <a:pt x="0" y="1457281"/>
                </a:lnTo>
                <a:close/>
              </a:path>
            </a:pathLst>
          </a:custGeom>
          <a:solidFill>
            <a:schemeClr val="accent3"/>
          </a:solidFill>
          <a:ln w="9525" cap="flat">
            <a:noFill/>
            <a:prstDash val="solid"/>
            <a:miter/>
          </a:ln>
        </p:spPr>
        <p:txBody>
          <a:bodyPr rtlCol="0" anchor="ctr"/>
          <a:lstStyle/>
          <a:p>
            <a:pPr lvl="0"/>
            <a:endParaRPr lang="zh-CN" altLang="en-US">
              <a:solidFill>
                <a:schemeClr val="tx1"/>
              </a:solidFill>
            </a:endParaRPr>
          </a:p>
        </p:txBody>
      </p:sp>
    </p:spTree>
    <p:extLst>
      <p:ext uri="{BB962C8B-B14F-4D97-AF65-F5344CB8AC3E}">
        <p14:creationId xmlns:p14="http://schemas.microsoft.com/office/powerpoint/2010/main" val="44788580"/>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Title and 4-item Lists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hasCustomPrompt="1"/>
          </p:nvPr>
        </p:nvSpPr>
        <p:spPr>
          <a:xfrm>
            <a:off x="844000" y="886783"/>
            <a:ext cx="10504000" cy="1132258"/>
          </a:xfrm>
        </p:spPr>
        <p:txBody>
          <a:bodyPr anchor="ctr">
            <a:noAutofit/>
          </a:bodyPr>
          <a:lstStyle>
            <a:lvl1pPr algn="ctr">
              <a:defRPr sz="3600"/>
            </a:lvl1pPr>
          </a:lstStyle>
          <a:p>
            <a:r>
              <a:rPr lang="en-US"/>
              <a:t>Click to edit Master title style</a:t>
            </a:r>
          </a:p>
        </p:txBody>
      </p:sp>
      <p:sp>
        <p:nvSpPr>
          <p:cNvPr id="30" name="Text Placeholder 35">
            <a:extLst>
              <a:ext uri="{FF2B5EF4-FFF2-40B4-BE49-F238E27FC236}">
                <a16:creationId xmlns:a16="http://schemas.microsoft.com/office/drawing/2014/main" id="{A6D91015-EB22-C504-4A41-5D8469D6BF38}"/>
              </a:ext>
            </a:extLst>
          </p:cNvPr>
          <p:cNvSpPr>
            <a:spLocks noGrp="1"/>
          </p:cNvSpPr>
          <p:nvPr>
            <p:ph type="body" sz="quarter" idx="31"/>
          </p:nvPr>
        </p:nvSpPr>
        <p:spPr>
          <a:xfrm>
            <a:off x="2064866" y="2456269"/>
            <a:ext cx="3568837" cy="609600"/>
          </a:xfrm>
        </p:spPr>
        <p:txBody>
          <a:bodyPr anchor="b">
            <a:noAutofit/>
          </a:bodyPr>
          <a:lstStyle>
            <a:lvl1pPr marL="0" indent="0" algn="ctr">
              <a:lnSpc>
                <a:spcPct val="100000"/>
              </a:lnSpc>
              <a:spcBef>
                <a:spcPts val="0"/>
              </a:spcBef>
              <a:buNone/>
              <a:defRPr sz="1800" baseline="0">
                <a:latin typeface="+mj-lt"/>
                <a:ea typeface="+mj-ea"/>
              </a:defRPr>
            </a:lvl1pPr>
            <a:lvl2pPr algn="ctr">
              <a:lnSpc>
                <a:spcPct val="100000"/>
              </a:lnSpc>
              <a:spcBef>
                <a:spcPts val="0"/>
              </a:spcBef>
              <a:defRPr sz="1800">
                <a:latin typeface="+mj-lt"/>
              </a:defRPr>
            </a:lvl2pPr>
            <a:lvl3pPr algn="ctr">
              <a:lnSpc>
                <a:spcPct val="100000"/>
              </a:lnSpc>
              <a:spcBef>
                <a:spcPts val="0"/>
              </a:spcBef>
              <a:defRPr sz="1800">
                <a:latin typeface="+mj-lt"/>
              </a:defRPr>
            </a:lvl3pPr>
            <a:lvl4pPr algn="ctr">
              <a:lnSpc>
                <a:spcPct val="100000"/>
              </a:lnSpc>
              <a:spcBef>
                <a:spcPts val="0"/>
              </a:spcBef>
              <a:defRPr sz="1800">
                <a:latin typeface="+mj-lt"/>
              </a:defRPr>
            </a:lvl4pPr>
            <a:lvl5pPr algn="ctr">
              <a:lnSpc>
                <a:spcPct val="100000"/>
              </a:lnSpc>
              <a:spcBef>
                <a:spcPts val="0"/>
              </a:spcBef>
              <a:defRPr sz="1800">
                <a:latin typeface="+mj-lt"/>
              </a:defRPr>
            </a:lvl5pPr>
          </a:lstStyle>
          <a:p>
            <a:pPr lvl="0"/>
            <a:r>
              <a:rPr lang="en-GB"/>
              <a:t>Click to edit Master text styles</a:t>
            </a:r>
          </a:p>
        </p:txBody>
      </p:sp>
      <p:sp>
        <p:nvSpPr>
          <p:cNvPr id="31" name="Text Placeholder 35">
            <a:extLst>
              <a:ext uri="{FF2B5EF4-FFF2-40B4-BE49-F238E27FC236}">
                <a16:creationId xmlns:a16="http://schemas.microsoft.com/office/drawing/2014/main" id="{532D2B12-D41E-8DA0-8841-A776ACF4492B}"/>
              </a:ext>
            </a:extLst>
          </p:cNvPr>
          <p:cNvSpPr>
            <a:spLocks noGrp="1"/>
          </p:cNvSpPr>
          <p:nvPr>
            <p:ph type="body" sz="quarter" idx="32"/>
          </p:nvPr>
        </p:nvSpPr>
        <p:spPr>
          <a:xfrm>
            <a:off x="2064866" y="3200395"/>
            <a:ext cx="3568837" cy="789658"/>
          </a:xfrm>
        </p:spPr>
        <p:txBody>
          <a:bodyPr>
            <a:noAutofit/>
          </a:bodyPr>
          <a:lstStyle>
            <a:lvl1pPr marL="0" indent="0" algn="ctr">
              <a:spcBef>
                <a:spcPts val="0"/>
              </a:spcBef>
              <a:buNone/>
              <a:defRPr sz="1400">
                <a:solidFill>
                  <a:schemeClr val="tx1">
                    <a:lumMod val="75000"/>
                    <a:lumOff val="25000"/>
                  </a:schemeClr>
                </a:solidFill>
              </a:defRPr>
            </a:lvl1pPr>
            <a:lvl2pPr algn="ctr">
              <a:spcBef>
                <a:spcPts val="0"/>
              </a:spcBef>
              <a:defRPr sz="1400"/>
            </a:lvl2pPr>
            <a:lvl3pPr algn="ctr">
              <a:spcBef>
                <a:spcPts val="0"/>
              </a:spcBef>
              <a:defRPr sz="1400"/>
            </a:lvl3pPr>
            <a:lvl4pPr algn="ctr">
              <a:spcBef>
                <a:spcPts val="0"/>
              </a:spcBef>
              <a:defRPr sz="1400"/>
            </a:lvl4pPr>
            <a:lvl5pPr algn="ctr">
              <a:spcBef>
                <a:spcPts val="0"/>
              </a:spcBef>
              <a:defRPr sz="1400"/>
            </a:lvl5pPr>
          </a:lstStyle>
          <a:p>
            <a:pPr lvl="0"/>
            <a:r>
              <a:rPr lang="en-GB"/>
              <a:t>Click to edit Master text styles</a:t>
            </a:r>
          </a:p>
        </p:txBody>
      </p:sp>
      <p:sp>
        <p:nvSpPr>
          <p:cNvPr id="32" name="Text Placeholder 35">
            <a:extLst>
              <a:ext uri="{FF2B5EF4-FFF2-40B4-BE49-F238E27FC236}">
                <a16:creationId xmlns:a16="http://schemas.microsoft.com/office/drawing/2014/main" id="{40A11E8F-696A-E4EF-90AF-7299A387E89D}"/>
              </a:ext>
            </a:extLst>
          </p:cNvPr>
          <p:cNvSpPr>
            <a:spLocks noGrp="1"/>
          </p:cNvSpPr>
          <p:nvPr>
            <p:ph type="body" sz="quarter" idx="33"/>
          </p:nvPr>
        </p:nvSpPr>
        <p:spPr>
          <a:xfrm>
            <a:off x="6556353" y="2456269"/>
            <a:ext cx="3568837" cy="609600"/>
          </a:xfrm>
        </p:spPr>
        <p:txBody>
          <a:bodyPr anchor="b">
            <a:noAutofit/>
          </a:bodyPr>
          <a:lstStyle>
            <a:lvl1pPr marL="0" indent="0" algn="ctr">
              <a:lnSpc>
                <a:spcPct val="100000"/>
              </a:lnSpc>
              <a:spcBef>
                <a:spcPts val="0"/>
              </a:spcBef>
              <a:buNone/>
              <a:defRPr sz="1800" baseline="0">
                <a:latin typeface="+mj-lt"/>
                <a:ea typeface="+mj-ea"/>
              </a:defRPr>
            </a:lvl1pPr>
            <a:lvl2pPr algn="ctr">
              <a:lnSpc>
                <a:spcPct val="100000"/>
              </a:lnSpc>
              <a:spcBef>
                <a:spcPts val="0"/>
              </a:spcBef>
              <a:defRPr sz="1800">
                <a:latin typeface="+mj-lt"/>
              </a:defRPr>
            </a:lvl2pPr>
            <a:lvl3pPr algn="ctr">
              <a:lnSpc>
                <a:spcPct val="100000"/>
              </a:lnSpc>
              <a:spcBef>
                <a:spcPts val="0"/>
              </a:spcBef>
              <a:defRPr sz="1800">
                <a:latin typeface="+mj-lt"/>
              </a:defRPr>
            </a:lvl3pPr>
            <a:lvl4pPr algn="ctr">
              <a:lnSpc>
                <a:spcPct val="100000"/>
              </a:lnSpc>
              <a:spcBef>
                <a:spcPts val="0"/>
              </a:spcBef>
              <a:defRPr sz="1800">
                <a:latin typeface="+mj-lt"/>
              </a:defRPr>
            </a:lvl4pPr>
            <a:lvl5pPr algn="ctr">
              <a:lnSpc>
                <a:spcPct val="100000"/>
              </a:lnSpc>
              <a:spcBef>
                <a:spcPts val="0"/>
              </a:spcBef>
              <a:defRPr sz="1800">
                <a:latin typeface="+mj-lt"/>
              </a:defRPr>
            </a:lvl5pPr>
          </a:lstStyle>
          <a:p>
            <a:pPr lvl="0"/>
            <a:r>
              <a:rPr lang="en-GB"/>
              <a:t>Click to edit Master text styles</a:t>
            </a:r>
          </a:p>
        </p:txBody>
      </p:sp>
      <p:sp>
        <p:nvSpPr>
          <p:cNvPr id="33" name="Text Placeholder 35">
            <a:extLst>
              <a:ext uri="{FF2B5EF4-FFF2-40B4-BE49-F238E27FC236}">
                <a16:creationId xmlns:a16="http://schemas.microsoft.com/office/drawing/2014/main" id="{ED0764D2-EF05-95D7-E518-B428DEA78A5B}"/>
              </a:ext>
            </a:extLst>
          </p:cNvPr>
          <p:cNvSpPr>
            <a:spLocks noGrp="1"/>
          </p:cNvSpPr>
          <p:nvPr>
            <p:ph type="body" sz="quarter" idx="34"/>
          </p:nvPr>
        </p:nvSpPr>
        <p:spPr>
          <a:xfrm>
            <a:off x="6556353" y="3200395"/>
            <a:ext cx="3568837" cy="789658"/>
          </a:xfrm>
        </p:spPr>
        <p:txBody>
          <a:bodyPr>
            <a:noAutofit/>
          </a:bodyPr>
          <a:lstStyle>
            <a:lvl1pPr marL="0" indent="0" algn="ctr">
              <a:spcBef>
                <a:spcPts val="0"/>
              </a:spcBef>
              <a:buNone/>
              <a:defRPr sz="1400">
                <a:solidFill>
                  <a:schemeClr val="tx1">
                    <a:lumMod val="75000"/>
                    <a:lumOff val="25000"/>
                  </a:schemeClr>
                </a:solidFill>
              </a:defRPr>
            </a:lvl1pPr>
            <a:lvl2pPr algn="ctr">
              <a:spcBef>
                <a:spcPts val="0"/>
              </a:spcBef>
              <a:defRPr sz="1400"/>
            </a:lvl2pPr>
            <a:lvl3pPr algn="ctr">
              <a:spcBef>
                <a:spcPts val="0"/>
              </a:spcBef>
              <a:defRPr sz="1400"/>
            </a:lvl3pPr>
            <a:lvl4pPr algn="ctr">
              <a:spcBef>
                <a:spcPts val="0"/>
              </a:spcBef>
              <a:defRPr sz="1400"/>
            </a:lvl4pPr>
            <a:lvl5pPr algn="ctr">
              <a:spcBef>
                <a:spcPts val="0"/>
              </a:spcBef>
              <a:defRPr sz="1400"/>
            </a:lvl5pPr>
          </a:lstStyle>
          <a:p>
            <a:pPr lvl="0"/>
            <a:r>
              <a:rPr lang="en-GB"/>
              <a:t>Click to edit Master text styles</a:t>
            </a:r>
          </a:p>
        </p:txBody>
      </p:sp>
      <p:sp>
        <p:nvSpPr>
          <p:cNvPr id="34" name="Text Placeholder 35">
            <a:extLst>
              <a:ext uri="{FF2B5EF4-FFF2-40B4-BE49-F238E27FC236}">
                <a16:creationId xmlns:a16="http://schemas.microsoft.com/office/drawing/2014/main" id="{C07DDEA9-66DD-7AAA-0D2F-798B2B9629EE}"/>
              </a:ext>
            </a:extLst>
          </p:cNvPr>
          <p:cNvSpPr>
            <a:spLocks noGrp="1"/>
          </p:cNvSpPr>
          <p:nvPr>
            <p:ph type="body" sz="quarter" idx="35"/>
          </p:nvPr>
        </p:nvSpPr>
        <p:spPr>
          <a:xfrm>
            <a:off x="2064866" y="4332161"/>
            <a:ext cx="3568837" cy="609600"/>
          </a:xfrm>
        </p:spPr>
        <p:txBody>
          <a:bodyPr anchor="b">
            <a:noAutofit/>
          </a:bodyPr>
          <a:lstStyle>
            <a:lvl1pPr marL="0" indent="0" algn="ctr">
              <a:lnSpc>
                <a:spcPct val="100000"/>
              </a:lnSpc>
              <a:spcBef>
                <a:spcPts val="0"/>
              </a:spcBef>
              <a:buNone/>
              <a:defRPr sz="1800" baseline="0">
                <a:latin typeface="+mj-lt"/>
                <a:ea typeface="+mj-ea"/>
              </a:defRPr>
            </a:lvl1pPr>
            <a:lvl2pPr algn="ctr">
              <a:lnSpc>
                <a:spcPct val="100000"/>
              </a:lnSpc>
              <a:spcBef>
                <a:spcPts val="0"/>
              </a:spcBef>
              <a:defRPr sz="1800">
                <a:latin typeface="+mj-lt"/>
              </a:defRPr>
            </a:lvl2pPr>
            <a:lvl3pPr algn="ctr">
              <a:lnSpc>
                <a:spcPct val="100000"/>
              </a:lnSpc>
              <a:spcBef>
                <a:spcPts val="0"/>
              </a:spcBef>
              <a:defRPr sz="1800">
                <a:latin typeface="+mj-lt"/>
              </a:defRPr>
            </a:lvl3pPr>
            <a:lvl4pPr algn="ctr">
              <a:lnSpc>
                <a:spcPct val="100000"/>
              </a:lnSpc>
              <a:spcBef>
                <a:spcPts val="0"/>
              </a:spcBef>
              <a:defRPr sz="1800">
                <a:latin typeface="+mj-lt"/>
              </a:defRPr>
            </a:lvl4pPr>
            <a:lvl5pPr algn="ctr">
              <a:lnSpc>
                <a:spcPct val="100000"/>
              </a:lnSpc>
              <a:spcBef>
                <a:spcPts val="0"/>
              </a:spcBef>
              <a:defRPr sz="1800">
                <a:latin typeface="+mj-lt"/>
              </a:defRPr>
            </a:lvl5pPr>
          </a:lstStyle>
          <a:p>
            <a:pPr lvl="0"/>
            <a:r>
              <a:rPr lang="en-GB"/>
              <a:t>Click to edit Master text styles</a:t>
            </a:r>
          </a:p>
        </p:txBody>
      </p:sp>
      <p:sp>
        <p:nvSpPr>
          <p:cNvPr id="35" name="Text Placeholder 35">
            <a:extLst>
              <a:ext uri="{FF2B5EF4-FFF2-40B4-BE49-F238E27FC236}">
                <a16:creationId xmlns:a16="http://schemas.microsoft.com/office/drawing/2014/main" id="{D27F749F-CAF5-FF7B-7CF9-192E8764322C}"/>
              </a:ext>
            </a:extLst>
          </p:cNvPr>
          <p:cNvSpPr>
            <a:spLocks noGrp="1"/>
          </p:cNvSpPr>
          <p:nvPr>
            <p:ph type="body" sz="quarter" idx="36"/>
          </p:nvPr>
        </p:nvSpPr>
        <p:spPr>
          <a:xfrm>
            <a:off x="2064866" y="5076287"/>
            <a:ext cx="3568837" cy="789658"/>
          </a:xfrm>
        </p:spPr>
        <p:txBody>
          <a:bodyPr>
            <a:noAutofit/>
          </a:bodyPr>
          <a:lstStyle>
            <a:lvl1pPr marL="0" indent="0" algn="ctr">
              <a:spcBef>
                <a:spcPts val="0"/>
              </a:spcBef>
              <a:buNone/>
              <a:defRPr sz="1400">
                <a:solidFill>
                  <a:schemeClr val="tx1">
                    <a:lumMod val="75000"/>
                    <a:lumOff val="25000"/>
                  </a:schemeClr>
                </a:solidFill>
              </a:defRPr>
            </a:lvl1pPr>
            <a:lvl2pPr algn="ctr">
              <a:spcBef>
                <a:spcPts val="0"/>
              </a:spcBef>
              <a:defRPr sz="1400"/>
            </a:lvl2pPr>
            <a:lvl3pPr algn="ctr">
              <a:spcBef>
                <a:spcPts val="0"/>
              </a:spcBef>
              <a:defRPr sz="1400"/>
            </a:lvl3pPr>
            <a:lvl4pPr algn="ctr">
              <a:spcBef>
                <a:spcPts val="0"/>
              </a:spcBef>
              <a:defRPr sz="1400"/>
            </a:lvl4pPr>
            <a:lvl5pPr algn="ctr">
              <a:spcBef>
                <a:spcPts val="0"/>
              </a:spcBef>
              <a:defRPr sz="1400"/>
            </a:lvl5pPr>
          </a:lstStyle>
          <a:p>
            <a:pPr lvl="0"/>
            <a:r>
              <a:rPr lang="en-GB"/>
              <a:t>Click to edit Master text styles</a:t>
            </a:r>
          </a:p>
        </p:txBody>
      </p:sp>
      <p:sp>
        <p:nvSpPr>
          <p:cNvPr id="36" name="Text Placeholder 35">
            <a:extLst>
              <a:ext uri="{FF2B5EF4-FFF2-40B4-BE49-F238E27FC236}">
                <a16:creationId xmlns:a16="http://schemas.microsoft.com/office/drawing/2014/main" id="{BC192F01-6AB2-5F7C-6D0A-CB9465FB2B17}"/>
              </a:ext>
            </a:extLst>
          </p:cNvPr>
          <p:cNvSpPr>
            <a:spLocks noGrp="1"/>
          </p:cNvSpPr>
          <p:nvPr>
            <p:ph type="body" sz="quarter" idx="37"/>
          </p:nvPr>
        </p:nvSpPr>
        <p:spPr>
          <a:xfrm>
            <a:off x="6556353" y="4332161"/>
            <a:ext cx="3568837" cy="609600"/>
          </a:xfrm>
        </p:spPr>
        <p:txBody>
          <a:bodyPr anchor="b">
            <a:noAutofit/>
          </a:bodyPr>
          <a:lstStyle>
            <a:lvl1pPr marL="0" indent="0" algn="ctr">
              <a:lnSpc>
                <a:spcPct val="100000"/>
              </a:lnSpc>
              <a:spcBef>
                <a:spcPts val="0"/>
              </a:spcBef>
              <a:buNone/>
              <a:defRPr sz="1800" baseline="0">
                <a:latin typeface="+mj-lt"/>
                <a:ea typeface="+mj-ea"/>
              </a:defRPr>
            </a:lvl1pPr>
            <a:lvl2pPr algn="ctr">
              <a:lnSpc>
                <a:spcPct val="100000"/>
              </a:lnSpc>
              <a:spcBef>
                <a:spcPts val="0"/>
              </a:spcBef>
              <a:defRPr sz="1800">
                <a:latin typeface="+mj-lt"/>
              </a:defRPr>
            </a:lvl2pPr>
            <a:lvl3pPr algn="ctr">
              <a:lnSpc>
                <a:spcPct val="100000"/>
              </a:lnSpc>
              <a:spcBef>
                <a:spcPts val="0"/>
              </a:spcBef>
              <a:defRPr sz="1800">
                <a:latin typeface="+mj-lt"/>
              </a:defRPr>
            </a:lvl3pPr>
            <a:lvl4pPr algn="ctr">
              <a:lnSpc>
                <a:spcPct val="100000"/>
              </a:lnSpc>
              <a:spcBef>
                <a:spcPts val="0"/>
              </a:spcBef>
              <a:defRPr sz="1800">
                <a:latin typeface="+mj-lt"/>
              </a:defRPr>
            </a:lvl4pPr>
            <a:lvl5pPr algn="ctr">
              <a:lnSpc>
                <a:spcPct val="100000"/>
              </a:lnSpc>
              <a:spcBef>
                <a:spcPts val="0"/>
              </a:spcBef>
              <a:defRPr sz="1800">
                <a:latin typeface="+mj-lt"/>
              </a:defRPr>
            </a:lvl5pPr>
          </a:lstStyle>
          <a:p>
            <a:pPr lvl="0"/>
            <a:r>
              <a:rPr lang="en-GB"/>
              <a:t>Click to edit Master text styles</a:t>
            </a:r>
          </a:p>
        </p:txBody>
      </p:sp>
      <p:sp>
        <p:nvSpPr>
          <p:cNvPr id="37" name="Text Placeholder 35">
            <a:extLst>
              <a:ext uri="{FF2B5EF4-FFF2-40B4-BE49-F238E27FC236}">
                <a16:creationId xmlns:a16="http://schemas.microsoft.com/office/drawing/2014/main" id="{92B7605E-FACE-97D3-9DDD-CBD52582C52F}"/>
              </a:ext>
            </a:extLst>
          </p:cNvPr>
          <p:cNvSpPr>
            <a:spLocks noGrp="1"/>
          </p:cNvSpPr>
          <p:nvPr>
            <p:ph type="body" sz="quarter" idx="38"/>
          </p:nvPr>
        </p:nvSpPr>
        <p:spPr>
          <a:xfrm>
            <a:off x="6556353" y="5076287"/>
            <a:ext cx="3568837" cy="789658"/>
          </a:xfrm>
        </p:spPr>
        <p:txBody>
          <a:bodyPr>
            <a:noAutofit/>
          </a:bodyPr>
          <a:lstStyle>
            <a:lvl1pPr marL="0" indent="0" algn="ctr">
              <a:spcBef>
                <a:spcPts val="0"/>
              </a:spcBef>
              <a:buNone/>
              <a:defRPr sz="1400">
                <a:solidFill>
                  <a:schemeClr val="tx1">
                    <a:lumMod val="75000"/>
                    <a:lumOff val="25000"/>
                  </a:schemeClr>
                </a:solidFill>
              </a:defRPr>
            </a:lvl1pPr>
            <a:lvl2pPr algn="ctr">
              <a:spcBef>
                <a:spcPts val="0"/>
              </a:spcBef>
              <a:defRPr sz="1400"/>
            </a:lvl2pPr>
            <a:lvl3pPr algn="ctr">
              <a:spcBef>
                <a:spcPts val="0"/>
              </a:spcBef>
              <a:defRPr sz="1400"/>
            </a:lvl3pPr>
            <a:lvl4pPr algn="ctr">
              <a:spcBef>
                <a:spcPts val="0"/>
              </a:spcBef>
              <a:defRPr sz="1400"/>
            </a:lvl4pPr>
            <a:lvl5pPr algn="ctr">
              <a:spcBef>
                <a:spcPts val="0"/>
              </a:spcBef>
              <a:defRPr sz="1400"/>
            </a:lvl5pPr>
          </a:lstStyle>
          <a:p>
            <a:pPr lvl="0"/>
            <a:r>
              <a:rPr lang="en-GB"/>
              <a:t>Click to edit Master text styles</a:t>
            </a:r>
          </a:p>
        </p:txBody>
      </p:sp>
      <p:sp>
        <p:nvSpPr>
          <p:cNvPr id="8" name="Date Placeholder 3">
            <a:extLst>
              <a:ext uri="{FF2B5EF4-FFF2-40B4-BE49-F238E27FC236}">
                <a16:creationId xmlns:a16="http://schemas.microsoft.com/office/drawing/2014/main" id="{3077065C-2494-1885-831E-3BA6D45D1B23}"/>
              </a:ext>
            </a:extLst>
          </p:cNvPr>
          <p:cNvSpPr>
            <a:spLocks noGrp="1"/>
          </p:cNvSpPr>
          <p:nvPr>
            <p:ph type="dt" sz="half" idx="14"/>
          </p:nvPr>
        </p:nvSpPr>
        <p:spPr>
          <a:xfrm>
            <a:off x="1174751" y="6400800"/>
            <a:ext cx="2743200" cy="266700"/>
          </a:xfrm>
        </p:spPr>
        <p:txBody>
          <a:bodyPr lIns="0" tIns="0" rIns="0" bIns="0"/>
          <a:lstStyle>
            <a:lvl1pPr>
              <a:defRPr>
                <a:solidFill>
                  <a:schemeClr val="tx1"/>
                </a:solidFill>
              </a:defRPr>
            </a:lvl1pPr>
          </a:lstStyle>
          <a:p>
            <a:r>
              <a:rPr lang="en-US" altLang="zh-CN" dirty="0"/>
              <a:t>03/12/2025</a:t>
            </a:r>
            <a:fld id="{FD138C57-8E3B-4697-92F8-0ED9B71F7E17}" type="datetime1">
              <a:rPr lang="en-US" smtClean="0"/>
              <a:pPr/>
              <a:t>3/5/2026</a:t>
            </a:fld>
            <a:endParaRPr lang="en-US"/>
          </a:p>
        </p:txBody>
      </p:sp>
      <p:sp>
        <p:nvSpPr>
          <p:cNvPr id="4" name="Footer Placeholder 4">
            <a:extLst>
              <a:ext uri="{FF2B5EF4-FFF2-40B4-BE49-F238E27FC236}">
                <a16:creationId xmlns:a16="http://schemas.microsoft.com/office/drawing/2014/main" id="{F3BA8BAB-E3F7-7F34-F87D-AA46C5710F22}"/>
              </a:ext>
            </a:extLst>
          </p:cNvPr>
          <p:cNvSpPr>
            <a:spLocks noGrp="1"/>
          </p:cNvSpPr>
          <p:nvPr>
            <p:ph type="ftr" sz="quarter" idx="11"/>
          </p:nvPr>
        </p:nvSpPr>
        <p:spPr>
          <a:xfrm>
            <a:off x="4267200" y="6400800"/>
            <a:ext cx="3657600" cy="266700"/>
          </a:xfrm>
        </p:spPr>
        <p:txBody>
          <a:bodyPr/>
          <a:lstStyle>
            <a:lvl1pPr algn="ctr">
              <a:defRPr/>
            </a:lvl1pPr>
          </a:lstStyle>
          <a:p>
            <a:r>
              <a:rPr lang="en-US"/>
              <a:t>Sample Footer Text</a:t>
            </a:r>
          </a:p>
        </p:txBody>
      </p:sp>
      <p:sp>
        <p:nvSpPr>
          <p:cNvPr id="3" name="Slide Number Placeholder 5">
            <a:extLst>
              <a:ext uri="{FF2B5EF4-FFF2-40B4-BE49-F238E27FC236}">
                <a16:creationId xmlns:a16="http://schemas.microsoft.com/office/drawing/2014/main" id="{CE3977F9-FC55-44B0-53B8-ADB4C12EC744}"/>
              </a:ext>
            </a:extLst>
          </p:cNvPr>
          <p:cNvSpPr>
            <a:spLocks noGrp="1"/>
          </p:cNvSpPr>
          <p:nvPr>
            <p:ph type="sldNum" sz="quarter" idx="12"/>
          </p:nvPr>
        </p:nvSpPr>
        <p:spPr>
          <a:xfrm>
            <a:off x="8274049" y="6400800"/>
            <a:ext cx="3241675" cy="266700"/>
          </a:xfrm>
        </p:spPr>
        <p:txBody>
          <a:bodyPr/>
          <a:lstStyle>
            <a:lvl1pPr algn="r">
              <a:defRPr/>
            </a:lvl1pPr>
          </a:lstStyle>
          <a:p>
            <a:fld id="{CC057153-B650-4DEB-B370-79DDCFDCE934}" type="slidenum">
              <a:rPr lang="en-US" smtClean="0"/>
              <a:pPr/>
              <a:t>‹#›</a:t>
            </a:fld>
            <a:endParaRPr lang="en-US"/>
          </a:p>
        </p:txBody>
      </p:sp>
      <p:sp>
        <p:nvSpPr>
          <p:cNvPr id="14" name="Freeform: Shape 16">
            <a:extLst>
              <a:ext uri="{FF2B5EF4-FFF2-40B4-BE49-F238E27FC236}">
                <a16:creationId xmlns:a16="http://schemas.microsoft.com/office/drawing/2014/main" id="{9495CF4B-5A18-C9CB-401F-E668B73D1DF2}"/>
              </a:ext>
              <a:ext uri="{C183D7F6-B498-43B3-948B-1728B52AA6E4}">
                <adec:decorative xmlns:adec="http://schemas.microsoft.com/office/drawing/2017/decorative" val="1"/>
              </a:ext>
            </a:extLst>
          </p:cNvPr>
          <p:cNvSpPr/>
          <p:nvPr userDrawn="1"/>
        </p:nvSpPr>
        <p:spPr>
          <a:xfrm>
            <a:off x="11286467" y="0"/>
            <a:ext cx="427411" cy="854823"/>
          </a:xfrm>
          <a:custGeom>
            <a:avLst/>
            <a:gdLst>
              <a:gd name="connsiteX0" fmla="*/ 561975 w 561975"/>
              <a:gd name="connsiteY0" fmla="*/ 0 h 1123950"/>
              <a:gd name="connsiteX1" fmla="*/ 561975 w 561975"/>
              <a:gd name="connsiteY1" fmla="*/ 1123950 h 1123950"/>
              <a:gd name="connsiteX2" fmla="*/ 0 w 561975"/>
              <a:gd name="connsiteY2" fmla="*/ 561975 h 1123950"/>
              <a:gd name="connsiteX3" fmla="*/ 561975 w 561975"/>
              <a:gd name="connsiteY3" fmla="*/ 0 h 1123950"/>
            </a:gdLst>
            <a:ahLst/>
            <a:cxnLst>
              <a:cxn ang="0">
                <a:pos x="connsiteX0" y="connsiteY0"/>
              </a:cxn>
              <a:cxn ang="0">
                <a:pos x="connsiteX1" y="connsiteY1"/>
              </a:cxn>
              <a:cxn ang="0">
                <a:pos x="connsiteX2" y="connsiteY2"/>
              </a:cxn>
              <a:cxn ang="0">
                <a:pos x="connsiteX3" y="connsiteY3"/>
              </a:cxn>
            </a:cxnLst>
            <a:rect l="l" t="t" r="r" b="b"/>
            <a:pathLst>
              <a:path w="561975" h="1123950">
                <a:moveTo>
                  <a:pt x="561975" y="0"/>
                </a:moveTo>
                <a:lnTo>
                  <a:pt x="561975" y="1123950"/>
                </a:lnTo>
                <a:cubicBezTo>
                  <a:pt x="251605" y="1123950"/>
                  <a:pt x="0" y="872345"/>
                  <a:pt x="0" y="561975"/>
                </a:cubicBezTo>
                <a:cubicBezTo>
                  <a:pt x="0" y="251605"/>
                  <a:pt x="251605" y="0"/>
                  <a:pt x="561975" y="0"/>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5" name="Freeform: Shape 17">
            <a:extLst>
              <a:ext uri="{FF2B5EF4-FFF2-40B4-BE49-F238E27FC236}">
                <a16:creationId xmlns:a16="http://schemas.microsoft.com/office/drawing/2014/main" id="{A3A58E7B-24DB-5995-5E8D-E19B88CD122D}"/>
              </a:ext>
              <a:ext uri="{C183D7F6-B498-43B3-948B-1728B52AA6E4}">
                <adec:decorative xmlns:adec="http://schemas.microsoft.com/office/drawing/2017/decorative" val="1"/>
              </a:ext>
            </a:extLst>
          </p:cNvPr>
          <p:cNvSpPr/>
          <p:nvPr userDrawn="1"/>
        </p:nvSpPr>
        <p:spPr>
          <a:xfrm>
            <a:off x="11764589" y="0"/>
            <a:ext cx="427411" cy="854823"/>
          </a:xfrm>
          <a:custGeom>
            <a:avLst/>
            <a:gdLst>
              <a:gd name="connsiteX0" fmla="*/ 561975 w 561975"/>
              <a:gd name="connsiteY0" fmla="*/ 0 h 1123950"/>
              <a:gd name="connsiteX1" fmla="*/ 561975 w 561975"/>
              <a:gd name="connsiteY1" fmla="*/ 1123950 h 1123950"/>
              <a:gd name="connsiteX2" fmla="*/ 0 w 561975"/>
              <a:gd name="connsiteY2" fmla="*/ 561975 h 1123950"/>
              <a:gd name="connsiteX3" fmla="*/ 561975 w 561975"/>
              <a:gd name="connsiteY3" fmla="*/ 0 h 1123950"/>
            </a:gdLst>
            <a:ahLst/>
            <a:cxnLst>
              <a:cxn ang="0">
                <a:pos x="connsiteX0" y="connsiteY0"/>
              </a:cxn>
              <a:cxn ang="0">
                <a:pos x="connsiteX1" y="connsiteY1"/>
              </a:cxn>
              <a:cxn ang="0">
                <a:pos x="connsiteX2" y="connsiteY2"/>
              </a:cxn>
              <a:cxn ang="0">
                <a:pos x="connsiteX3" y="connsiteY3"/>
              </a:cxn>
            </a:cxnLst>
            <a:rect l="l" t="t" r="r" b="b"/>
            <a:pathLst>
              <a:path w="561975" h="1123950">
                <a:moveTo>
                  <a:pt x="561975" y="0"/>
                </a:moveTo>
                <a:lnTo>
                  <a:pt x="561975" y="1123950"/>
                </a:lnTo>
                <a:cubicBezTo>
                  <a:pt x="251605" y="1123950"/>
                  <a:pt x="0" y="872345"/>
                  <a:pt x="0" y="561975"/>
                </a:cubicBezTo>
                <a:cubicBezTo>
                  <a:pt x="0" y="251605"/>
                  <a:pt x="251605" y="0"/>
                  <a:pt x="561975" y="0"/>
                </a:cubicBez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6" name="Freeform: Shape 19">
            <a:extLst>
              <a:ext uri="{FF2B5EF4-FFF2-40B4-BE49-F238E27FC236}">
                <a16:creationId xmlns:a16="http://schemas.microsoft.com/office/drawing/2014/main" id="{7AEF2BAC-C579-9EFD-2089-8AAF5C6A9312}"/>
              </a:ext>
              <a:ext uri="{C183D7F6-B498-43B3-948B-1728B52AA6E4}">
                <adec:decorative xmlns:adec="http://schemas.microsoft.com/office/drawing/2017/decorative" val="1"/>
              </a:ext>
            </a:extLst>
          </p:cNvPr>
          <p:cNvSpPr/>
          <p:nvPr userDrawn="1"/>
        </p:nvSpPr>
        <p:spPr>
          <a:xfrm flipH="1">
            <a:off x="0" y="6003177"/>
            <a:ext cx="427411" cy="854823"/>
          </a:xfrm>
          <a:custGeom>
            <a:avLst/>
            <a:gdLst>
              <a:gd name="connsiteX0" fmla="*/ 561975 w 561975"/>
              <a:gd name="connsiteY0" fmla="*/ 0 h 1123950"/>
              <a:gd name="connsiteX1" fmla="*/ 561975 w 561975"/>
              <a:gd name="connsiteY1" fmla="*/ 1123950 h 1123950"/>
              <a:gd name="connsiteX2" fmla="*/ 0 w 561975"/>
              <a:gd name="connsiteY2" fmla="*/ 561975 h 1123950"/>
              <a:gd name="connsiteX3" fmla="*/ 561975 w 561975"/>
              <a:gd name="connsiteY3" fmla="*/ 0 h 1123950"/>
            </a:gdLst>
            <a:ahLst/>
            <a:cxnLst>
              <a:cxn ang="0">
                <a:pos x="connsiteX0" y="connsiteY0"/>
              </a:cxn>
              <a:cxn ang="0">
                <a:pos x="connsiteX1" y="connsiteY1"/>
              </a:cxn>
              <a:cxn ang="0">
                <a:pos x="connsiteX2" y="connsiteY2"/>
              </a:cxn>
              <a:cxn ang="0">
                <a:pos x="connsiteX3" y="connsiteY3"/>
              </a:cxn>
            </a:cxnLst>
            <a:rect l="l" t="t" r="r" b="b"/>
            <a:pathLst>
              <a:path w="561975" h="1123950">
                <a:moveTo>
                  <a:pt x="561975" y="0"/>
                </a:moveTo>
                <a:lnTo>
                  <a:pt x="561975" y="1123950"/>
                </a:lnTo>
                <a:cubicBezTo>
                  <a:pt x="251605" y="1123950"/>
                  <a:pt x="0" y="872345"/>
                  <a:pt x="0" y="561975"/>
                </a:cubicBezTo>
                <a:cubicBezTo>
                  <a:pt x="0" y="251605"/>
                  <a:pt x="251605" y="0"/>
                  <a:pt x="561975" y="0"/>
                </a:cubicBez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7" name="Freeform: Shape 18">
            <a:extLst>
              <a:ext uri="{FF2B5EF4-FFF2-40B4-BE49-F238E27FC236}">
                <a16:creationId xmlns:a16="http://schemas.microsoft.com/office/drawing/2014/main" id="{5D70562F-DEEF-5606-F5E8-63AEA8B627AE}"/>
              </a:ext>
              <a:ext uri="{C183D7F6-B498-43B3-948B-1728B52AA6E4}">
                <adec:decorative xmlns:adec="http://schemas.microsoft.com/office/drawing/2017/decorative" val="1"/>
              </a:ext>
            </a:extLst>
          </p:cNvPr>
          <p:cNvSpPr/>
          <p:nvPr userDrawn="1"/>
        </p:nvSpPr>
        <p:spPr>
          <a:xfrm flipH="1">
            <a:off x="478123" y="6003177"/>
            <a:ext cx="427411" cy="854823"/>
          </a:xfrm>
          <a:custGeom>
            <a:avLst/>
            <a:gdLst>
              <a:gd name="connsiteX0" fmla="*/ 561975 w 561975"/>
              <a:gd name="connsiteY0" fmla="*/ 0 h 1123950"/>
              <a:gd name="connsiteX1" fmla="*/ 561975 w 561975"/>
              <a:gd name="connsiteY1" fmla="*/ 1123950 h 1123950"/>
              <a:gd name="connsiteX2" fmla="*/ 0 w 561975"/>
              <a:gd name="connsiteY2" fmla="*/ 561975 h 1123950"/>
              <a:gd name="connsiteX3" fmla="*/ 561975 w 561975"/>
              <a:gd name="connsiteY3" fmla="*/ 0 h 1123950"/>
            </a:gdLst>
            <a:ahLst/>
            <a:cxnLst>
              <a:cxn ang="0">
                <a:pos x="connsiteX0" y="connsiteY0"/>
              </a:cxn>
              <a:cxn ang="0">
                <a:pos x="connsiteX1" y="connsiteY1"/>
              </a:cxn>
              <a:cxn ang="0">
                <a:pos x="connsiteX2" y="connsiteY2"/>
              </a:cxn>
              <a:cxn ang="0">
                <a:pos x="connsiteX3" y="connsiteY3"/>
              </a:cxn>
            </a:cxnLst>
            <a:rect l="l" t="t" r="r" b="b"/>
            <a:pathLst>
              <a:path w="561975" h="1123950">
                <a:moveTo>
                  <a:pt x="561975" y="0"/>
                </a:moveTo>
                <a:lnTo>
                  <a:pt x="561975" y="1123950"/>
                </a:lnTo>
                <a:cubicBezTo>
                  <a:pt x="251605" y="1123950"/>
                  <a:pt x="0" y="872345"/>
                  <a:pt x="0" y="561975"/>
                </a:cubicBezTo>
                <a:cubicBezTo>
                  <a:pt x="0" y="251605"/>
                  <a:pt x="251605" y="0"/>
                  <a:pt x="561975" y="0"/>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Tree>
    <p:extLst>
      <p:ext uri="{BB962C8B-B14F-4D97-AF65-F5344CB8AC3E}">
        <p14:creationId xmlns:p14="http://schemas.microsoft.com/office/powerpoint/2010/main" val="3945060407"/>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Title and 4-item Lists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hasCustomPrompt="1"/>
          </p:nvPr>
        </p:nvSpPr>
        <p:spPr>
          <a:xfrm>
            <a:off x="844000" y="886783"/>
            <a:ext cx="10504000" cy="1132258"/>
          </a:xfrm>
        </p:spPr>
        <p:txBody>
          <a:bodyPr anchor="ctr">
            <a:noAutofit/>
          </a:bodyPr>
          <a:lstStyle>
            <a:lvl1pPr algn="ctr">
              <a:defRPr sz="3600"/>
            </a:lvl1pPr>
          </a:lstStyle>
          <a:p>
            <a:r>
              <a:rPr lang="en-US"/>
              <a:t>Click to edit Master title style</a:t>
            </a:r>
          </a:p>
        </p:txBody>
      </p:sp>
      <p:sp>
        <p:nvSpPr>
          <p:cNvPr id="31" name="Picture Placeholder 30">
            <a:extLst>
              <a:ext uri="{FF2B5EF4-FFF2-40B4-BE49-F238E27FC236}">
                <a16:creationId xmlns:a16="http://schemas.microsoft.com/office/drawing/2014/main" id="{1E932CF8-809C-FD53-EC2F-3F8B262C9E10}"/>
              </a:ext>
            </a:extLst>
          </p:cNvPr>
          <p:cNvSpPr>
            <a:spLocks noGrp="1"/>
          </p:cNvSpPr>
          <p:nvPr>
            <p:ph type="pic" sz="quarter" idx="20"/>
          </p:nvPr>
        </p:nvSpPr>
        <p:spPr>
          <a:xfrm>
            <a:off x="1628775" y="2362200"/>
            <a:ext cx="1122363" cy="1482577"/>
          </a:xfrm>
        </p:spPr>
        <p:txBody>
          <a:bodyPr/>
          <a:lstStyle/>
          <a:p>
            <a:endParaRPr lang="en-GB"/>
          </a:p>
        </p:txBody>
      </p:sp>
      <p:sp>
        <p:nvSpPr>
          <p:cNvPr id="35" name="Text Placeholder 35">
            <a:extLst>
              <a:ext uri="{FF2B5EF4-FFF2-40B4-BE49-F238E27FC236}">
                <a16:creationId xmlns:a16="http://schemas.microsoft.com/office/drawing/2014/main" id="{C5471E28-499C-13C5-B42B-B8FC431D7331}"/>
              </a:ext>
            </a:extLst>
          </p:cNvPr>
          <p:cNvSpPr>
            <a:spLocks noGrp="1"/>
          </p:cNvSpPr>
          <p:nvPr>
            <p:ph type="body" sz="quarter" idx="25"/>
          </p:nvPr>
        </p:nvSpPr>
        <p:spPr>
          <a:xfrm>
            <a:off x="2930248" y="2355585"/>
            <a:ext cx="2683398" cy="609600"/>
          </a:xfrm>
        </p:spPr>
        <p:txBody>
          <a:bodyPr anchor="b">
            <a:noAutofit/>
          </a:bodyPr>
          <a:lstStyle>
            <a:lvl1pPr marL="0" indent="0" algn="l">
              <a:lnSpc>
                <a:spcPct val="100000"/>
              </a:lnSpc>
              <a:spcBef>
                <a:spcPts val="0"/>
              </a:spcBef>
              <a:buNone/>
              <a:defRPr sz="1800" baseline="0">
                <a:latin typeface="+mj-lt"/>
                <a:ea typeface="+mj-ea"/>
              </a:defRPr>
            </a:lvl1pPr>
            <a:lvl2pPr algn="l">
              <a:lnSpc>
                <a:spcPct val="100000"/>
              </a:lnSpc>
              <a:spcBef>
                <a:spcPts val="0"/>
              </a:spcBef>
              <a:defRPr sz="1800">
                <a:latin typeface="+mj-lt"/>
              </a:defRPr>
            </a:lvl2pPr>
            <a:lvl3pPr algn="l">
              <a:lnSpc>
                <a:spcPct val="100000"/>
              </a:lnSpc>
              <a:spcBef>
                <a:spcPts val="0"/>
              </a:spcBef>
              <a:defRPr sz="1800">
                <a:latin typeface="+mj-lt"/>
              </a:defRPr>
            </a:lvl3pPr>
            <a:lvl4pPr algn="l">
              <a:lnSpc>
                <a:spcPct val="100000"/>
              </a:lnSpc>
              <a:spcBef>
                <a:spcPts val="0"/>
              </a:spcBef>
              <a:defRPr sz="1800">
                <a:latin typeface="+mj-lt"/>
              </a:defRPr>
            </a:lvl4pPr>
            <a:lvl5pPr algn="l">
              <a:lnSpc>
                <a:spcPct val="100000"/>
              </a:lnSpc>
              <a:spcBef>
                <a:spcPts val="0"/>
              </a:spcBef>
              <a:defRPr sz="1800">
                <a:latin typeface="+mj-lt"/>
              </a:defRPr>
            </a:lvl5pPr>
          </a:lstStyle>
          <a:p>
            <a:pPr lvl="0"/>
            <a:r>
              <a:rPr lang="en-GB"/>
              <a:t>Click to edit Master text styles</a:t>
            </a:r>
          </a:p>
        </p:txBody>
      </p:sp>
      <p:sp>
        <p:nvSpPr>
          <p:cNvPr id="36" name="Text Placeholder 35">
            <a:extLst>
              <a:ext uri="{FF2B5EF4-FFF2-40B4-BE49-F238E27FC236}">
                <a16:creationId xmlns:a16="http://schemas.microsoft.com/office/drawing/2014/main" id="{0A5EC27E-AE02-883E-31F5-32208B9F14C7}"/>
              </a:ext>
            </a:extLst>
          </p:cNvPr>
          <p:cNvSpPr>
            <a:spLocks noGrp="1"/>
          </p:cNvSpPr>
          <p:nvPr>
            <p:ph type="body" sz="quarter" idx="26"/>
          </p:nvPr>
        </p:nvSpPr>
        <p:spPr>
          <a:xfrm>
            <a:off x="2930248" y="3099711"/>
            <a:ext cx="2683398" cy="789658"/>
          </a:xfrm>
        </p:spPr>
        <p:txBody>
          <a:bodyPr>
            <a:noAutofit/>
          </a:bodyPr>
          <a:lstStyle>
            <a:lvl1pPr marL="0" indent="0">
              <a:spcBef>
                <a:spcPts val="0"/>
              </a:spcBef>
              <a:buNone/>
              <a:defRPr sz="1400">
                <a:solidFill>
                  <a:schemeClr val="tx1">
                    <a:lumMod val="75000"/>
                    <a:lumOff val="25000"/>
                  </a:schemeClr>
                </a:solidFill>
              </a:defRPr>
            </a:lvl1pPr>
            <a:lvl2pPr>
              <a:spcBef>
                <a:spcPts val="0"/>
              </a:spcBef>
              <a:defRPr sz="1400"/>
            </a:lvl2pPr>
            <a:lvl3pPr>
              <a:spcBef>
                <a:spcPts val="0"/>
              </a:spcBef>
              <a:defRPr sz="1400"/>
            </a:lvl3pPr>
            <a:lvl4pPr>
              <a:spcBef>
                <a:spcPts val="0"/>
              </a:spcBef>
              <a:defRPr sz="1400"/>
            </a:lvl4pPr>
            <a:lvl5pPr>
              <a:spcBef>
                <a:spcPts val="0"/>
              </a:spcBef>
              <a:defRPr sz="1400"/>
            </a:lvl5pPr>
          </a:lstStyle>
          <a:p>
            <a:pPr lvl="0"/>
            <a:r>
              <a:rPr lang="en-GB"/>
              <a:t>Click to edit Master text styles</a:t>
            </a:r>
          </a:p>
        </p:txBody>
      </p:sp>
      <p:sp>
        <p:nvSpPr>
          <p:cNvPr id="33" name="Picture Placeholder 30">
            <a:extLst>
              <a:ext uri="{FF2B5EF4-FFF2-40B4-BE49-F238E27FC236}">
                <a16:creationId xmlns:a16="http://schemas.microsoft.com/office/drawing/2014/main" id="{5771AF9B-91C5-4FCF-3268-BEF15CB2C657}"/>
              </a:ext>
            </a:extLst>
          </p:cNvPr>
          <p:cNvSpPr>
            <a:spLocks noGrp="1"/>
          </p:cNvSpPr>
          <p:nvPr>
            <p:ph type="pic" sz="quarter" idx="22"/>
          </p:nvPr>
        </p:nvSpPr>
        <p:spPr>
          <a:xfrm>
            <a:off x="6578356" y="2362200"/>
            <a:ext cx="1122363" cy="1482577"/>
          </a:xfrm>
        </p:spPr>
        <p:txBody>
          <a:bodyPr/>
          <a:lstStyle/>
          <a:p>
            <a:endParaRPr lang="en-GB"/>
          </a:p>
        </p:txBody>
      </p:sp>
      <p:sp>
        <p:nvSpPr>
          <p:cNvPr id="37" name="Text Placeholder 35">
            <a:extLst>
              <a:ext uri="{FF2B5EF4-FFF2-40B4-BE49-F238E27FC236}">
                <a16:creationId xmlns:a16="http://schemas.microsoft.com/office/drawing/2014/main" id="{16CD61A4-9D01-CB18-B80D-F0D20394AF22}"/>
              </a:ext>
            </a:extLst>
          </p:cNvPr>
          <p:cNvSpPr>
            <a:spLocks noGrp="1"/>
          </p:cNvSpPr>
          <p:nvPr>
            <p:ph type="body" sz="quarter" idx="27"/>
          </p:nvPr>
        </p:nvSpPr>
        <p:spPr>
          <a:xfrm>
            <a:off x="7876966" y="2355585"/>
            <a:ext cx="2683398" cy="609600"/>
          </a:xfrm>
        </p:spPr>
        <p:txBody>
          <a:bodyPr anchor="b">
            <a:noAutofit/>
          </a:bodyPr>
          <a:lstStyle>
            <a:lvl1pPr marL="0" indent="0" algn="l">
              <a:lnSpc>
                <a:spcPct val="100000"/>
              </a:lnSpc>
              <a:spcBef>
                <a:spcPts val="0"/>
              </a:spcBef>
              <a:buNone/>
              <a:defRPr sz="1800" baseline="0">
                <a:latin typeface="+mj-lt"/>
                <a:ea typeface="+mj-ea"/>
              </a:defRPr>
            </a:lvl1pPr>
            <a:lvl2pPr algn="l">
              <a:lnSpc>
                <a:spcPct val="100000"/>
              </a:lnSpc>
              <a:spcBef>
                <a:spcPts val="0"/>
              </a:spcBef>
              <a:defRPr sz="1800">
                <a:latin typeface="+mj-lt"/>
              </a:defRPr>
            </a:lvl2pPr>
            <a:lvl3pPr algn="l">
              <a:lnSpc>
                <a:spcPct val="100000"/>
              </a:lnSpc>
              <a:spcBef>
                <a:spcPts val="0"/>
              </a:spcBef>
              <a:defRPr sz="1800">
                <a:latin typeface="+mj-lt"/>
              </a:defRPr>
            </a:lvl3pPr>
            <a:lvl4pPr algn="l">
              <a:lnSpc>
                <a:spcPct val="100000"/>
              </a:lnSpc>
              <a:spcBef>
                <a:spcPts val="0"/>
              </a:spcBef>
              <a:defRPr sz="1800">
                <a:latin typeface="+mj-lt"/>
              </a:defRPr>
            </a:lvl4pPr>
            <a:lvl5pPr algn="l">
              <a:lnSpc>
                <a:spcPct val="100000"/>
              </a:lnSpc>
              <a:spcBef>
                <a:spcPts val="0"/>
              </a:spcBef>
              <a:defRPr sz="1800">
                <a:latin typeface="+mj-lt"/>
              </a:defRPr>
            </a:lvl5pPr>
          </a:lstStyle>
          <a:p>
            <a:pPr lvl="0"/>
            <a:r>
              <a:rPr lang="en-GB"/>
              <a:t>Click to edit Master text styles</a:t>
            </a:r>
          </a:p>
        </p:txBody>
      </p:sp>
      <p:sp>
        <p:nvSpPr>
          <p:cNvPr id="38" name="Text Placeholder 35">
            <a:extLst>
              <a:ext uri="{FF2B5EF4-FFF2-40B4-BE49-F238E27FC236}">
                <a16:creationId xmlns:a16="http://schemas.microsoft.com/office/drawing/2014/main" id="{EA936668-A06C-15E6-9A5A-A170E3C8A6D7}"/>
              </a:ext>
            </a:extLst>
          </p:cNvPr>
          <p:cNvSpPr>
            <a:spLocks noGrp="1"/>
          </p:cNvSpPr>
          <p:nvPr>
            <p:ph type="body" sz="quarter" idx="28"/>
          </p:nvPr>
        </p:nvSpPr>
        <p:spPr>
          <a:xfrm>
            <a:off x="7876966" y="3099711"/>
            <a:ext cx="2683398" cy="789658"/>
          </a:xfrm>
        </p:spPr>
        <p:txBody>
          <a:bodyPr>
            <a:noAutofit/>
          </a:bodyPr>
          <a:lstStyle>
            <a:lvl1pPr marL="0" indent="0">
              <a:spcBef>
                <a:spcPts val="0"/>
              </a:spcBef>
              <a:buNone/>
              <a:defRPr sz="1400">
                <a:solidFill>
                  <a:schemeClr val="tx1">
                    <a:lumMod val="75000"/>
                    <a:lumOff val="25000"/>
                  </a:schemeClr>
                </a:solidFill>
              </a:defRPr>
            </a:lvl1pPr>
            <a:lvl2pPr>
              <a:spcBef>
                <a:spcPts val="0"/>
              </a:spcBef>
              <a:defRPr sz="1400"/>
            </a:lvl2pPr>
            <a:lvl3pPr>
              <a:spcBef>
                <a:spcPts val="0"/>
              </a:spcBef>
              <a:defRPr sz="1400"/>
            </a:lvl3pPr>
            <a:lvl4pPr>
              <a:spcBef>
                <a:spcPts val="0"/>
              </a:spcBef>
              <a:defRPr sz="1400"/>
            </a:lvl4pPr>
            <a:lvl5pPr>
              <a:spcBef>
                <a:spcPts val="0"/>
              </a:spcBef>
              <a:defRPr sz="1400"/>
            </a:lvl5pPr>
          </a:lstStyle>
          <a:p>
            <a:pPr lvl="0"/>
            <a:r>
              <a:rPr lang="en-GB"/>
              <a:t>Click to edit Master text styles</a:t>
            </a:r>
          </a:p>
        </p:txBody>
      </p:sp>
      <p:sp>
        <p:nvSpPr>
          <p:cNvPr id="32" name="Picture Placeholder 30">
            <a:extLst>
              <a:ext uri="{FF2B5EF4-FFF2-40B4-BE49-F238E27FC236}">
                <a16:creationId xmlns:a16="http://schemas.microsoft.com/office/drawing/2014/main" id="{66E6D2AA-72F5-D5EB-9F7A-61EFDB86790E}"/>
              </a:ext>
            </a:extLst>
          </p:cNvPr>
          <p:cNvSpPr>
            <a:spLocks noGrp="1"/>
          </p:cNvSpPr>
          <p:nvPr>
            <p:ph type="pic" sz="quarter" idx="21"/>
          </p:nvPr>
        </p:nvSpPr>
        <p:spPr>
          <a:xfrm>
            <a:off x="1628775" y="4307775"/>
            <a:ext cx="1122363" cy="1482577"/>
          </a:xfrm>
        </p:spPr>
        <p:txBody>
          <a:bodyPr/>
          <a:lstStyle/>
          <a:p>
            <a:endParaRPr lang="en-GB"/>
          </a:p>
        </p:txBody>
      </p:sp>
      <p:sp>
        <p:nvSpPr>
          <p:cNvPr id="39" name="Text Placeholder 35">
            <a:extLst>
              <a:ext uri="{FF2B5EF4-FFF2-40B4-BE49-F238E27FC236}">
                <a16:creationId xmlns:a16="http://schemas.microsoft.com/office/drawing/2014/main" id="{06D78574-9004-D5A4-06C4-6DE8A9BCBC01}"/>
              </a:ext>
            </a:extLst>
          </p:cNvPr>
          <p:cNvSpPr>
            <a:spLocks noGrp="1"/>
          </p:cNvSpPr>
          <p:nvPr>
            <p:ph type="body" sz="quarter" idx="29"/>
          </p:nvPr>
        </p:nvSpPr>
        <p:spPr>
          <a:xfrm>
            <a:off x="2930248" y="4280325"/>
            <a:ext cx="2683398" cy="609600"/>
          </a:xfrm>
        </p:spPr>
        <p:txBody>
          <a:bodyPr anchor="b">
            <a:noAutofit/>
          </a:bodyPr>
          <a:lstStyle>
            <a:lvl1pPr marL="0" indent="0" algn="l">
              <a:lnSpc>
                <a:spcPct val="100000"/>
              </a:lnSpc>
              <a:spcBef>
                <a:spcPts val="0"/>
              </a:spcBef>
              <a:buNone/>
              <a:defRPr sz="1800" baseline="0">
                <a:latin typeface="+mj-lt"/>
                <a:ea typeface="+mj-ea"/>
              </a:defRPr>
            </a:lvl1pPr>
            <a:lvl2pPr algn="l">
              <a:lnSpc>
                <a:spcPct val="100000"/>
              </a:lnSpc>
              <a:spcBef>
                <a:spcPts val="0"/>
              </a:spcBef>
              <a:defRPr sz="1800">
                <a:latin typeface="+mj-lt"/>
              </a:defRPr>
            </a:lvl2pPr>
            <a:lvl3pPr algn="l">
              <a:lnSpc>
                <a:spcPct val="100000"/>
              </a:lnSpc>
              <a:spcBef>
                <a:spcPts val="0"/>
              </a:spcBef>
              <a:defRPr sz="1800">
                <a:latin typeface="+mj-lt"/>
              </a:defRPr>
            </a:lvl3pPr>
            <a:lvl4pPr algn="l">
              <a:lnSpc>
                <a:spcPct val="100000"/>
              </a:lnSpc>
              <a:spcBef>
                <a:spcPts val="0"/>
              </a:spcBef>
              <a:defRPr sz="1800">
                <a:latin typeface="+mj-lt"/>
              </a:defRPr>
            </a:lvl4pPr>
            <a:lvl5pPr algn="l">
              <a:lnSpc>
                <a:spcPct val="100000"/>
              </a:lnSpc>
              <a:spcBef>
                <a:spcPts val="0"/>
              </a:spcBef>
              <a:defRPr sz="1800">
                <a:latin typeface="+mj-lt"/>
              </a:defRPr>
            </a:lvl5pPr>
          </a:lstStyle>
          <a:p>
            <a:pPr lvl="0"/>
            <a:r>
              <a:rPr lang="en-GB"/>
              <a:t>Click to edit Master text styles</a:t>
            </a:r>
          </a:p>
        </p:txBody>
      </p:sp>
      <p:sp>
        <p:nvSpPr>
          <p:cNvPr id="40" name="Text Placeholder 35">
            <a:extLst>
              <a:ext uri="{FF2B5EF4-FFF2-40B4-BE49-F238E27FC236}">
                <a16:creationId xmlns:a16="http://schemas.microsoft.com/office/drawing/2014/main" id="{9A4992FB-C1F4-515B-6938-346345DE2B80}"/>
              </a:ext>
            </a:extLst>
          </p:cNvPr>
          <p:cNvSpPr>
            <a:spLocks noGrp="1"/>
          </p:cNvSpPr>
          <p:nvPr>
            <p:ph type="body" sz="quarter" idx="30"/>
          </p:nvPr>
        </p:nvSpPr>
        <p:spPr>
          <a:xfrm>
            <a:off x="2930248" y="5024451"/>
            <a:ext cx="2683398" cy="789658"/>
          </a:xfrm>
        </p:spPr>
        <p:txBody>
          <a:bodyPr>
            <a:noAutofit/>
          </a:bodyPr>
          <a:lstStyle>
            <a:lvl1pPr marL="0" indent="0">
              <a:spcBef>
                <a:spcPts val="0"/>
              </a:spcBef>
              <a:buNone/>
              <a:defRPr sz="1400">
                <a:solidFill>
                  <a:schemeClr val="tx1">
                    <a:lumMod val="75000"/>
                    <a:lumOff val="25000"/>
                  </a:schemeClr>
                </a:solidFill>
              </a:defRPr>
            </a:lvl1pPr>
            <a:lvl2pPr>
              <a:spcBef>
                <a:spcPts val="0"/>
              </a:spcBef>
              <a:defRPr sz="1400"/>
            </a:lvl2pPr>
            <a:lvl3pPr>
              <a:spcBef>
                <a:spcPts val="0"/>
              </a:spcBef>
              <a:defRPr sz="1400"/>
            </a:lvl3pPr>
            <a:lvl4pPr>
              <a:spcBef>
                <a:spcPts val="0"/>
              </a:spcBef>
              <a:defRPr sz="1400"/>
            </a:lvl4pPr>
            <a:lvl5pPr>
              <a:spcBef>
                <a:spcPts val="0"/>
              </a:spcBef>
              <a:defRPr sz="1400"/>
            </a:lvl5pPr>
          </a:lstStyle>
          <a:p>
            <a:pPr lvl="0"/>
            <a:r>
              <a:rPr lang="en-GB"/>
              <a:t>Click to edit Master text styles</a:t>
            </a:r>
          </a:p>
        </p:txBody>
      </p:sp>
      <p:sp>
        <p:nvSpPr>
          <p:cNvPr id="34" name="Picture Placeholder 30">
            <a:extLst>
              <a:ext uri="{FF2B5EF4-FFF2-40B4-BE49-F238E27FC236}">
                <a16:creationId xmlns:a16="http://schemas.microsoft.com/office/drawing/2014/main" id="{D7A8246B-3515-AD53-2508-3FC029202DA0}"/>
              </a:ext>
            </a:extLst>
          </p:cNvPr>
          <p:cNvSpPr>
            <a:spLocks noGrp="1"/>
          </p:cNvSpPr>
          <p:nvPr>
            <p:ph type="pic" sz="quarter" idx="23"/>
          </p:nvPr>
        </p:nvSpPr>
        <p:spPr>
          <a:xfrm>
            <a:off x="6578356" y="4307775"/>
            <a:ext cx="1122363" cy="1482577"/>
          </a:xfrm>
        </p:spPr>
        <p:txBody>
          <a:bodyPr/>
          <a:lstStyle/>
          <a:p>
            <a:endParaRPr lang="en-GB"/>
          </a:p>
        </p:txBody>
      </p:sp>
      <p:sp>
        <p:nvSpPr>
          <p:cNvPr id="41" name="Text Placeholder 35">
            <a:extLst>
              <a:ext uri="{FF2B5EF4-FFF2-40B4-BE49-F238E27FC236}">
                <a16:creationId xmlns:a16="http://schemas.microsoft.com/office/drawing/2014/main" id="{1FFCB778-56FA-17FD-49C7-D7F1BDD26C18}"/>
              </a:ext>
            </a:extLst>
          </p:cNvPr>
          <p:cNvSpPr>
            <a:spLocks noGrp="1"/>
          </p:cNvSpPr>
          <p:nvPr>
            <p:ph type="body" sz="quarter" idx="31"/>
          </p:nvPr>
        </p:nvSpPr>
        <p:spPr>
          <a:xfrm>
            <a:off x="7876966" y="4280325"/>
            <a:ext cx="2683398" cy="609600"/>
          </a:xfrm>
        </p:spPr>
        <p:txBody>
          <a:bodyPr anchor="b">
            <a:noAutofit/>
          </a:bodyPr>
          <a:lstStyle>
            <a:lvl1pPr marL="0" indent="0" algn="l">
              <a:lnSpc>
                <a:spcPct val="100000"/>
              </a:lnSpc>
              <a:spcBef>
                <a:spcPts val="0"/>
              </a:spcBef>
              <a:buNone/>
              <a:defRPr sz="1800" baseline="0">
                <a:latin typeface="+mj-lt"/>
                <a:ea typeface="+mj-ea"/>
              </a:defRPr>
            </a:lvl1pPr>
            <a:lvl2pPr algn="l">
              <a:lnSpc>
                <a:spcPct val="100000"/>
              </a:lnSpc>
              <a:spcBef>
                <a:spcPts val="0"/>
              </a:spcBef>
              <a:defRPr sz="1800">
                <a:latin typeface="+mj-lt"/>
              </a:defRPr>
            </a:lvl2pPr>
            <a:lvl3pPr algn="l">
              <a:lnSpc>
                <a:spcPct val="100000"/>
              </a:lnSpc>
              <a:spcBef>
                <a:spcPts val="0"/>
              </a:spcBef>
              <a:defRPr sz="1800">
                <a:latin typeface="+mj-lt"/>
              </a:defRPr>
            </a:lvl3pPr>
            <a:lvl4pPr algn="l">
              <a:lnSpc>
                <a:spcPct val="100000"/>
              </a:lnSpc>
              <a:spcBef>
                <a:spcPts val="0"/>
              </a:spcBef>
              <a:defRPr sz="1800">
                <a:latin typeface="+mj-lt"/>
              </a:defRPr>
            </a:lvl4pPr>
            <a:lvl5pPr algn="l">
              <a:lnSpc>
                <a:spcPct val="100000"/>
              </a:lnSpc>
              <a:spcBef>
                <a:spcPts val="0"/>
              </a:spcBef>
              <a:defRPr sz="1800">
                <a:latin typeface="+mj-lt"/>
              </a:defRPr>
            </a:lvl5pPr>
          </a:lstStyle>
          <a:p>
            <a:pPr lvl="0"/>
            <a:r>
              <a:rPr lang="en-GB"/>
              <a:t>Click to edit Master text styles</a:t>
            </a:r>
          </a:p>
        </p:txBody>
      </p:sp>
      <p:sp>
        <p:nvSpPr>
          <p:cNvPr id="42" name="Text Placeholder 35">
            <a:extLst>
              <a:ext uri="{FF2B5EF4-FFF2-40B4-BE49-F238E27FC236}">
                <a16:creationId xmlns:a16="http://schemas.microsoft.com/office/drawing/2014/main" id="{7AAE6DE1-1F3D-F4AB-184E-8A3A4CEDCDC1}"/>
              </a:ext>
            </a:extLst>
          </p:cNvPr>
          <p:cNvSpPr>
            <a:spLocks noGrp="1"/>
          </p:cNvSpPr>
          <p:nvPr>
            <p:ph type="body" sz="quarter" idx="32"/>
          </p:nvPr>
        </p:nvSpPr>
        <p:spPr>
          <a:xfrm>
            <a:off x="7876966" y="5024451"/>
            <a:ext cx="2683398" cy="789658"/>
          </a:xfrm>
        </p:spPr>
        <p:txBody>
          <a:bodyPr>
            <a:noAutofit/>
          </a:bodyPr>
          <a:lstStyle>
            <a:lvl1pPr marL="0" indent="0">
              <a:spcBef>
                <a:spcPts val="0"/>
              </a:spcBef>
              <a:buNone/>
              <a:defRPr sz="1400">
                <a:solidFill>
                  <a:schemeClr val="tx1">
                    <a:lumMod val="75000"/>
                    <a:lumOff val="25000"/>
                  </a:schemeClr>
                </a:solidFill>
              </a:defRPr>
            </a:lvl1pPr>
            <a:lvl2pPr>
              <a:spcBef>
                <a:spcPts val="0"/>
              </a:spcBef>
              <a:defRPr sz="1400"/>
            </a:lvl2pPr>
            <a:lvl3pPr>
              <a:spcBef>
                <a:spcPts val="0"/>
              </a:spcBef>
              <a:defRPr sz="1400"/>
            </a:lvl3pPr>
            <a:lvl4pPr>
              <a:spcBef>
                <a:spcPts val="0"/>
              </a:spcBef>
              <a:defRPr sz="1400"/>
            </a:lvl4pPr>
            <a:lvl5pPr>
              <a:spcBef>
                <a:spcPts val="0"/>
              </a:spcBef>
              <a:defRPr sz="1400"/>
            </a:lvl5pPr>
          </a:lstStyle>
          <a:p>
            <a:pPr lvl="0"/>
            <a:r>
              <a:rPr lang="en-GB"/>
              <a:t>Click to edit Master text styles</a:t>
            </a:r>
          </a:p>
        </p:txBody>
      </p:sp>
      <p:sp>
        <p:nvSpPr>
          <p:cNvPr id="9" name="Date Placeholder 3">
            <a:extLst>
              <a:ext uri="{FF2B5EF4-FFF2-40B4-BE49-F238E27FC236}">
                <a16:creationId xmlns:a16="http://schemas.microsoft.com/office/drawing/2014/main" id="{AF563E81-A6F0-648D-DCF7-BFF1870E7555}"/>
              </a:ext>
            </a:extLst>
          </p:cNvPr>
          <p:cNvSpPr>
            <a:spLocks noGrp="1"/>
          </p:cNvSpPr>
          <p:nvPr>
            <p:ph type="dt" sz="half" idx="14"/>
          </p:nvPr>
        </p:nvSpPr>
        <p:spPr>
          <a:xfrm>
            <a:off x="1174751" y="6400800"/>
            <a:ext cx="2743200" cy="266700"/>
          </a:xfrm>
        </p:spPr>
        <p:txBody>
          <a:bodyPr lIns="0" tIns="0" rIns="0" bIns="0"/>
          <a:lstStyle>
            <a:lvl1pPr>
              <a:defRPr>
                <a:solidFill>
                  <a:schemeClr val="tx1"/>
                </a:solidFill>
              </a:defRPr>
            </a:lvl1pPr>
          </a:lstStyle>
          <a:p>
            <a:r>
              <a:rPr lang="en-US" altLang="zh-CN" dirty="0"/>
              <a:t>03/12/2025</a:t>
            </a:r>
            <a:fld id="{FD138C57-8E3B-4697-92F8-0ED9B71F7E17}" type="datetime1">
              <a:rPr lang="en-US" smtClean="0"/>
              <a:pPr/>
              <a:t>3/5/2026</a:t>
            </a:fld>
            <a:endParaRPr lang="en-US"/>
          </a:p>
        </p:txBody>
      </p:sp>
      <p:sp>
        <p:nvSpPr>
          <p:cNvPr id="4" name="Footer Placeholder 4">
            <a:extLst>
              <a:ext uri="{FF2B5EF4-FFF2-40B4-BE49-F238E27FC236}">
                <a16:creationId xmlns:a16="http://schemas.microsoft.com/office/drawing/2014/main" id="{F3BA8BAB-E3F7-7F34-F87D-AA46C5710F22}"/>
              </a:ext>
            </a:extLst>
          </p:cNvPr>
          <p:cNvSpPr>
            <a:spLocks noGrp="1"/>
          </p:cNvSpPr>
          <p:nvPr>
            <p:ph type="ftr" sz="quarter" idx="11"/>
          </p:nvPr>
        </p:nvSpPr>
        <p:spPr>
          <a:xfrm>
            <a:off x="4267200" y="6400800"/>
            <a:ext cx="3657600" cy="266700"/>
          </a:xfrm>
        </p:spPr>
        <p:txBody>
          <a:bodyPr/>
          <a:lstStyle>
            <a:lvl1pPr algn="ctr">
              <a:defRPr/>
            </a:lvl1pPr>
          </a:lstStyle>
          <a:p>
            <a:r>
              <a:rPr lang="en-US"/>
              <a:t>Sample Footer Text</a:t>
            </a:r>
          </a:p>
        </p:txBody>
      </p:sp>
      <p:sp>
        <p:nvSpPr>
          <p:cNvPr id="3" name="Slide Number Placeholder 5">
            <a:extLst>
              <a:ext uri="{FF2B5EF4-FFF2-40B4-BE49-F238E27FC236}">
                <a16:creationId xmlns:a16="http://schemas.microsoft.com/office/drawing/2014/main" id="{CE3977F9-FC55-44B0-53B8-ADB4C12EC744}"/>
              </a:ext>
            </a:extLst>
          </p:cNvPr>
          <p:cNvSpPr>
            <a:spLocks noGrp="1"/>
          </p:cNvSpPr>
          <p:nvPr>
            <p:ph type="sldNum" sz="quarter" idx="12"/>
          </p:nvPr>
        </p:nvSpPr>
        <p:spPr>
          <a:xfrm>
            <a:off x="8274049" y="6400800"/>
            <a:ext cx="3241675" cy="266700"/>
          </a:xfrm>
        </p:spPr>
        <p:txBody>
          <a:bodyPr/>
          <a:lstStyle>
            <a:lvl1pPr algn="r">
              <a:defRPr/>
            </a:lvl1pPr>
          </a:lstStyle>
          <a:p>
            <a:fld id="{CC057153-B650-4DEB-B370-79DDCFDCE934}" type="slidenum">
              <a:rPr lang="en-US" smtClean="0"/>
              <a:pPr/>
              <a:t>‹#›</a:t>
            </a:fld>
            <a:endParaRPr lang="en-US"/>
          </a:p>
        </p:txBody>
      </p:sp>
      <p:sp>
        <p:nvSpPr>
          <p:cNvPr id="10" name="Freeform: Shape 59">
            <a:extLst>
              <a:ext uri="{FF2B5EF4-FFF2-40B4-BE49-F238E27FC236}">
                <a16:creationId xmlns:a16="http://schemas.microsoft.com/office/drawing/2014/main" id="{EB1495DF-573A-3AAB-5854-8A09491BAAD0}"/>
              </a:ext>
              <a:ext uri="{C183D7F6-B498-43B3-948B-1728B52AA6E4}">
                <adec:decorative xmlns:adec="http://schemas.microsoft.com/office/drawing/2017/decorative" val="1"/>
              </a:ext>
            </a:extLst>
          </p:cNvPr>
          <p:cNvSpPr/>
          <p:nvPr userDrawn="1"/>
        </p:nvSpPr>
        <p:spPr>
          <a:xfrm flipH="1">
            <a:off x="10886461" y="0"/>
            <a:ext cx="652769" cy="654548"/>
          </a:xfrm>
          <a:custGeom>
            <a:avLst/>
            <a:gdLst>
              <a:gd name="connsiteX0" fmla="*/ 1497298 w 1497298"/>
              <a:gd name="connsiteY0" fmla="*/ 0 h 1457281"/>
              <a:gd name="connsiteX1" fmla="*/ 0 w 1497298"/>
              <a:gd name="connsiteY1" fmla="*/ 0 h 1457281"/>
              <a:gd name="connsiteX2" fmla="*/ 0 w 1497298"/>
              <a:gd name="connsiteY2" fmla="*/ 1457281 h 1457281"/>
            </a:gdLst>
            <a:ahLst/>
            <a:cxnLst>
              <a:cxn ang="0">
                <a:pos x="connsiteX0" y="connsiteY0"/>
              </a:cxn>
              <a:cxn ang="0">
                <a:pos x="connsiteX1" y="connsiteY1"/>
              </a:cxn>
              <a:cxn ang="0">
                <a:pos x="connsiteX2" y="connsiteY2"/>
              </a:cxn>
            </a:cxnLst>
            <a:rect l="l" t="t" r="r" b="b"/>
            <a:pathLst>
              <a:path w="1497298" h="1457281">
                <a:moveTo>
                  <a:pt x="1497298" y="0"/>
                </a:moveTo>
                <a:lnTo>
                  <a:pt x="0" y="0"/>
                </a:lnTo>
                <a:lnTo>
                  <a:pt x="0" y="1457281"/>
                </a:lnTo>
                <a:close/>
              </a:path>
            </a:pathLst>
          </a:custGeom>
          <a:solidFill>
            <a:schemeClr val="accent3"/>
          </a:solidFill>
          <a:ln w="9525" cap="flat">
            <a:noFill/>
            <a:prstDash val="solid"/>
            <a:miter/>
          </a:ln>
        </p:spPr>
        <p:txBody>
          <a:bodyPr rtlCol="0" anchor="ctr"/>
          <a:lstStyle/>
          <a:p>
            <a:pPr lvl="0"/>
            <a:endParaRPr lang="zh-CN" altLang="en-US">
              <a:solidFill>
                <a:schemeClr val="tx1"/>
              </a:solidFill>
            </a:endParaRPr>
          </a:p>
        </p:txBody>
      </p:sp>
      <p:sp>
        <p:nvSpPr>
          <p:cNvPr id="11" name="Rectangle 9">
            <a:extLst>
              <a:ext uri="{FF2B5EF4-FFF2-40B4-BE49-F238E27FC236}">
                <a16:creationId xmlns:a16="http://schemas.microsoft.com/office/drawing/2014/main" id="{BD49C3F5-81F6-6E72-50FF-8F3AEFA131CC}"/>
              </a:ext>
              <a:ext uri="{C183D7F6-B498-43B3-948B-1728B52AA6E4}">
                <adec:decorative xmlns:adec="http://schemas.microsoft.com/office/drawing/2017/decorative" val="1"/>
              </a:ext>
            </a:extLst>
          </p:cNvPr>
          <p:cNvSpPr/>
          <p:nvPr userDrawn="1"/>
        </p:nvSpPr>
        <p:spPr>
          <a:xfrm rot="16200000" flipV="1">
            <a:off x="11538341" y="890"/>
            <a:ext cx="654549" cy="652769"/>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Rectangle 11">
            <a:extLst>
              <a:ext uri="{FF2B5EF4-FFF2-40B4-BE49-F238E27FC236}">
                <a16:creationId xmlns:a16="http://schemas.microsoft.com/office/drawing/2014/main" id="{92EEEEF2-460E-B70B-6230-10A7994EF00E}"/>
              </a:ext>
              <a:ext uri="{C183D7F6-B498-43B3-948B-1728B52AA6E4}">
                <adec:decorative xmlns:adec="http://schemas.microsoft.com/office/drawing/2017/decorative" val="1"/>
              </a:ext>
            </a:extLst>
          </p:cNvPr>
          <p:cNvSpPr/>
          <p:nvPr userDrawn="1"/>
        </p:nvSpPr>
        <p:spPr>
          <a:xfrm rot="16200000" flipH="1">
            <a:off x="-889" y="6204342"/>
            <a:ext cx="654546" cy="652769"/>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Freeform: Shape 59">
            <a:extLst>
              <a:ext uri="{FF2B5EF4-FFF2-40B4-BE49-F238E27FC236}">
                <a16:creationId xmlns:a16="http://schemas.microsoft.com/office/drawing/2014/main" id="{C4E3626D-71B6-6652-8FE1-40921DF05687}"/>
              </a:ext>
              <a:ext uri="{C183D7F6-B498-43B3-948B-1728B52AA6E4}">
                <adec:decorative xmlns:adec="http://schemas.microsoft.com/office/drawing/2017/decorative" val="1"/>
              </a:ext>
            </a:extLst>
          </p:cNvPr>
          <p:cNvSpPr/>
          <p:nvPr userDrawn="1"/>
        </p:nvSpPr>
        <p:spPr>
          <a:xfrm flipV="1">
            <a:off x="652769" y="6203452"/>
            <a:ext cx="652769" cy="654548"/>
          </a:xfrm>
          <a:custGeom>
            <a:avLst/>
            <a:gdLst>
              <a:gd name="connsiteX0" fmla="*/ 1497298 w 1497298"/>
              <a:gd name="connsiteY0" fmla="*/ 0 h 1457281"/>
              <a:gd name="connsiteX1" fmla="*/ 0 w 1497298"/>
              <a:gd name="connsiteY1" fmla="*/ 0 h 1457281"/>
              <a:gd name="connsiteX2" fmla="*/ 0 w 1497298"/>
              <a:gd name="connsiteY2" fmla="*/ 1457281 h 1457281"/>
            </a:gdLst>
            <a:ahLst/>
            <a:cxnLst>
              <a:cxn ang="0">
                <a:pos x="connsiteX0" y="connsiteY0"/>
              </a:cxn>
              <a:cxn ang="0">
                <a:pos x="connsiteX1" y="connsiteY1"/>
              </a:cxn>
              <a:cxn ang="0">
                <a:pos x="connsiteX2" y="connsiteY2"/>
              </a:cxn>
            </a:cxnLst>
            <a:rect l="l" t="t" r="r" b="b"/>
            <a:pathLst>
              <a:path w="1497298" h="1457281">
                <a:moveTo>
                  <a:pt x="1497298" y="0"/>
                </a:moveTo>
                <a:lnTo>
                  <a:pt x="0" y="0"/>
                </a:lnTo>
                <a:lnTo>
                  <a:pt x="0" y="1457281"/>
                </a:lnTo>
                <a:close/>
              </a:path>
            </a:pathLst>
          </a:custGeom>
          <a:solidFill>
            <a:schemeClr val="accent3"/>
          </a:solidFill>
          <a:ln w="9525" cap="flat">
            <a:noFill/>
            <a:prstDash val="solid"/>
            <a:miter/>
          </a:ln>
        </p:spPr>
        <p:txBody>
          <a:bodyPr rtlCol="0" anchor="ctr"/>
          <a:lstStyle/>
          <a:p>
            <a:pPr lvl="0"/>
            <a:endParaRPr lang="zh-CN" altLang="en-US">
              <a:solidFill>
                <a:schemeClr val="tx1"/>
              </a:solidFill>
            </a:endParaRPr>
          </a:p>
        </p:txBody>
      </p:sp>
    </p:spTree>
    <p:extLst>
      <p:ext uri="{BB962C8B-B14F-4D97-AF65-F5344CB8AC3E}">
        <p14:creationId xmlns:p14="http://schemas.microsoft.com/office/powerpoint/2010/main" val="3722022075"/>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Title and 4-item Lists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hasCustomPrompt="1"/>
          </p:nvPr>
        </p:nvSpPr>
        <p:spPr>
          <a:xfrm>
            <a:off x="844000" y="886783"/>
            <a:ext cx="10504000" cy="1132258"/>
          </a:xfrm>
        </p:spPr>
        <p:txBody>
          <a:bodyPr anchor="ctr">
            <a:noAutofit/>
          </a:bodyPr>
          <a:lstStyle>
            <a:lvl1pPr algn="l">
              <a:defRPr sz="3600" baseline="0"/>
            </a:lvl1pPr>
          </a:lstStyle>
          <a:p>
            <a:r>
              <a:rPr lang="en-US"/>
              <a:t>Click to edit Master title style</a:t>
            </a:r>
          </a:p>
        </p:txBody>
      </p:sp>
      <p:sp>
        <p:nvSpPr>
          <p:cNvPr id="20" name="Picture Placeholder 19">
            <a:extLst>
              <a:ext uri="{FF2B5EF4-FFF2-40B4-BE49-F238E27FC236}">
                <a16:creationId xmlns:a16="http://schemas.microsoft.com/office/drawing/2014/main" id="{5EE5EE63-A6DA-348D-8495-E51900A59A5F}"/>
              </a:ext>
            </a:extLst>
          </p:cNvPr>
          <p:cNvSpPr>
            <a:spLocks noGrp="1"/>
          </p:cNvSpPr>
          <p:nvPr>
            <p:ph type="pic" sz="quarter" idx="13"/>
          </p:nvPr>
        </p:nvSpPr>
        <p:spPr>
          <a:xfrm>
            <a:off x="839788" y="2366167"/>
            <a:ext cx="3255962" cy="3604422"/>
          </a:xfrm>
        </p:spPr>
        <p:txBody>
          <a:bodyPr/>
          <a:lstStyle/>
          <a:p>
            <a:endParaRPr lang="en-GB"/>
          </a:p>
        </p:txBody>
      </p:sp>
      <p:sp>
        <p:nvSpPr>
          <p:cNvPr id="36" name="Text Placeholder 35">
            <a:extLst>
              <a:ext uri="{FF2B5EF4-FFF2-40B4-BE49-F238E27FC236}">
                <a16:creationId xmlns:a16="http://schemas.microsoft.com/office/drawing/2014/main" id="{94087FA0-09BB-9F62-C383-36B2C6623B9E}"/>
              </a:ext>
            </a:extLst>
          </p:cNvPr>
          <p:cNvSpPr>
            <a:spLocks noGrp="1"/>
          </p:cNvSpPr>
          <p:nvPr>
            <p:ph type="body" sz="quarter" idx="21"/>
          </p:nvPr>
        </p:nvSpPr>
        <p:spPr>
          <a:xfrm>
            <a:off x="4634844" y="2146300"/>
            <a:ext cx="3102631" cy="609600"/>
          </a:xfrm>
        </p:spPr>
        <p:txBody>
          <a:bodyPr anchor="b">
            <a:noAutofit/>
          </a:bodyPr>
          <a:lstStyle>
            <a:lvl1pPr marL="0" indent="0" algn="l">
              <a:lnSpc>
                <a:spcPct val="100000"/>
              </a:lnSpc>
              <a:spcBef>
                <a:spcPts val="0"/>
              </a:spcBef>
              <a:buNone/>
              <a:defRPr sz="1800" baseline="0">
                <a:latin typeface="+mj-lt"/>
                <a:ea typeface="+mj-ea"/>
              </a:defRPr>
            </a:lvl1pPr>
            <a:lvl2pPr algn="l">
              <a:lnSpc>
                <a:spcPct val="100000"/>
              </a:lnSpc>
              <a:spcBef>
                <a:spcPts val="0"/>
              </a:spcBef>
              <a:defRPr sz="1800">
                <a:latin typeface="+mj-lt"/>
              </a:defRPr>
            </a:lvl2pPr>
            <a:lvl3pPr algn="l">
              <a:lnSpc>
                <a:spcPct val="100000"/>
              </a:lnSpc>
              <a:spcBef>
                <a:spcPts val="0"/>
              </a:spcBef>
              <a:defRPr sz="1800">
                <a:latin typeface="+mj-lt"/>
              </a:defRPr>
            </a:lvl3pPr>
            <a:lvl4pPr algn="l">
              <a:lnSpc>
                <a:spcPct val="100000"/>
              </a:lnSpc>
              <a:spcBef>
                <a:spcPts val="0"/>
              </a:spcBef>
              <a:defRPr sz="1800">
                <a:latin typeface="+mj-lt"/>
              </a:defRPr>
            </a:lvl4pPr>
            <a:lvl5pPr algn="l">
              <a:lnSpc>
                <a:spcPct val="100000"/>
              </a:lnSpc>
              <a:spcBef>
                <a:spcPts val="0"/>
              </a:spcBef>
              <a:defRPr sz="1800">
                <a:latin typeface="+mj-lt"/>
              </a:defRPr>
            </a:lvl5pPr>
          </a:lstStyle>
          <a:p>
            <a:pPr lvl="0"/>
            <a:r>
              <a:rPr lang="en-GB"/>
              <a:t>Click to edit Master text styles</a:t>
            </a:r>
          </a:p>
        </p:txBody>
      </p:sp>
      <p:sp>
        <p:nvSpPr>
          <p:cNvPr id="37" name="Text Placeholder 35">
            <a:extLst>
              <a:ext uri="{FF2B5EF4-FFF2-40B4-BE49-F238E27FC236}">
                <a16:creationId xmlns:a16="http://schemas.microsoft.com/office/drawing/2014/main" id="{1156A739-AA76-7366-9AE0-D20D44A62F18}"/>
              </a:ext>
            </a:extLst>
          </p:cNvPr>
          <p:cNvSpPr>
            <a:spLocks noGrp="1"/>
          </p:cNvSpPr>
          <p:nvPr>
            <p:ph type="body" sz="quarter" idx="22"/>
          </p:nvPr>
        </p:nvSpPr>
        <p:spPr>
          <a:xfrm>
            <a:off x="4634844" y="2890426"/>
            <a:ext cx="3102631" cy="1021836"/>
          </a:xfrm>
        </p:spPr>
        <p:txBody>
          <a:bodyPr>
            <a:noAutofit/>
          </a:bodyPr>
          <a:lstStyle>
            <a:lvl1pPr marL="0" indent="0">
              <a:spcBef>
                <a:spcPts val="0"/>
              </a:spcBef>
              <a:buNone/>
              <a:defRPr sz="1400">
                <a:solidFill>
                  <a:schemeClr val="tx1">
                    <a:lumMod val="75000"/>
                    <a:lumOff val="25000"/>
                  </a:schemeClr>
                </a:solidFill>
              </a:defRPr>
            </a:lvl1pPr>
            <a:lvl2pPr>
              <a:spcBef>
                <a:spcPts val="0"/>
              </a:spcBef>
              <a:defRPr sz="1400"/>
            </a:lvl2pPr>
            <a:lvl3pPr>
              <a:spcBef>
                <a:spcPts val="0"/>
              </a:spcBef>
              <a:defRPr sz="1400"/>
            </a:lvl3pPr>
            <a:lvl4pPr>
              <a:spcBef>
                <a:spcPts val="0"/>
              </a:spcBef>
              <a:defRPr sz="1400"/>
            </a:lvl4pPr>
            <a:lvl5pPr>
              <a:spcBef>
                <a:spcPts val="0"/>
              </a:spcBef>
              <a:defRPr sz="1400"/>
            </a:lvl5pPr>
          </a:lstStyle>
          <a:p>
            <a:pPr lvl="0"/>
            <a:r>
              <a:rPr lang="en-GB"/>
              <a:t>Click to edit Master text styles</a:t>
            </a:r>
          </a:p>
        </p:txBody>
      </p:sp>
      <p:sp>
        <p:nvSpPr>
          <p:cNvPr id="38" name="Text Placeholder 35">
            <a:extLst>
              <a:ext uri="{FF2B5EF4-FFF2-40B4-BE49-F238E27FC236}">
                <a16:creationId xmlns:a16="http://schemas.microsoft.com/office/drawing/2014/main" id="{57BB261E-3856-D4EB-E49A-A805AA8CA02A}"/>
              </a:ext>
            </a:extLst>
          </p:cNvPr>
          <p:cNvSpPr>
            <a:spLocks noGrp="1"/>
          </p:cNvSpPr>
          <p:nvPr>
            <p:ph type="body" sz="quarter" idx="23"/>
          </p:nvPr>
        </p:nvSpPr>
        <p:spPr>
          <a:xfrm>
            <a:off x="8235143" y="2146300"/>
            <a:ext cx="3102631" cy="609600"/>
          </a:xfrm>
        </p:spPr>
        <p:txBody>
          <a:bodyPr anchor="b">
            <a:noAutofit/>
          </a:bodyPr>
          <a:lstStyle>
            <a:lvl1pPr marL="0" indent="0" algn="l">
              <a:lnSpc>
                <a:spcPct val="100000"/>
              </a:lnSpc>
              <a:spcBef>
                <a:spcPts val="0"/>
              </a:spcBef>
              <a:buNone/>
              <a:defRPr sz="1800" baseline="0">
                <a:latin typeface="+mj-lt"/>
                <a:ea typeface="+mj-ea"/>
              </a:defRPr>
            </a:lvl1pPr>
            <a:lvl2pPr algn="l">
              <a:lnSpc>
                <a:spcPct val="100000"/>
              </a:lnSpc>
              <a:spcBef>
                <a:spcPts val="0"/>
              </a:spcBef>
              <a:defRPr sz="1800">
                <a:latin typeface="+mj-lt"/>
              </a:defRPr>
            </a:lvl2pPr>
            <a:lvl3pPr algn="l">
              <a:lnSpc>
                <a:spcPct val="100000"/>
              </a:lnSpc>
              <a:spcBef>
                <a:spcPts val="0"/>
              </a:spcBef>
              <a:defRPr sz="1800">
                <a:latin typeface="+mj-lt"/>
              </a:defRPr>
            </a:lvl3pPr>
            <a:lvl4pPr algn="l">
              <a:lnSpc>
                <a:spcPct val="100000"/>
              </a:lnSpc>
              <a:spcBef>
                <a:spcPts val="0"/>
              </a:spcBef>
              <a:defRPr sz="1800">
                <a:latin typeface="+mj-lt"/>
              </a:defRPr>
            </a:lvl4pPr>
            <a:lvl5pPr algn="l">
              <a:lnSpc>
                <a:spcPct val="100000"/>
              </a:lnSpc>
              <a:spcBef>
                <a:spcPts val="0"/>
              </a:spcBef>
              <a:defRPr sz="1800">
                <a:latin typeface="+mj-lt"/>
              </a:defRPr>
            </a:lvl5pPr>
          </a:lstStyle>
          <a:p>
            <a:pPr lvl="0"/>
            <a:r>
              <a:rPr lang="en-GB"/>
              <a:t>Click to edit Master text styles</a:t>
            </a:r>
          </a:p>
        </p:txBody>
      </p:sp>
      <p:sp>
        <p:nvSpPr>
          <p:cNvPr id="39" name="Text Placeholder 35">
            <a:extLst>
              <a:ext uri="{FF2B5EF4-FFF2-40B4-BE49-F238E27FC236}">
                <a16:creationId xmlns:a16="http://schemas.microsoft.com/office/drawing/2014/main" id="{14EE8DBC-744D-FDE5-F388-611D6C0C1608}"/>
              </a:ext>
            </a:extLst>
          </p:cNvPr>
          <p:cNvSpPr>
            <a:spLocks noGrp="1"/>
          </p:cNvSpPr>
          <p:nvPr>
            <p:ph type="body" sz="quarter" idx="24"/>
          </p:nvPr>
        </p:nvSpPr>
        <p:spPr>
          <a:xfrm>
            <a:off x="8235143" y="2890426"/>
            <a:ext cx="3102631" cy="1021836"/>
          </a:xfrm>
        </p:spPr>
        <p:txBody>
          <a:bodyPr>
            <a:noAutofit/>
          </a:bodyPr>
          <a:lstStyle>
            <a:lvl1pPr marL="0" indent="0">
              <a:spcBef>
                <a:spcPts val="0"/>
              </a:spcBef>
              <a:buNone/>
              <a:defRPr sz="1400">
                <a:solidFill>
                  <a:schemeClr val="tx1">
                    <a:lumMod val="75000"/>
                    <a:lumOff val="25000"/>
                  </a:schemeClr>
                </a:solidFill>
              </a:defRPr>
            </a:lvl1pPr>
            <a:lvl2pPr>
              <a:spcBef>
                <a:spcPts val="0"/>
              </a:spcBef>
              <a:defRPr sz="1400"/>
            </a:lvl2pPr>
            <a:lvl3pPr>
              <a:spcBef>
                <a:spcPts val="0"/>
              </a:spcBef>
              <a:defRPr sz="1400"/>
            </a:lvl3pPr>
            <a:lvl4pPr>
              <a:spcBef>
                <a:spcPts val="0"/>
              </a:spcBef>
              <a:defRPr sz="1400"/>
            </a:lvl4pPr>
            <a:lvl5pPr>
              <a:spcBef>
                <a:spcPts val="0"/>
              </a:spcBef>
              <a:defRPr sz="1400"/>
            </a:lvl5pPr>
          </a:lstStyle>
          <a:p>
            <a:pPr lvl="0"/>
            <a:r>
              <a:rPr lang="en-GB"/>
              <a:t>Click to edit Master text styles</a:t>
            </a:r>
          </a:p>
        </p:txBody>
      </p:sp>
      <p:sp>
        <p:nvSpPr>
          <p:cNvPr id="40" name="Text Placeholder 35">
            <a:extLst>
              <a:ext uri="{FF2B5EF4-FFF2-40B4-BE49-F238E27FC236}">
                <a16:creationId xmlns:a16="http://schemas.microsoft.com/office/drawing/2014/main" id="{29E55623-928E-5F9E-2EBB-9C1009DA2153}"/>
              </a:ext>
            </a:extLst>
          </p:cNvPr>
          <p:cNvSpPr>
            <a:spLocks noGrp="1"/>
          </p:cNvSpPr>
          <p:nvPr>
            <p:ph type="body" sz="quarter" idx="25"/>
          </p:nvPr>
        </p:nvSpPr>
        <p:spPr>
          <a:xfrm>
            <a:off x="4634844" y="4195512"/>
            <a:ext cx="3102631" cy="609600"/>
          </a:xfrm>
        </p:spPr>
        <p:txBody>
          <a:bodyPr anchor="b">
            <a:noAutofit/>
          </a:bodyPr>
          <a:lstStyle>
            <a:lvl1pPr marL="0" indent="0" algn="l">
              <a:lnSpc>
                <a:spcPct val="100000"/>
              </a:lnSpc>
              <a:spcBef>
                <a:spcPts val="0"/>
              </a:spcBef>
              <a:buNone/>
              <a:defRPr sz="1800" baseline="0">
                <a:latin typeface="+mj-lt"/>
                <a:ea typeface="+mj-ea"/>
              </a:defRPr>
            </a:lvl1pPr>
            <a:lvl2pPr algn="l">
              <a:lnSpc>
                <a:spcPct val="100000"/>
              </a:lnSpc>
              <a:spcBef>
                <a:spcPts val="0"/>
              </a:spcBef>
              <a:defRPr sz="1800">
                <a:latin typeface="+mj-lt"/>
              </a:defRPr>
            </a:lvl2pPr>
            <a:lvl3pPr algn="l">
              <a:lnSpc>
                <a:spcPct val="100000"/>
              </a:lnSpc>
              <a:spcBef>
                <a:spcPts val="0"/>
              </a:spcBef>
              <a:defRPr sz="1800">
                <a:latin typeface="+mj-lt"/>
              </a:defRPr>
            </a:lvl3pPr>
            <a:lvl4pPr algn="l">
              <a:lnSpc>
                <a:spcPct val="100000"/>
              </a:lnSpc>
              <a:spcBef>
                <a:spcPts val="0"/>
              </a:spcBef>
              <a:defRPr sz="1800">
                <a:latin typeface="+mj-lt"/>
              </a:defRPr>
            </a:lvl4pPr>
            <a:lvl5pPr algn="l">
              <a:lnSpc>
                <a:spcPct val="100000"/>
              </a:lnSpc>
              <a:spcBef>
                <a:spcPts val="0"/>
              </a:spcBef>
              <a:defRPr sz="1800">
                <a:latin typeface="+mj-lt"/>
              </a:defRPr>
            </a:lvl5pPr>
          </a:lstStyle>
          <a:p>
            <a:pPr lvl="0"/>
            <a:r>
              <a:rPr lang="en-GB"/>
              <a:t>Click to edit Master text styles</a:t>
            </a:r>
          </a:p>
        </p:txBody>
      </p:sp>
      <p:sp>
        <p:nvSpPr>
          <p:cNvPr id="41" name="Text Placeholder 35">
            <a:extLst>
              <a:ext uri="{FF2B5EF4-FFF2-40B4-BE49-F238E27FC236}">
                <a16:creationId xmlns:a16="http://schemas.microsoft.com/office/drawing/2014/main" id="{E7542672-472E-0E16-8066-DFA62799082F}"/>
              </a:ext>
            </a:extLst>
          </p:cNvPr>
          <p:cNvSpPr>
            <a:spLocks noGrp="1"/>
          </p:cNvSpPr>
          <p:nvPr>
            <p:ph type="body" sz="quarter" idx="26"/>
          </p:nvPr>
        </p:nvSpPr>
        <p:spPr>
          <a:xfrm>
            <a:off x="4634844" y="4939638"/>
            <a:ext cx="3102631" cy="1021836"/>
          </a:xfrm>
        </p:spPr>
        <p:txBody>
          <a:bodyPr>
            <a:noAutofit/>
          </a:bodyPr>
          <a:lstStyle>
            <a:lvl1pPr marL="0" indent="0">
              <a:spcBef>
                <a:spcPts val="0"/>
              </a:spcBef>
              <a:buNone/>
              <a:defRPr sz="1400">
                <a:solidFill>
                  <a:schemeClr val="tx1">
                    <a:lumMod val="75000"/>
                    <a:lumOff val="25000"/>
                  </a:schemeClr>
                </a:solidFill>
              </a:defRPr>
            </a:lvl1pPr>
            <a:lvl2pPr>
              <a:spcBef>
                <a:spcPts val="0"/>
              </a:spcBef>
              <a:defRPr sz="1400"/>
            </a:lvl2pPr>
            <a:lvl3pPr>
              <a:spcBef>
                <a:spcPts val="0"/>
              </a:spcBef>
              <a:defRPr sz="1400"/>
            </a:lvl3pPr>
            <a:lvl4pPr>
              <a:spcBef>
                <a:spcPts val="0"/>
              </a:spcBef>
              <a:defRPr sz="1400"/>
            </a:lvl4pPr>
            <a:lvl5pPr>
              <a:spcBef>
                <a:spcPts val="0"/>
              </a:spcBef>
              <a:defRPr sz="1400"/>
            </a:lvl5pPr>
          </a:lstStyle>
          <a:p>
            <a:pPr lvl="0"/>
            <a:r>
              <a:rPr lang="en-GB"/>
              <a:t>Click to edit Master text styles</a:t>
            </a:r>
          </a:p>
        </p:txBody>
      </p:sp>
      <p:sp>
        <p:nvSpPr>
          <p:cNvPr id="42" name="Text Placeholder 35">
            <a:extLst>
              <a:ext uri="{FF2B5EF4-FFF2-40B4-BE49-F238E27FC236}">
                <a16:creationId xmlns:a16="http://schemas.microsoft.com/office/drawing/2014/main" id="{8D6428D0-36EF-16D7-741F-B91DFF9CC9A5}"/>
              </a:ext>
            </a:extLst>
          </p:cNvPr>
          <p:cNvSpPr>
            <a:spLocks noGrp="1"/>
          </p:cNvSpPr>
          <p:nvPr>
            <p:ph type="body" sz="quarter" idx="27"/>
          </p:nvPr>
        </p:nvSpPr>
        <p:spPr>
          <a:xfrm>
            <a:off x="8235143" y="4195512"/>
            <a:ext cx="3102631" cy="609600"/>
          </a:xfrm>
        </p:spPr>
        <p:txBody>
          <a:bodyPr anchor="b">
            <a:noAutofit/>
          </a:bodyPr>
          <a:lstStyle>
            <a:lvl1pPr marL="0" indent="0" algn="l">
              <a:lnSpc>
                <a:spcPct val="100000"/>
              </a:lnSpc>
              <a:spcBef>
                <a:spcPts val="0"/>
              </a:spcBef>
              <a:buNone/>
              <a:defRPr sz="1800" baseline="0">
                <a:latin typeface="+mj-lt"/>
                <a:ea typeface="+mj-ea"/>
              </a:defRPr>
            </a:lvl1pPr>
            <a:lvl2pPr algn="l">
              <a:lnSpc>
                <a:spcPct val="100000"/>
              </a:lnSpc>
              <a:spcBef>
                <a:spcPts val="0"/>
              </a:spcBef>
              <a:defRPr sz="1800">
                <a:latin typeface="+mj-lt"/>
              </a:defRPr>
            </a:lvl2pPr>
            <a:lvl3pPr algn="l">
              <a:lnSpc>
                <a:spcPct val="100000"/>
              </a:lnSpc>
              <a:spcBef>
                <a:spcPts val="0"/>
              </a:spcBef>
              <a:defRPr sz="1800">
                <a:latin typeface="+mj-lt"/>
              </a:defRPr>
            </a:lvl3pPr>
            <a:lvl4pPr algn="l">
              <a:lnSpc>
                <a:spcPct val="100000"/>
              </a:lnSpc>
              <a:spcBef>
                <a:spcPts val="0"/>
              </a:spcBef>
              <a:defRPr sz="1800">
                <a:latin typeface="+mj-lt"/>
              </a:defRPr>
            </a:lvl4pPr>
            <a:lvl5pPr algn="l">
              <a:lnSpc>
                <a:spcPct val="100000"/>
              </a:lnSpc>
              <a:spcBef>
                <a:spcPts val="0"/>
              </a:spcBef>
              <a:defRPr sz="1800">
                <a:latin typeface="+mj-lt"/>
              </a:defRPr>
            </a:lvl5pPr>
          </a:lstStyle>
          <a:p>
            <a:pPr lvl="0"/>
            <a:r>
              <a:rPr lang="en-GB"/>
              <a:t>Click to edit Master text styles</a:t>
            </a:r>
          </a:p>
        </p:txBody>
      </p:sp>
      <p:sp>
        <p:nvSpPr>
          <p:cNvPr id="43" name="Text Placeholder 35">
            <a:extLst>
              <a:ext uri="{FF2B5EF4-FFF2-40B4-BE49-F238E27FC236}">
                <a16:creationId xmlns:a16="http://schemas.microsoft.com/office/drawing/2014/main" id="{0BCE5C17-683A-5D3B-ECCE-2C25D14F893D}"/>
              </a:ext>
            </a:extLst>
          </p:cNvPr>
          <p:cNvSpPr>
            <a:spLocks noGrp="1"/>
          </p:cNvSpPr>
          <p:nvPr>
            <p:ph type="body" sz="quarter" idx="28"/>
          </p:nvPr>
        </p:nvSpPr>
        <p:spPr>
          <a:xfrm>
            <a:off x="8235143" y="4939638"/>
            <a:ext cx="3102631" cy="1021836"/>
          </a:xfrm>
        </p:spPr>
        <p:txBody>
          <a:bodyPr>
            <a:noAutofit/>
          </a:bodyPr>
          <a:lstStyle>
            <a:lvl1pPr marL="0" indent="0">
              <a:spcBef>
                <a:spcPts val="0"/>
              </a:spcBef>
              <a:buNone/>
              <a:defRPr sz="1400">
                <a:solidFill>
                  <a:schemeClr val="tx1">
                    <a:lumMod val="75000"/>
                    <a:lumOff val="25000"/>
                  </a:schemeClr>
                </a:solidFill>
              </a:defRPr>
            </a:lvl1pPr>
            <a:lvl2pPr>
              <a:spcBef>
                <a:spcPts val="0"/>
              </a:spcBef>
              <a:defRPr sz="1400"/>
            </a:lvl2pPr>
            <a:lvl3pPr>
              <a:spcBef>
                <a:spcPts val="0"/>
              </a:spcBef>
              <a:defRPr sz="1400"/>
            </a:lvl3pPr>
            <a:lvl4pPr>
              <a:spcBef>
                <a:spcPts val="0"/>
              </a:spcBef>
              <a:defRPr sz="1400"/>
            </a:lvl4pPr>
            <a:lvl5pPr>
              <a:spcBef>
                <a:spcPts val="0"/>
              </a:spcBef>
              <a:defRPr sz="1400"/>
            </a:lvl5pPr>
          </a:lstStyle>
          <a:p>
            <a:pPr lvl="0"/>
            <a:r>
              <a:rPr lang="en-GB"/>
              <a:t>Click to edit Master text styles</a:t>
            </a:r>
          </a:p>
        </p:txBody>
      </p:sp>
      <p:sp>
        <p:nvSpPr>
          <p:cNvPr id="10" name="Date Placeholder 3">
            <a:extLst>
              <a:ext uri="{FF2B5EF4-FFF2-40B4-BE49-F238E27FC236}">
                <a16:creationId xmlns:a16="http://schemas.microsoft.com/office/drawing/2014/main" id="{AF234816-4552-682C-7011-792489AA8518}"/>
              </a:ext>
            </a:extLst>
          </p:cNvPr>
          <p:cNvSpPr>
            <a:spLocks noGrp="1"/>
          </p:cNvSpPr>
          <p:nvPr>
            <p:ph type="dt" sz="half" idx="14"/>
          </p:nvPr>
        </p:nvSpPr>
        <p:spPr>
          <a:xfrm>
            <a:off x="1174751" y="6400800"/>
            <a:ext cx="2743200" cy="266700"/>
          </a:xfrm>
        </p:spPr>
        <p:txBody>
          <a:bodyPr lIns="0" tIns="0" rIns="0" bIns="0"/>
          <a:lstStyle>
            <a:lvl1pPr>
              <a:defRPr>
                <a:solidFill>
                  <a:schemeClr val="tx1"/>
                </a:solidFill>
              </a:defRPr>
            </a:lvl1pPr>
          </a:lstStyle>
          <a:p>
            <a:r>
              <a:rPr lang="en-US" altLang="zh-CN" dirty="0"/>
              <a:t>03/12/2025</a:t>
            </a:r>
            <a:fld id="{FD138C57-8E3B-4697-92F8-0ED9B71F7E17}" type="datetime1">
              <a:rPr lang="en-US" smtClean="0"/>
              <a:pPr/>
              <a:t>3/5/2026</a:t>
            </a:fld>
            <a:endParaRPr lang="en-US"/>
          </a:p>
        </p:txBody>
      </p:sp>
      <p:sp>
        <p:nvSpPr>
          <p:cNvPr id="4" name="Footer Placeholder 4">
            <a:extLst>
              <a:ext uri="{FF2B5EF4-FFF2-40B4-BE49-F238E27FC236}">
                <a16:creationId xmlns:a16="http://schemas.microsoft.com/office/drawing/2014/main" id="{F3BA8BAB-E3F7-7F34-F87D-AA46C5710F22}"/>
              </a:ext>
            </a:extLst>
          </p:cNvPr>
          <p:cNvSpPr>
            <a:spLocks noGrp="1"/>
          </p:cNvSpPr>
          <p:nvPr>
            <p:ph type="ftr" sz="quarter" idx="11"/>
          </p:nvPr>
        </p:nvSpPr>
        <p:spPr>
          <a:xfrm>
            <a:off x="4267200" y="6400800"/>
            <a:ext cx="3657600" cy="266700"/>
          </a:xfrm>
        </p:spPr>
        <p:txBody>
          <a:bodyPr/>
          <a:lstStyle>
            <a:lvl1pPr algn="ctr">
              <a:defRPr/>
            </a:lvl1pPr>
          </a:lstStyle>
          <a:p>
            <a:r>
              <a:rPr lang="en-US"/>
              <a:t>Sample Footer Text</a:t>
            </a:r>
          </a:p>
        </p:txBody>
      </p:sp>
      <p:sp>
        <p:nvSpPr>
          <p:cNvPr id="3" name="Slide Number Placeholder 5">
            <a:extLst>
              <a:ext uri="{FF2B5EF4-FFF2-40B4-BE49-F238E27FC236}">
                <a16:creationId xmlns:a16="http://schemas.microsoft.com/office/drawing/2014/main" id="{CE3977F9-FC55-44B0-53B8-ADB4C12EC744}"/>
              </a:ext>
            </a:extLst>
          </p:cNvPr>
          <p:cNvSpPr>
            <a:spLocks noGrp="1"/>
          </p:cNvSpPr>
          <p:nvPr>
            <p:ph type="sldNum" sz="quarter" idx="12"/>
          </p:nvPr>
        </p:nvSpPr>
        <p:spPr>
          <a:xfrm>
            <a:off x="8274049" y="6400800"/>
            <a:ext cx="3241675" cy="266700"/>
          </a:xfrm>
        </p:spPr>
        <p:txBody>
          <a:bodyPr/>
          <a:lstStyle>
            <a:lvl1pPr algn="r">
              <a:defRPr/>
            </a:lvl1pPr>
          </a:lstStyle>
          <a:p>
            <a:fld id="{CC057153-B650-4DEB-B370-79DDCFDCE934}" type="slidenum">
              <a:rPr lang="en-US" smtClean="0"/>
              <a:pPr/>
              <a:t>‹#›</a:t>
            </a:fld>
            <a:endParaRPr lang="en-US"/>
          </a:p>
        </p:txBody>
      </p:sp>
      <p:sp>
        <p:nvSpPr>
          <p:cNvPr id="6" name="Freeform: Shape 59">
            <a:extLst>
              <a:ext uri="{FF2B5EF4-FFF2-40B4-BE49-F238E27FC236}">
                <a16:creationId xmlns:a16="http://schemas.microsoft.com/office/drawing/2014/main" id="{516C1398-A7AF-C02F-934D-C37C5E987D85}"/>
              </a:ext>
              <a:ext uri="{C183D7F6-B498-43B3-948B-1728B52AA6E4}">
                <adec:decorative xmlns:adec="http://schemas.microsoft.com/office/drawing/2017/decorative" val="1"/>
              </a:ext>
            </a:extLst>
          </p:cNvPr>
          <p:cNvSpPr/>
          <p:nvPr userDrawn="1"/>
        </p:nvSpPr>
        <p:spPr>
          <a:xfrm flipH="1">
            <a:off x="10886461" y="0"/>
            <a:ext cx="652769" cy="654548"/>
          </a:xfrm>
          <a:custGeom>
            <a:avLst/>
            <a:gdLst>
              <a:gd name="connsiteX0" fmla="*/ 1497298 w 1497298"/>
              <a:gd name="connsiteY0" fmla="*/ 0 h 1457281"/>
              <a:gd name="connsiteX1" fmla="*/ 0 w 1497298"/>
              <a:gd name="connsiteY1" fmla="*/ 0 h 1457281"/>
              <a:gd name="connsiteX2" fmla="*/ 0 w 1497298"/>
              <a:gd name="connsiteY2" fmla="*/ 1457281 h 1457281"/>
            </a:gdLst>
            <a:ahLst/>
            <a:cxnLst>
              <a:cxn ang="0">
                <a:pos x="connsiteX0" y="connsiteY0"/>
              </a:cxn>
              <a:cxn ang="0">
                <a:pos x="connsiteX1" y="connsiteY1"/>
              </a:cxn>
              <a:cxn ang="0">
                <a:pos x="connsiteX2" y="connsiteY2"/>
              </a:cxn>
            </a:cxnLst>
            <a:rect l="l" t="t" r="r" b="b"/>
            <a:pathLst>
              <a:path w="1497298" h="1457281">
                <a:moveTo>
                  <a:pt x="1497298" y="0"/>
                </a:moveTo>
                <a:lnTo>
                  <a:pt x="0" y="0"/>
                </a:lnTo>
                <a:lnTo>
                  <a:pt x="0" y="1457281"/>
                </a:lnTo>
                <a:close/>
              </a:path>
            </a:pathLst>
          </a:custGeom>
          <a:solidFill>
            <a:schemeClr val="accent3"/>
          </a:solidFill>
          <a:ln w="9525" cap="flat">
            <a:noFill/>
            <a:prstDash val="solid"/>
            <a:miter/>
          </a:ln>
        </p:spPr>
        <p:txBody>
          <a:bodyPr rtlCol="0" anchor="ctr"/>
          <a:lstStyle/>
          <a:p>
            <a:pPr lvl="0"/>
            <a:endParaRPr lang="zh-CN" altLang="en-US">
              <a:solidFill>
                <a:schemeClr val="tx1"/>
              </a:solidFill>
            </a:endParaRPr>
          </a:p>
        </p:txBody>
      </p:sp>
      <p:sp>
        <p:nvSpPr>
          <p:cNvPr id="7" name="Rectangle 9">
            <a:extLst>
              <a:ext uri="{FF2B5EF4-FFF2-40B4-BE49-F238E27FC236}">
                <a16:creationId xmlns:a16="http://schemas.microsoft.com/office/drawing/2014/main" id="{9B38EA50-6705-E42C-3897-B0D76FAA812E}"/>
              </a:ext>
              <a:ext uri="{C183D7F6-B498-43B3-948B-1728B52AA6E4}">
                <adec:decorative xmlns:adec="http://schemas.microsoft.com/office/drawing/2017/decorative" val="1"/>
              </a:ext>
            </a:extLst>
          </p:cNvPr>
          <p:cNvSpPr/>
          <p:nvPr userDrawn="1"/>
        </p:nvSpPr>
        <p:spPr>
          <a:xfrm rot="16200000" flipV="1">
            <a:off x="11538341" y="890"/>
            <a:ext cx="654549" cy="652769"/>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Rectangle 7">
            <a:extLst>
              <a:ext uri="{FF2B5EF4-FFF2-40B4-BE49-F238E27FC236}">
                <a16:creationId xmlns:a16="http://schemas.microsoft.com/office/drawing/2014/main" id="{C3BF1543-7A6B-249C-1650-3EFEB63C1EC8}"/>
              </a:ext>
              <a:ext uri="{C183D7F6-B498-43B3-948B-1728B52AA6E4}">
                <adec:decorative xmlns:adec="http://schemas.microsoft.com/office/drawing/2017/decorative" val="1"/>
              </a:ext>
            </a:extLst>
          </p:cNvPr>
          <p:cNvSpPr/>
          <p:nvPr userDrawn="1"/>
        </p:nvSpPr>
        <p:spPr>
          <a:xfrm rot="16200000" flipH="1">
            <a:off x="-889" y="6204342"/>
            <a:ext cx="654546" cy="652769"/>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Freeform: Shape 59">
            <a:extLst>
              <a:ext uri="{FF2B5EF4-FFF2-40B4-BE49-F238E27FC236}">
                <a16:creationId xmlns:a16="http://schemas.microsoft.com/office/drawing/2014/main" id="{BBAD9B21-7393-1499-E59D-EA109D80C822}"/>
              </a:ext>
              <a:ext uri="{C183D7F6-B498-43B3-948B-1728B52AA6E4}">
                <adec:decorative xmlns:adec="http://schemas.microsoft.com/office/drawing/2017/decorative" val="1"/>
              </a:ext>
            </a:extLst>
          </p:cNvPr>
          <p:cNvSpPr/>
          <p:nvPr userDrawn="1"/>
        </p:nvSpPr>
        <p:spPr>
          <a:xfrm flipV="1">
            <a:off x="652769" y="6203452"/>
            <a:ext cx="652769" cy="654548"/>
          </a:xfrm>
          <a:custGeom>
            <a:avLst/>
            <a:gdLst>
              <a:gd name="connsiteX0" fmla="*/ 1497298 w 1497298"/>
              <a:gd name="connsiteY0" fmla="*/ 0 h 1457281"/>
              <a:gd name="connsiteX1" fmla="*/ 0 w 1497298"/>
              <a:gd name="connsiteY1" fmla="*/ 0 h 1457281"/>
              <a:gd name="connsiteX2" fmla="*/ 0 w 1497298"/>
              <a:gd name="connsiteY2" fmla="*/ 1457281 h 1457281"/>
            </a:gdLst>
            <a:ahLst/>
            <a:cxnLst>
              <a:cxn ang="0">
                <a:pos x="connsiteX0" y="connsiteY0"/>
              </a:cxn>
              <a:cxn ang="0">
                <a:pos x="connsiteX1" y="connsiteY1"/>
              </a:cxn>
              <a:cxn ang="0">
                <a:pos x="connsiteX2" y="connsiteY2"/>
              </a:cxn>
            </a:cxnLst>
            <a:rect l="l" t="t" r="r" b="b"/>
            <a:pathLst>
              <a:path w="1497298" h="1457281">
                <a:moveTo>
                  <a:pt x="1497298" y="0"/>
                </a:moveTo>
                <a:lnTo>
                  <a:pt x="0" y="0"/>
                </a:lnTo>
                <a:lnTo>
                  <a:pt x="0" y="1457281"/>
                </a:lnTo>
                <a:close/>
              </a:path>
            </a:pathLst>
          </a:custGeom>
          <a:solidFill>
            <a:schemeClr val="accent3"/>
          </a:solidFill>
          <a:ln w="9525" cap="flat">
            <a:noFill/>
            <a:prstDash val="solid"/>
            <a:miter/>
          </a:ln>
        </p:spPr>
        <p:txBody>
          <a:bodyPr rtlCol="0" anchor="ctr"/>
          <a:lstStyle/>
          <a:p>
            <a:pPr lvl="0"/>
            <a:endParaRPr lang="zh-CN" altLang="en-US">
              <a:solidFill>
                <a:schemeClr val="tx1"/>
              </a:solidFill>
            </a:endParaRPr>
          </a:p>
        </p:txBody>
      </p:sp>
    </p:spTree>
    <p:extLst>
      <p:ext uri="{BB962C8B-B14F-4D97-AF65-F5344CB8AC3E}">
        <p14:creationId xmlns:p14="http://schemas.microsoft.com/office/powerpoint/2010/main" val="1501247574"/>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Title and 4-item Lists 4">
    <p:spTree>
      <p:nvGrpSpPr>
        <p:cNvPr id="1" name=""/>
        <p:cNvGrpSpPr/>
        <p:nvPr/>
      </p:nvGrpSpPr>
      <p:grpSpPr>
        <a:xfrm>
          <a:off x="0" y="0"/>
          <a:ext cx="0" cy="0"/>
          <a:chOff x="0" y="0"/>
          <a:chExt cx="0" cy="0"/>
        </a:xfrm>
      </p:grpSpPr>
      <p:sp>
        <p:nvSpPr>
          <p:cNvPr id="14" name="Rectangle 6">
            <a:extLst>
              <a:ext uri="{FF2B5EF4-FFF2-40B4-BE49-F238E27FC236}">
                <a16:creationId xmlns:a16="http://schemas.microsoft.com/office/drawing/2014/main" id="{CC5A7648-D01A-875E-E9BB-ED5949D478A6}"/>
              </a:ext>
              <a:ext uri="{C183D7F6-B498-43B3-948B-1728B52AA6E4}">
                <adec:decorative xmlns:adec="http://schemas.microsoft.com/office/drawing/2017/decorative" val="1"/>
              </a:ext>
            </a:extLst>
          </p:cNvPr>
          <p:cNvSpPr/>
          <p:nvPr userDrawn="1"/>
        </p:nvSpPr>
        <p:spPr>
          <a:xfrm rot="5400000">
            <a:off x="766930" y="5779705"/>
            <a:ext cx="311361" cy="184523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2" name="Title 1">
            <a:extLst>
              <a:ext uri="{FF2B5EF4-FFF2-40B4-BE49-F238E27FC236}">
                <a16:creationId xmlns:a16="http://schemas.microsoft.com/office/drawing/2014/main" id="{666A9F42-7FF7-F803-C075-BC4968D35E34}"/>
              </a:ext>
            </a:extLst>
          </p:cNvPr>
          <p:cNvSpPr>
            <a:spLocks noGrp="1"/>
          </p:cNvSpPr>
          <p:nvPr>
            <p:ph type="title" hasCustomPrompt="1"/>
          </p:nvPr>
        </p:nvSpPr>
        <p:spPr>
          <a:xfrm>
            <a:off x="844000" y="886783"/>
            <a:ext cx="10504000" cy="1132258"/>
          </a:xfrm>
        </p:spPr>
        <p:txBody>
          <a:bodyPr anchor="ctr">
            <a:noAutofit/>
          </a:bodyPr>
          <a:lstStyle>
            <a:lvl1pPr algn="l">
              <a:defRPr sz="3600" baseline="0"/>
            </a:lvl1pPr>
          </a:lstStyle>
          <a:p>
            <a:r>
              <a:rPr lang="en-US"/>
              <a:t>Click to edit Master title style</a:t>
            </a:r>
          </a:p>
        </p:txBody>
      </p:sp>
      <p:sp>
        <p:nvSpPr>
          <p:cNvPr id="30" name="Picture Placeholder 29">
            <a:extLst>
              <a:ext uri="{FF2B5EF4-FFF2-40B4-BE49-F238E27FC236}">
                <a16:creationId xmlns:a16="http://schemas.microsoft.com/office/drawing/2014/main" id="{35EC3073-FA99-7015-CBD2-0E3B9CE430CA}"/>
              </a:ext>
            </a:extLst>
          </p:cNvPr>
          <p:cNvSpPr>
            <a:spLocks noGrp="1"/>
          </p:cNvSpPr>
          <p:nvPr>
            <p:ph type="pic" sz="quarter" idx="29"/>
          </p:nvPr>
        </p:nvSpPr>
        <p:spPr>
          <a:xfrm>
            <a:off x="841988" y="2331669"/>
            <a:ext cx="2302850" cy="1255082"/>
          </a:xfrm>
        </p:spPr>
        <p:txBody>
          <a:bodyPr/>
          <a:lstStyle/>
          <a:p>
            <a:endParaRPr lang="en-GB"/>
          </a:p>
        </p:txBody>
      </p:sp>
      <p:sp>
        <p:nvSpPr>
          <p:cNvPr id="19" name="Text Placeholder 35">
            <a:extLst>
              <a:ext uri="{FF2B5EF4-FFF2-40B4-BE49-F238E27FC236}">
                <a16:creationId xmlns:a16="http://schemas.microsoft.com/office/drawing/2014/main" id="{C879862E-201F-4356-6D65-28E89DB6F11C}"/>
              </a:ext>
            </a:extLst>
          </p:cNvPr>
          <p:cNvSpPr>
            <a:spLocks noGrp="1"/>
          </p:cNvSpPr>
          <p:nvPr>
            <p:ph type="body" sz="quarter" idx="21"/>
          </p:nvPr>
        </p:nvSpPr>
        <p:spPr>
          <a:xfrm>
            <a:off x="841989" y="3665225"/>
            <a:ext cx="2302536" cy="735130"/>
          </a:xfrm>
        </p:spPr>
        <p:txBody>
          <a:bodyPr anchor="b">
            <a:noAutofit/>
          </a:bodyPr>
          <a:lstStyle>
            <a:lvl1pPr marL="0" indent="0" algn="l">
              <a:lnSpc>
                <a:spcPct val="100000"/>
              </a:lnSpc>
              <a:spcBef>
                <a:spcPts val="0"/>
              </a:spcBef>
              <a:buNone/>
              <a:defRPr sz="1800" baseline="0">
                <a:latin typeface="+mj-lt"/>
                <a:ea typeface="+mj-ea"/>
              </a:defRPr>
            </a:lvl1pPr>
            <a:lvl2pPr algn="l">
              <a:lnSpc>
                <a:spcPct val="100000"/>
              </a:lnSpc>
              <a:spcBef>
                <a:spcPts val="0"/>
              </a:spcBef>
              <a:defRPr sz="1800">
                <a:latin typeface="+mj-lt"/>
              </a:defRPr>
            </a:lvl2pPr>
            <a:lvl3pPr algn="l">
              <a:lnSpc>
                <a:spcPct val="100000"/>
              </a:lnSpc>
              <a:spcBef>
                <a:spcPts val="0"/>
              </a:spcBef>
              <a:defRPr sz="1800">
                <a:latin typeface="+mj-lt"/>
              </a:defRPr>
            </a:lvl3pPr>
            <a:lvl4pPr algn="l">
              <a:lnSpc>
                <a:spcPct val="100000"/>
              </a:lnSpc>
              <a:spcBef>
                <a:spcPts val="0"/>
              </a:spcBef>
              <a:defRPr sz="1800">
                <a:latin typeface="+mj-lt"/>
              </a:defRPr>
            </a:lvl4pPr>
            <a:lvl5pPr algn="l">
              <a:lnSpc>
                <a:spcPct val="100000"/>
              </a:lnSpc>
              <a:spcBef>
                <a:spcPts val="0"/>
              </a:spcBef>
              <a:defRPr sz="1800">
                <a:latin typeface="+mj-lt"/>
              </a:defRPr>
            </a:lvl5pPr>
          </a:lstStyle>
          <a:p>
            <a:pPr lvl="0"/>
            <a:r>
              <a:rPr lang="en-GB"/>
              <a:t>Click to edit Master text styles</a:t>
            </a:r>
          </a:p>
        </p:txBody>
      </p:sp>
      <p:sp>
        <p:nvSpPr>
          <p:cNvPr id="22" name="Text Placeholder 35">
            <a:extLst>
              <a:ext uri="{FF2B5EF4-FFF2-40B4-BE49-F238E27FC236}">
                <a16:creationId xmlns:a16="http://schemas.microsoft.com/office/drawing/2014/main" id="{A15D05C0-B891-85E5-35C5-24FBD31E3269}"/>
              </a:ext>
            </a:extLst>
          </p:cNvPr>
          <p:cNvSpPr>
            <a:spLocks noGrp="1"/>
          </p:cNvSpPr>
          <p:nvPr>
            <p:ph type="body" sz="quarter" idx="22"/>
          </p:nvPr>
        </p:nvSpPr>
        <p:spPr>
          <a:xfrm>
            <a:off x="841989" y="4534881"/>
            <a:ext cx="2302536" cy="1511658"/>
          </a:xfrm>
        </p:spPr>
        <p:txBody>
          <a:bodyPr>
            <a:noAutofit/>
          </a:bodyPr>
          <a:lstStyle>
            <a:lvl1pPr marL="0" indent="0">
              <a:spcBef>
                <a:spcPts val="0"/>
              </a:spcBef>
              <a:buNone/>
              <a:defRPr sz="1400">
                <a:solidFill>
                  <a:schemeClr val="tx1">
                    <a:lumMod val="75000"/>
                    <a:lumOff val="25000"/>
                  </a:schemeClr>
                </a:solidFill>
              </a:defRPr>
            </a:lvl1pPr>
            <a:lvl2pPr>
              <a:spcBef>
                <a:spcPts val="0"/>
              </a:spcBef>
              <a:defRPr sz="1400"/>
            </a:lvl2pPr>
            <a:lvl3pPr>
              <a:spcBef>
                <a:spcPts val="0"/>
              </a:spcBef>
              <a:defRPr sz="1400"/>
            </a:lvl3pPr>
            <a:lvl4pPr>
              <a:spcBef>
                <a:spcPts val="0"/>
              </a:spcBef>
              <a:defRPr sz="1400"/>
            </a:lvl4pPr>
            <a:lvl5pPr>
              <a:spcBef>
                <a:spcPts val="0"/>
              </a:spcBef>
              <a:defRPr sz="1400"/>
            </a:lvl5pPr>
          </a:lstStyle>
          <a:p>
            <a:pPr lvl="0"/>
            <a:r>
              <a:rPr lang="en-GB"/>
              <a:t>Click to edit Master text styles</a:t>
            </a:r>
          </a:p>
        </p:txBody>
      </p:sp>
      <p:sp>
        <p:nvSpPr>
          <p:cNvPr id="35" name="Picture Placeholder 29">
            <a:extLst>
              <a:ext uri="{FF2B5EF4-FFF2-40B4-BE49-F238E27FC236}">
                <a16:creationId xmlns:a16="http://schemas.microsoft.com/office/drawing/2014/main" id="{B9CDE245-8A43-C7AE-733E-51362998210E}"/>
              </a:ext>
            </a:extLst>
          </p:cNvPr>
          <p:cNvSpPr>
            <a:spLocks noGrp="1"/>
          </p:cNvSpPr>
          <p:nvPr>
            <p:ph type="pic" sz="quarter" idx="34"/>
          </p:nvPr>
        </p:nvSpPr>
        <p:spPr>
          <a:xfrm>
            <a:off x="3552179" y="2331669"/>
            <a:ext cx="2302850" cy="1255082"/>
          </a:xfrm>
        </p:spPr>
        <p:txBody>
          <a:bodyPr/>
          <a:lstStyle/>
          <a:p>
            <a:endParaRPr lang="en-GB"/>
          </a:p>
        </p:txBody>
      </p:sp>
      <p:sp>
        <p:nvSpPr>
          <p:cNvPr id="23" name="Text Placeholder 35">
            <a:extLst>
              <a:ext uri="{FF2B5EF4-FFF2-40B4-BE49-F238E27FC236}">
                <a16:creationId xmlns:a16="http://schemas.microsoft.com/office/drawing/2014/main" id="{6741BED5-DD9B-DA08-B276-4A6A9619A77F}"/>
              </a:ext>
            </a:extLst>
          </p:cNvPr>
          <p:cNvSpPr>
            <a:spLocks noGrp="1"/>
          </p:cNvSpPr>
          <p:nvPr>
            <p:ph type="body" sz="quarter" idx="23"/>
          </p:nvPr>
        </p:nvSpPr>
        <p:spPr>
          <a:xfrm>
            <a:off x="3552493" y="3665225"/>
            <a:ext cx="2302536" cy="735130"/>
          </a:xfrm>
        </p:spPr>
        <p:txBody>
          <a:bodyPr anchor="b">
            <a:noAutofit/>
          </a:bodyPr>
          <a:lstStyle>
            <a:lvl1pPr marL="0" indent="0" algn="l">
              <a:lnSpc>
                <a:spcPct val="100000"/>
              </a:lnSpc>
              <a:spcBef>
                <a:spcPts val="0"/>
              </a:spcBef>
              <a:buNone/>
              <a:defRPr sz="1800" baseline="0">
                <a:latin typeface="+mj-lt"/>
                <a:ea typeface="+mj-ea"/>
              </a:defRPr>
            </a:lvl1pPr>
            <a:lvl2pPr algn="l">
              <a:lnSpc>
                <a:spcPct val="100000"/>
              </a:lnSpc>
              <a:spcBef>
                <a:spcPts val="0"/>
              </a:spcBef>
              <a:defRPr sz="1800">
                <a:latin typeface="+mj-lt"/>
              </a:defRPr>
            </a:lvl2pPr>
            <a:lvl3pPr algn="l">
              <a:lnSpc>
                <a:spcPct val="100000"/>
              </a:lnSpc>
              <a:spcBef>
                <a:spcPts val="0"/>
              </a:spcBef>
              <a:defRPr sz="1800">
                <a:latin typeface="+mj-lt"/>
              </a:defRPr>
            </a:lvl3pPr>
            <a:lvl4pPr algn="l">
              <a:lnSpc>
                <a:spcPct val="100000"/>
              </a:lnSpc>
              <a:spcBef>
                <a:spcPts val="0"/>
              </a:spcBef>
              <a:defRPr sz="1800">
                <a:latin typeface="+mj-lt"/>
              </a:defRPr>
            </a:lvl4pPr>
            <a:lvl5pPr algn="l">
              <a:lnSpc>
                <a:spcPct val="100000"/>
              </a:lnSpc>
              <a:spcBef>
                <a:spcPts val="0"/>
              </a:spcBef>
              <a:defRPr sz="1800">
                <a:latin typeface="+mj-lt"/>
              </a:defRPr>
            </a:lvl5pPr>
          </a:lstStyle>
          <a:p>
            <a:pPr lvl="0"/>
            <a:r>
              <a:rPr lang="en-GB"/>
              <a:t>Click to edit Master text styles</a:t>
            </a:r>
          </a:p>
        </p:txBody>
      </p:sp>
      <p:sp>
        <p:nvSpPr>
          <p:cNvPr id="24" name="Text Placeholder 35">
            <a:extLst>
              <a:ext uri="{FF2B5EF4-FFF2-40B4-BE49-F238E27FC236}">
                <a16:creationId xmlns:a16="http://schemas.microsoft.com/office/drawing/2014/main" id="{4211193A-897F-A0CB-98F7-FD02B1E03211}"/>
              </a:ext>
            </a:extLst>
          </p:cNvPr>
          <p:cNvSpPr>
            <a:spLocks noGrp="1"/>
          </p:cNvSpPr>
          <p:nvPr>
            <p:ph type="body" sz="quarter" idx="24"/>
          </p:nvPr>
        </p:nvSpPr>
        <p:spPr>
          <a:xfrm>
            <a:off x="3552493" y="4534881"/>
            <a:ext cx="2302536" cy="1511658"/>
          </a:xfrm>
        </p:spPr>
        <p:txBody>
          <a:bodyPr>
            <a:noAutofit/>
          </a:bodyPr>
          <a:lstStyle>
            <a:lvl1pPr marL="0" indent="0">
              <a:spcBef>
                <a:spcPts val="0"/>
              </a:spcBef>
              <a:buNone/>
              <a:defRPr sz="1400">
                <a:solidFill>
                  <a:schemeClr val="tx1">
                    <a:lumMod val="75000"/>
                    <a:lumOff val="25000"/>
                  </a:schemeClr>
                </a:solidFill>
              </a:defRPr>
            </a:lvl1pPr>
            <a:lvl2pPr>
              <a:spcBef>
                <a:spcPts val="0"/>
              </a:spcBef>
              <a:defRPr sz="1400"/>
            </a:lvl2pPr>
            <a:lvl3pPr>
              <a:spcBef>
                <a:spcPts val="0"/>
              </a:spcBef>
              <a:defRPr sz="1400"/>
            </a:lvl3pPr>
            <a:lvl4pPr>
              <a:spcBef>
                <a:spcPts val="0"/>
              </a:spcBef>
              <a:defRPr sz="1400"/>
            </a:lvl4pPr>
            <a:lvl5pPr>
              <a:spcBef>
                <a:spcPts val="0"/>
              </a:spcBef>
              <a:defRPr sz="1400"/>
            </a:lvl5pPr>
          </a:lstStyle>
          <a:p>
            <a:pPr lvl="0"/>
            <a:r>
              <a:rPr lang="en-GB"/>
              <a:t>Click to edit Master text styles</a:t>
            </a:r>
          </a:p>
        </p:txBody>
      </p:sp>
      <p:sp>
        <p:nvSpPr>
          <p:cNvPr id="34" name="Picture Placeholder 29">
            <a:extLst>
              <a:ext uri="{FF2B5EF4-FFF2-40B4-BE49-F238E27FC236}">
                <a16:creationId xmlns:a16="http://schemas.microsoft.com/office/drawing/2014/main" id="{6776899D-7EB0-41AC-9AF4-FE101D6C9E83}"/>
              </a:ext>
            </a:extLst>
          </p:cNvPr>
          <p:cNvSpPr>
            <a:spLocks noGrp="1"/>
          </p:cNvSpPr>
          <p:nvPr>
            <p:ph type="pic" sz="quarter" idx="33"/>
          </p:nvPr>
        </p:nvSpPr>
        <p:spPr>
          <a:xfrm>
            <a:off x="6284660" y="2331669"/>
            <a:ext cx="2302850" cy="1255082"/>
          </a:xfrm>
        </p:spPr>
        <p:txBody>
          <a:bodyPr/>
          <a:lstStyle/>
          <a:p>
            <a:endParaRPr lang="en-GB"/>
          </a:p>
        </p:txBody>
      </p:sp>
      <p:sp>
        <p:nvSpPr>
          <p:cNvPr id="25" name="Text Placeholder 35">
            <a:extLst>
              <a:ext uri="{FF2B5EF4-FFF2-40B4-BE49-F238E27FC236}">
                <a16:creationId xmlns:a16="http://schemas.microsoft.com/office/drawing/2014/main" id="{1DED0997-D314-C6AE-A692-306403BBE629}"/>
              </a:ext>
            </a:extLst>
          </p:cNvPr>
          <p:cNvSpPr>
            <a:spLocks noGrp="1"/>
          </p:cNvSpPr>
          <p:nvPr>
            <p:ph type="body" sz="quarter" idx="25"/>
          </p:nvPr>
        </p:nvSpPr>
        <p:spPr>
          <a:xfrm>
            <a:off x="6284974" y="3665225"/>
            <a:ext cx="2302536" cy="735130"/>
          </a:xfrm>
        </p:spPr>
        <p:txBody>
          <a:bodyPr anchor="b">
            <a:noAutofit/>
          </a:bodyPr>
          <a:lstStyle>
            <a:lvl1pPr marL="0" indent="0" algn="l">
              <a:lnSpc>
                <a:spcPct val="100000"/>
              </a:lnSpc>
              <a:spcBef>
                <a:spcPts val="0"/>
              </a:spcBef>
              <a:buNone/>
              <a:defRPr sz="1800" baseline="0">
                <a:latin typeface="+mj-lt"/>
                <a:ea typeface="+mj-ea"/>
              </a:defRPr>
            </a:lvl1pPr>
            <a:lvl2pPr algn="l">
              <a:lnSpc>
                <a:spcPct val="100000"/>
              </a:lnSpc>
              <a:spcBef>
                <a:spcPts val="0"/>
              </a:spcBef>
              <a:defRPr sz="1800">
                <a:latin typeface="+mj-lt"/>
              </a:defRPr>
            </a:lvl2pPr>
            <a:lvl3pPr algn="l">
              <a:lnSpc>
                <a:spcPct val="100000"/>
              </a:lnSpc>
              <a:spcBef>
                <a:spcPts val="0"/>
              </a:spcBef>
              <a:defRPr sz="1800">
                <a:latin typeface="+mj-lt"/>
              </a:defRPr>
            </a:lvl3pPr>
            <a:lvl4pPr algn="l">
              <a:lnSpc>
                <a:spcPct val="100000"/>
              </a:lnSpc>
              <a:spcBef>
                <a:spcPts val="0"/>
              </a:spcBef>
              <a:defRPr sz="1800">
                <a:latin typeface="+mj-lt"/>
              </a:defRPr>
            </a:lvl4pPr>
            <a:lvl5pPr algn="l">
              <a:lnSpc>
                <a:spcPct val="100000"/>
              </a:lnSpc>
              <a:spcBef>
                <a:spcPts val="0"/>
              </a:spcBef>
              <a:defRPr sz="1800">
                <a:latin typeface="+mj-lt"/>
              </a:defRPr>
            </a:lvl5pPr>
          </a:lstStyle>
          <a:p>
            <a:pPr lvl="0"/>
            <a:r>
              <a:rPr lang="en-GB"/>
              <a:t>Click to edit Master text styles</a:t>
            </a:r>
          </a:p>
        </p:txBody>
      </p:sp>
      <p:sp>
        <p:nvSpPr>
          <p:cNvPr id="26" name="Text Placeholder 35">
            <a:extLst>
              <a:ext uri="{FF2B5EF4-FFF2-40B4-BE49-F238E27FC236}">
                <a16:creationId xmlns:a16="http://schemas.microsoft.com/office/drawing/2014/main" id="{CB02C1DA-F7C6-2990-C630-24D0D3CA8930}"/>
              </a:ext>
            </a:extLst>
          </p:cNvPr>
          <p:cNvSpPr>
            <a:spLocks noGrp="1"/>
          </p:cNvSpPr>
          <p:nvPr>
            <p:ph type="body" sz="quarter" idx="26"/>
          </p:nvPr>
        </p:nvSpPr>
        <p:spPr>
          <a:xfrm>
            <a:off x="6284974" y="4534881"/>
            <a:ext cx="2302536" cy="1511658"/>
          </a:xfrm>
        </p:spPr>
        <p:txBody>
          <a:bodyPr>
            <a:noAutofit/>
          </a:bodyPr>
          <a:lstStyle>
            <a:lvl1pPr marL="0" indent="0">
              <a:spcBef>
                <a:spcPts val="0"/>
              </a:spcBef>
              <a:buNone/>
              <a:defRPr sz="1400">
                <a:solidFill>
                  <a:schemeClr val="tx1">
                    <a:lumMod val="75000"/>
                    <a:lumOff val="25000"/>
                  </a:schemeClr>
                </a:solidFill>
              </a:defRPr>
            </a:lvl1pPr>
            <a:lvl2pPr>
              <a:spcBef>
                <a:spcPts val="0"/>
              </a:spcBef>
              <a:defRPr sz="1400"/>
            </a:lvl2pPr>
            <a:lvl3pPr>
              <a:spcBef>
                <a:spcPts val="0"/>
              </a:spcBef>
              <a:defRPr sz="1400"/>
            </a:lvl3pPr>
            <a:lvl4pPr>
              <a:spcBef>
                <a:spcPts val="0"/>
              </a:spcBef>
              <a:defRPr sz="1400"/>
            </a:lvl4pPr>
            <a:lvl5pPr>
              <a:spcBef>
                <a:spcPts val="0"/>
              </a:spcBef>
              <a:defRPr sz="1400"/>
            </a:lvl5pPr>
          </a:lstStyle>
          <a:p>
            <a:pPr lvl="0"/>
            <a:r>
              <a:rPr lang="en-GB"/>
              <a:t>Click to edit Master text styles</a:t>
            </a:r>
          </a:p>
        </p:txBody>
      </p:sp>
      <p:sp>
        <p:nvSpPr>
          <p:cNvPr id="33" name="Picture Placeholder 29">
            <a:extLst>
              <a:ext uri="{FF2B5EF4-FFF2-40B4-BE49-F238E27FC236}">
                <a16:creationId xmlns:a16="http://schemas.microsoft.com/office/drawing/2014/main" id="{F1FE3630-D074-6944-4F08-08363014CC1D}"/>
              </a:ext>
            </a:extLst>
          </p:cNvPr>
          <p:cNvSpPr>
            <a:spLocks noGrp="1"/>
          </p:cNvSpPr>
          <p:nvPr>
            <p:ph type="pic" sz="quarter" idx="32"/>
          </p:nvPr>
        </p:nvSpPr>
        <p:spPr>
          <a:xfrm>
            <a:off x="9045148" y="2331669"/>
            <a:ext cx="2302850" cy="1255082"/>
          </a:xfrm>
        </p:spPr>
        <p:txBody>
          <a:bodyPr/>
          <a:lstStyle/>
          <a:p>
            <a:endParaRPr lang="en-GB"/>
          </a:p>
        </p:txBody>
      </p:sp>
      <p:sp>
        <p:nvSpPr>
          <p:cNvPr id="27" name="Text Placeholder 35">
            <a:extLst>
              <a:ext uri="{FF2B5EF4-FFF2-40B4-BE49-F238E27FC236}">
                <a16:creationId xmlns:a16="http://schemas.microsoft.com/office/drawing/2014/main" id="{2BD521B6-BD70-6519-3BCC-0441BC90998A}"/>
              </a:ext>
            </a:extLst>
          </p:cNvPr>
          <p:cNvSpPr>
            <a:spLocks noGrp="1"/>
          </p:cNvSpPr>
          <p:nvPr>
            <p:ph type="body" sz="quarter" idx="27"/>
          </p:nvPr>
        </p:nvSpPr>
        <p:spPr>
          <a:xfrm>
            <a:off x="9045462" y="3665225"/>
            <a:ext cx="2302536" cy="735130"/>
          </a:xfrm>
        </p:spPr>
        <p:txBody>
          <a:bodyPr anchor="b">
            <a:noAutofit/>
          </a:bodyPr>
          <a:lstStyle>
            <a:lvl1pPr marL="0" indent="0" algn="l">
              <a:lnSpc>
                <a:spcPct val="100000"/>
              </a:lnSpc>
              <a:spcBef>
                <a:spcPts val="0"/>
              </a:spcBef>
              <a:buNone/>
              <a:defRPr sz="1800" baseline="0">
                <a:latin typeface="+mj-lt"/>
                <a:ea typeface="+mj-ea"/>
              </a:defRPr>
            </a:lvl1pPr>
            <a:lvl2pPr algn="l">
              <a:lnSpc>
                <a:spcPct val="100000"/>
              </a:lnSpc>
              <a:spcBef>
                <a:spcPts val="0"/>
              </a:spcBef>
              <a:defRPr sz="1800">
                <a:latin typeface="+mj-lt"/>
              </a:defRPr>
            </a:lvl2pPr>
            <a:lvl3pPr algn="l">
              <a:lnSpc>
                <a:spcPct val="100000"/>
              </a:lnSpc>
              <a:spcBef>
                <a:spcPts val="0"/>
              </a:spcBef>
              <a:defRPr sz="1800">
                <a:latin typeface="+mj-lt"/>
              </a:defRPr>
            </a:lvl3pPr>
            <a:lvl4pPr algn="l">
              <a:lnSpc>
                <a:spcPct val="100000"/>
              </a:lnSpc>
              <a:spcBef>
                <a:spcPts val="0"/>
              </a:spcBef>
              <a:defRPr sz="1800">
                <a:latin typeface="+mj-lt"/>
              </a:defRPr>
            </a:lvl4pPr>
            <a:lvl5pPr algn="l">
              <a:lnSpc>
                <a:spcPct val="100000"/>
              </a:lnSpc>
              <a:spcBef>
                <a:spcPts val="0"/>
              </a:spcBef>
              <a:defRPr sz="1800">
                <a:latin typeface="+mj-lt"/>
              </a:defRPr>
            </a:lvl5pPr>
          </a:lstStyle>
          <a:p>
            <a:pPr lvl="0"/>
            <a:r>
              <a:rPr lang="en-GB"/>
              <a:t>Click to edit Master text styles</a:t>
            </a:r>
          </a:p>
        </p:txBody>
      </p:sp>
      <p:sp>
        <p:nvSpPr>
          <p:cNvPr id="28" name="Text Placeholder 35">
            <a:extLst>
              <a:ext uri="{FF2B5EF4-FFF2-40B4-BE49-F238E27FC236}">
                <a16:creationId xmlns:a16="http://schemas.microsoft.com/office/drawing/2014/main" id="{B09D8CE1-C90E-B457-C2C5-5AE34D538BFD}"/>
              </a:ext>
            </a:extLst>
          </p:cNvPr>
          <p:cNvSpPr>
            <a:spLocks noGrp="1"/>
          </p:cNvSpPr>
          <p:nvPr>
            <p:ph type="body" sz="quarter" idx="28"/>
          </p:nvPr>
        </p:nvSpPr>
        <p:spPr>
          <a:xfrm>
            <a:off x="9045462" y="4534881"/>
            <a:ext cx="2302536" cy="1511658"/>
          </a:xfrm>
        </p:spPr>
        <p:txBody>
          <a:bodyPr>
            <a:noAutofit/>
          </a:bodyPr>
          <a:lstStyle>
            <a:lvl1pPr marL="0" indent="0">
              <a:spcBef>
                <a:spcPts val="0"/>
              </a:spcBef>
              <a:buNone/>
              <a:defRPr sz="1400">
                <a:solidFill>
                  <a:schemeClr val="tx1">
                    <a:lumMod val="75000"/>
                    <a:lumOff val="25000"/>
                  </a:schemeClr>
                </a:solidFill>
              </a:defRPr>
            </a:lvl1pPr>
            <a:lvl2pPr>
              <a:spcBef>
                <a:spcPts val="0"/>
              </a:spcBef>
              <a:defRPr sz="1400"/>
            </a:lvl2pPr>
            <a:lvl3pPr>
              <a:spcBef>
                <a:spcPts val="0"/>
              </a:spcBef>
              <a:defRPr sz="1400"/>
            </a:lvl3pPr>
            <a:lvl4pPr>
              <a:spcBef>
                <a:spcPts val="0"/>
              </a:spcBef>
              <a:defRPr sz="1400"/>
            </a:lvl4pPr>
            <a:lvl5pPr>
              <a:spcBef>
                <a:spcPts val="0"/>
              </a:spcBef>
              <a:defRPr sz="1400"/>
            </a:lvl5pPr>
          </a:lstStyle>
          <a:p>
            <a:pPr lvl="0"/>
            <a:r>
              <a:rPr lang="en-GB"/>
              <a:t>Click to edit Master text styles</a:t>
            </a:r>
          </a:p>
        </p:txBody>
      </p:sp>
      <p:sp>
        <p:nvSpPr>
          <p:cNvPr id="5" name="Date Placeholder 3">
            <a:extLst>
              <a:ext uri="{FF2B5EF4-FFF2-40B4-BE49-F238E27FC236}">
                <a16:creationId xmlns:a16="http://schemas.microsoft.com/office/drawing/2014/main" id="{D7AF960F-EA2C-059B-FD05-9627AA9B405B}"/>
              </a:ext>
            </a:extLst>
          </p:cNvPr>
          <p:cNvSpPr>
            <a:spLocks noGrp="1"/>
          </p:cNvSpPr>
          <p:nvPr>
            <p:ph type="dt" sz="half" idx="10"/>
          </p:nvPr>
        </p:nvSpPr>
        <p:spPr>
          <a:xfrm>
            <a:off x="657225" y="6400800"/>
            <a:ext cx="2743200" cy="266700"/>
          </a:xfrm>
        </p:spPr>
        <p:txBody>
          <a:bodyPr/>
          <a:lstStyle/>
          <a:p>
            <a:r>
              <a:rPr lang="en-US" altLang="zh-CN" dirty="0"/>
              <a:t>03/12/2025</a:t>
            </a:r>
            <a:fld id="{FD138C57-8E3B-4697-92F8-0ED9B71F7E17}" type="datetime1">
              <a:rPr lang="en-US" smtClean="0"/>
              <a:t>3/5/2026</a:t>
            </a:fld>
            <a:endParaRPr lang="en-US"/>
          </a:p>
        </p:txBody>
      </p:sp>
      <p:sp>
        <p:nvSpPr>
          <p:cNvPr id="4" name="Footer Placeholder 4">
            <a:extLst>
              <a:ext uri="{FF2B5EF4-FFF2-40B4-BE49-F238E27FC236}">
                <a16:creationId xmlns:a16="http://schemas.microsoft.com/office/drawing/2014/main" id="{F3BA8BAB-E3F7-7F34-F87D-AA46C5710F22}"/>
              </a:ext>
            </a:extLst>
          </p:cNvPr>
          <p:cNvSpPr>
            <a:spLocks noGrp="1"/>
          </p:cNvSpPr>
          <p:nvPr>
            <p:ph type="ftr" sz="quarter" idx="11"/>
          </p:nvPr>
        </p:nvSpPr>
        <p:spPr>
          <a:xfrm>
            <a:off x="4267200" y="6400800"/>
            <a:ext cx="3657600" cy="266700"/>
          </a:xfrm>
        </p:spPr>
        <p:txBody>
          <a:bodyPr/>
          <a:lstStyle>
            <a:lvl1pPr algn="ctr">
              <a:defRPr/>
            </a:lvl1pPr>
          </a:lstStyle>
          <a:p>
            <a:r>
              <a:rPr lang="en-US"/>
              <a:t>Sample Footer Text</a:t>
            </a:r>
          </a:p>
        </p:txBody>
      </p:sp>
      <p:sp>
        <p:nvSpPr>
          <p:cNvPr id="3" name="Slide Number Placeholder 5">
            <a:extLst>
              <a:ext uri="{FF2B5EF4-FFF2-40B4-BE49-F238E27FC236}">
                <a16:creationId xmlns:a16="http://schemas.microsoft.com/office/drawing/2014/main" id="{CE3977F9-FC55-44B0-53B8-ADB4C12EC744}"/>
              </a:ext>
            </a:extLst>
          </p:cNvPr>
          <p:cNvSpPr>
            <a:spLocks noGrp="1"/>
          </p:cNvSpPr>
          <p:nvPr>
            <p:ph type="sldNum" sz="quarter" idx="12"/>
          </p:nvPr>
        </p:nvSpPr>
        <p:spPr>
          <a:xfrm>
            <a:off x="8274049" y="6400800"/>
            <a:ext cx="3241675" cy="266700"/>
          </a:xfrm>
        </p:spPr>
        <p:txBody>
          <a:bodyPr/>
          <a:lstStyle>
            <a:lvl1pPr algn="r">
              <a:defRPr/>
            </a:lvl1pPr>
          </a:lstStyle>
          <a:p>
            <a:fld id="{CC057153-B650-4DEB-B370-79DDCFDCE934}" type="slidenum">
              <a:rPr lang="en-US" smtClean="0"/>
              <a:pPr/>
              <a:t>‹#›</a:t>
            </a:fld>
            <a:endParaRPr lang="en-US"/>
          </a:p>
        </p:txBody>
      </p:sp>
      <p:sp>
        <p:nvSpPr>
          <p:cNvPr id="20" name="Rectangle 8">
            <a:extLst>
              <a:ext uri="{FF2B5EF4-FFF2-40B4-BE49-F238E27FC236}">
                <a16:creationId xmlns:a16="http://schemas.microsoft.com/office/drawing/2014/main" id="{41B0960E-E397-9136-EE2E-F2595BA18E5D}"/>
              </a:ext>
              <a:ext uri="{C183D7F6-B498-43B3-948B-1728B52AA6E4}">
                <adec:decorative xmlns:adec="http://schemas.microsoft.com/office/drawing/2017/decorative" val="1"/>
              </a:ext>
            </a:extLst>
          </p:cNvPr>
          <p:cNvSpPr/>
          <p:nvPr userDrawn="1"/>
        </p:nvSpPr>
        <p:spPr>
          <a:xfrm rot="16200000" flipH="1">
            <a:off x="10715814" y="-681672"/>
            <a:ext cx="311360" cy="167470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Rectangle 9">
            <a:extLst>
              <a:ext uri="{FF2B5EF4-FFF2-40B4-BE49-F238E27FC236}">
                <a16:creationId xmlns:a16="http://schemas.microsoft.com/office/drawing/2014/main" id="{89DDA4E8-D382-3D12-576D-43FB555E0E86}"/>
              </a:ext>
              <a:ext uri="{C183D7F6-B498-43B3-948B-1728B52AA6E4}">
                <adec:decorative xmlns:adec="http://schemas.microsoft.com/office/drawing/2017/decorative" val="1"/>
              </a:ext>
            </a:extLst>
          </p:cNvPr>
          <p:cNvSpPr/>
          <p:nvPr userDrawn="1"/>
        </p:nvSpPr>
        <p:spPr>
          <a:xfrm rot="16200000" flipH="1">
            <a:off x="11795962" y="-84996"/>
            <a:ext cx="311359" cy="481353"/>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Tree>
    <p:extLst>
      <p:ext uri="{BB962C8B-B14F-4D97-AF65-F5344CB8AC3E}">
        <p14:creationId xmlns:p14="http://schemas.microsoft.com/office/powerpoint/2010/main" val="2475769563"/>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604A53CF-A657-E995-A3A7-271D67F33E95}"/>
              </a:ext>
            </a:extLst>
          </p:cNvPr>
          <p:cNvSpPr>
            <a:spLocks noGrp="1"/>
          </p:cNvSpPr>
          <p:nvPr>
            <p:ph type="dt" sz="half" idx="10"/>
          </p:nvPr>
        </p:nvSpPr>
        <p:spPr>
          <a:xfrm>
            <a:off x="657225" y="6400800"/>
            <a:ext cx="2743200" cy="266700"/>
          </a:xfrm>
        </p:spPr>
        <p:txBody>
          <a:bodyPr/>
          <a:lstStyle/>
          <a:p>
            <a:r>
              <a:rPr lang="en-US" altLang="zh-CN" dirty="0"/>
              <a:t>03/12/2025</a:t>
            </a:r>
            <a:fld id="{FD138C57-8E3B-4697-92F8-0ED9B71F7E17}" type="datetime1">
              <a:rPr lang="en-US" smtClean="0"/>
              <a:t>3/5/2026</a:t>
            </a:fld>
            <a:endParaRPr lang="en-US"/>
          </a:p>
        </p:txBody>
      </p:sp>
      <p:sp>
        <p:nvSpPr>
          <p:cNvPr id="3" name="Footer Placeholder 4">
            <a:extLst>
              <a:ext uri="{FF2B5EF4-FFF2-40B4-BE49-F238E27FC236}">
                <a16:creationId xmlns:a16="http://schemas.microsoft.com/office/drawing/2014/main" id="{85E39344-307B-8BD6-D5B8-D1E1F15507D9}"/>
              </a:ext>
            </a:extLst>
          </p:cNvPr>
          <p:cNvSpPr>
            <a:spLocks noGrp="1"/>
          </p:cNvSpPr>
          <p:nvPr>
            <p:ph type="ftr" sz="quarter" idx="11"/>
          </p:nvPr>
        </p:nvSpPr>
        <p:spPr>
          <a:xfrm>
            <a:off x="4267200" y="6400800"/>
            <a:ext cx="3657600" cy="266700"/>
          </a:xfrm>
        </p:spPr>
        <p:txBody>
          <a:bodyPr/>
          <a:lstStyle>
            <a:lvl1pPr algn="ctr">
              <a:defRPr/>
            </a:lvl1pPr>
          </a:lstStyle>
          <a:p>
            <a:r>
              <a:rPr lang="en-US"/>
              <a:t>Sample Footer Text</a:t>
            </a:r>
          </a:p>
        </p:txBody>
      </p:sp>
      <p:sp>
        <p:nvSpPr>
          <p:cNvPr id="2" name="Slide Number Placeholder 5">
            <a:extLst>
              <a:ext uri="{FF2B5EF4-FFF2-40B4-BE49-F238E27FC236}">
                <a16:creationId xmlns:a16="http://schemas.microsoft.com/office/drawing/2014/main" id="{5F632A0F-F12A-0DEF-B91F-C360E126DB37}"/>
              </a:ext>
            </a:extLst>
          </p:cNvPr>
          <p:cNvSpPr>
            <a:spLocks noGrp="1"/>
          </p:cNvSpPr>
          <p:nvPr>
            <p:ph type="sldNum" sz="quarter" idx="12"/>
          </p:nvPr>
        </p:nvSpPr>
        <p:spPr>
          <a:xfrm>
            <a:off x="8274049" y="6400800"/>
            <a:ext cx="3241675" cy="266700"/>
          </a:xfrm>
        </p:spPr>
        <p:txBody>
          <a:bodyPr/>
          <a:lstStyle>
            <a:lvl1pPr algn="r">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1975419392"/>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hasCustomPrompt="1"/>
          </p:nvPr>
        </p:nvSpPr>
        <p:spPr>
          <a:xfrm>
            <a:off x="844000" y="831919"/>
            <a:ext cx="3595634" cy="1757505"/>
          </a:xfrm>
        </p:spPr>
        <p:txBody>
          <a:bodyPr anchor="t">
            <a:noAutofit/>
          </a:bodyPr>
          <a:lstStyle>
            <a:lvl1pPr>
              <a:defRPr sz="2800"/>
            </a:lvl1pPr>
          </a:lstStyle>
          <a:p>
            <a:r>
              <a:rPr lang="en-US"/>
              <a:t>Click to edit Master title style</a:t>
            </a:r>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hasCustomPrompt="1"/>
          </p:nvPr>
        </p:nvSpPr>
        <p:spPr>
          <a:xfrm>
            <a:off x="844000" y="2724912"/>
            <a:ext cx="3595634" cy="3301168"/>
          </a:xfrm>
        </p:spPr>
        <p:txBody>
          <a:bodyPr anchor="t">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hasCustomPrompt="1"/>
          </p:nvPr>
        </p:nvSpPr>
        <p:spPr>
          <a:xfrm>
            <a:off x="4907742" y="831919"/>
            <a:ext cx="6440258" cy="5194161"/>
          </a:xfrm>
        </p:spPr>
        <p:txBody>
          <a:bodyPr>
            <a:noAutofit/>
          </a:bodyPr>
          <a:lstStyle>
            <a:lvl1pPr marL="0" indent="0">
              <a:buNone/>
              <a:defRPr sz="1400"/>
            </a:lvl1pPr>
            <a:lvl2pPr marL="457200" indent="0">
              <a:buNone/>
              <a:defRPr sz="1200"/>
            </a:lvl2pPr>
            <a:lvl3pPr marL="914400" indent="0">
              <a:buNone/>
              <a:defRPr sz="1100"/>
            </a:lvl3pPr>
            <a:lvl4pPr marL="1371600" indent="0">
              <a:buNone/>
              <a:defRPr sz="1050"/>
            </a:lvl4pPr>
            <a:lvl5pPr marL="1828800" indent="0">
              <a:buNone/>
              <a:defRPr sz="105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Date Placeholder 3">
            <a:extLst>
              <a:ext uri="{FF2B5EF4-FFF2-40B4-BE49-F238E27FC236}">
                <a16:creationId xmlns:a16="http://schemas.microsoft.com/office/drawing/2014/main" id="{DB9FEA63-1DA3-3F9F-C50E-7AC4477F2215}"/>
              </a:ext>
            </a:extLst>
          </p:cNvPr>
          <p:cNvSpPr>
            <a:spLocks noGrp="1"/>
          </p:cNvSpPr>
          <p:nvPr>
            <p:ph type="dt" sz="half" idx="14"/>
          </p:nvPr>
        </p:nvSpPr>
        <p:spPr>
          <a:xfrm>
            <a:off x="1174751" y="6400800"/>
            <a:ext cx="2743200" cy="266700"/>
          </a:xfrm>
        </p:spPr>
        <p:txBody>
          <a:bodyPr lIns="0" tIns="0" rIns="0" bIns="0"/>
          <a:lstStyle>
            <a:lvl1pPr>
              <a:defRPr>
                <a:solidFill>
                  <a:schemeClr val="tx1"/>
                </a:solidFill>
              </a:defRPr>
            </a:lvl1pPr>
          </a:lstStyle>
          <a:p>
            <a:r>
              <a:rPr lang="en-US" altLang="zh-CN" dirty="0"/>
              <a:t>03/12/2025</a:t>
            </a:r>
            <a:fld id="{FD138C57-8E3B-4697-92F8-0ED9B71F7E17}" type="datetime1">
              <a:rPr lang="en-US" smtClean="0"/>
              <a:pPr/>
              <a:t>3/5/2026</a:t>
            </a:fld>
            <a:endParaRPr lang="en-US"/>
          </a:p>
        </p:txBody>
      </p:sp>
      <p:sp>
        <p:nvSpPr>
          <p:cNvPr id="6" name="Footer Placeholder 4">
            <a:extLst>
              <a:ext uri="{FF2B5EF4-FFF2-40B4-BE49-F238E27FC236}">
                <a16:creationId xmlns:a16="http://schemas.microsoft.com/office/drawing/2014/main" id="{DBD582E8-8B0D-6439-7715-18DB0157354C}"/>
              </a:ext>
            </a:extLst>
          </p:cNvPr>
          <p:cNvSpPr>
            <a:spLocks noGrp="1"/>
          </p:cNvSpPr>
          <p:nvPr>
            <p:ph type="ftr" sz="quarter" idx="11"/>
          </p:nvPr>
        </p:nvSpPr>
        <p:spPr>
          <a:xfrm>
            <a:off x="4267200" y="6400800"/>
            <a:ext cx="3657600" cy="266700"/>
          </a:xfrm>
        </p:spPr>
        <p:txBody>
          <a:bodyPr/>
          <a:lstStyle>
            <a:lvl1pPr algn="ctr">
              <a:defRPr/>
            </a:lvl1pPr>
          </a:lstStyle>
          <a:p>
            <a:r>
              <a:rPr lang="en-US"/>
              <a:t>Sample Footer Text</a:t>
            </a:r>
          </a:p>
        </p:txBody>
      </p:sp>
      <p:sp>
        <p:nvSpPr>
          <p:cNvPr id="5" name="Slide Number Placeholder 5">
            <a:extLst>
              <a:ext uri="{FF2B5EF4-FFF2-40B4-BE49-F238E27FC236}">
                <a16:creationId xmlns:a16="http://schemas.microsoft.com/office/drawing/2014/main" id="{665968CD-929F-6D74-C903-1AA5B15388B2}"/>
              </a:ext>
            </a:extLst>
          </p:cNvPr>
          <p:cNvSpPr>
            <a:spLocks noGrp="1"/>
          </p:cNvSpPr>
          <p:nvPr>
            <p:ph type="sldNum" sz="quarter" idx="12"/>
          </p:nvPr>
        </p:nvSpPr>
        <p:spPr>
          <a:xfrm>
            <a:off x="8274049" y="6400800"/>
            <a:ext cx="3241675" cy="266700"/>
          </a:xfrm>
        </p:spPr>
        <p:txBody>
          <a:bodyPr/>
          <a:lstStyle>
            <a:lvl1pPr algn="r">
              <a:defRPr/>
            </a:lvl1pPr>
          </a:lstStyle>
          <a:p>
            <a:fld id="{CC057153-B650-4DEB-B370-79DDCFDCE934}" type="slidenum">
              <a:rPr lang="en-US" smtClean="0"/>
              <a:pPr/>
              <a:t>‹#›</a:t>
            </a:fld>
            <a:endParaRPr lang="en-US"/>
          </a:p>
        </p:txBody>
      </p:sp>
      <p:sp>
        <p:nvSpPr>
          <p:cNvPr id="8" name="Freeform: Shape 59">
            <a:extLst>
              <a:ext uri="{FF2B5EF4-FFF2-40B4-BE49-F238E27FC236}">
                <a16:creationId xmlns:a16="http://schemas.microsoft.com/office/drawing/2014/main" id="{0322356F-D701-4C42-BB8B-523069A7752B}"/>
              </a:ext>
              <a:ext uri="{C183D7F6-B498-43B3-948B-1728B52AA6E4}">
                <adec:decorative xmlns:adec="http://schemas.microsoft.com/office/drawing/2017/decorative" val="1"/>
              </a:ext>
            </a:extLst>
          </p:cNvPr>
          <p:cNvSpPr/>
          <p:nvPr userDrawn="1"/>
        </p:nvSpPr>
        <p:spPr>
          <a:xfrm flipH="1">
            <a:off x="10886461" y="0"/>
            <a:ext cx="652769" cy="654548"/>
          </a:xfrm>
          <a:custGeom>
            <a:avLst/>
            <a:gdLst>
              <a:gd name="connsiteX0" fmla="*/ 1497298 w 1497298"/>
              <a:gd name="connsiteY0" fmla="*/ 0 h 1457281"/>
              <a:gd name="connsiteX1" fmla="*/ 0 w 1497298"/>
              <a:gd name="connsiteY1" fmla="*/ 0 h 1457281"/>
              <a:gd name="connsiteX2" fmla="*/ 0 w 1497298"/>
              <a:gd name="connsiteY2" fmla="*/ 1457281 h 1457281"/>
            </a:gdLst>
            <a:ahLst/>
            <a:cxnLst>
              <a:cxn ang="0">
                <a:pos x="connsiteX0" y="connsiteY0"/>
              </a:cxn>
              <a:cxn ang="0">
                <a:pos x="connsiteX1" y="connsiteY1"/>
              </a:cxn>
              <a:cxn ang="0">
                <a:pos x="connsiteX2" y="connsiteY2"/>
              </a:cxn>
            </a:cxnLst>
            <a:rect l="l" t="t" r="r" b="b"/>
            <a:pathLst>
              <a:path w="1497298" h="1457281">
                <a:moveTo>
                  <a:pt x="1497298" y="0"/>
                </a:moveTo>
                <a:lnTo>
                  <a:pt x="0" y="0"/>
                </a:lnTo>
                <a:lnTo>
                  <a:pt x="0" y="1457281"/>
                </a:lnTo>
                <a:close/>
              </a:path>
            </a:pathLst>
          </a:custGeom>
          <a:solidFill>
            <a:schemeClr val="accent3"/>
          </a:solidFill>
          <a:ln w="9525" cap="flat">
            <a:noFill/>
            <a:prstDash val="solid"/>
            <a:miter/>
          </a:ln>
        </p:spPr>
        <p:txBody>
          <a:bodyPr rtlCol="0" anchor="ctr"/>
          <a:lstStyle/>
          <a:p>
            <a:pPr lvl="0"/>
            <a:endParaRPr lang="zh-CN" altLang="en-US">
              <a:solidFill>
                <a:schemeClr val="tx1"/>
              </a:solidFill>
            </a:endParaRPr>
          </a:p>
        </p:txBody>
      </p:sp>
      <p:sp>
        <p:nvSpPr>
          <p:cNvPr id="9" name="Rectangle 9">
            <a:extLst>
              <a:ext uri="{FF2B5EF4-FFF2-40B4-BE49-F238E27FC236}">
                <a16:creationId xmlns:a16="http://schemas.microsoft.com/office/drawing/2014/main" id="{2E841F2B-D332-09D0-EBCB-48E8FBC6D38F}"/>
              </a:ext>
              <a:ext uri="{C183D7F6-B498-43B3-948B-1728B52AA6E4}">
                <adec:decorative xmlns:adec="http://schemas.microsoft.com/office/drawing/2017/decorative" val="1"/>
              </a:ext>
            </a:extLst>
          </p:cNvPr>
          <p:cNvSpPr/>
          <p:nvPr userDrawn="1"/>
        </p:nvSpPr>
        <p:spPr>
          <a:xfrm rot="16200000" flipV="1">
            <a:off x="11538341" y="890"/>
            <a:ext cx="654549" cy="652769"/>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Rectangle 11">
            <a:extLst>
              <a:ext uri="{FF2B5EF4-FFF2-40B4-BE49-F238E27FC236}">
                <a16:creationId xmlns:a16="http://schemas.microsoft.com/office/drawing/2014/main" id="{5024EB45-DF26-BF12-BFEF-CA485F4D9549}"/>
              </a:ext>
              <a:ext uri="{C183D7F6-B498-43B3-948B-1728B52AA6E4}">
                <adec:decorative xmlns:adec="http://schemas.microsoft.com/office/drawing/2017/decorative" val="1"/>
              </a:ext>
            </a:extLst>
          </p:cNvPr>
          <p:cNvSpPr/>
          <p:nvPr userDrawn="1"/>
        </p:nvSpPr>
        <p:spPr>
          <a:xfrm rot="16200000" flipH="1">
            <a:off x="-889" y="6204342"/>
            <a:ext cx="654546" cy="652769"/>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Freeform: Shape 59">
            <a:extLst>
              <a:ext uri="{FF2B5EF4-FFF2-40B4-BE49-F238E27FC236}">
                <a16:creationId xmlns:a16="http://schemas.microsoft.com/office/drawing/2014/main" id="{B1D17E64-4E73-BCCA-9364-C59A3D2260F2}"/>
              </a:ext>
              <a:ext uri="{C183D7F6-B498-43B3-948B-1728B52AA6E4}">
                <adec:decorative xmlns:adec="http://schemas.microsoft.com/office/drawing/2017/decorative" val="1"/>
              </a:ext>
            </a:extLst>
          </p:cNvPr>
          <p:cNvSpPr/>
          <p:nvPr userDrawn="1"/>
        </p:nvSpPr>
        <p:spPr>
          <a:xfrm flipV="1">
            <a:off x="652769" y="6203452"/>
            <a:ext cx="652769" cy="654548"/>
          </a:xfrm>
          <a:custGeom>
            <a:avLst/>
            <a:gdLst>
              <a:gd name="connsiteX0" fmla="*/ 1497298 w 1497298"/>
              <a:gd name="connsiteY0" fmla="*/ 0 h 1457281"/>
              <a:gd name="connsiteX1" fmla="*/ 0 w 1497298"/>
              <a:gd name="connsiteY1" fmla="*/ 0 h 1457281"/>
              <a:gd name="connsiteX2" fmla="*/ 0 w 1497298"/>
              <a:gd name="connsiteY2" fmla="*/ 1457281 h 1457281"/>
            </a:gdLst>
            <a:ahLst/>
            <a:cxnLst>
              <a:cxn ang="0">
                <a:pos x="connsiteX0" y="connsiteY0"/>
              </a:cxn>
              <a:cxn ang="0">
                <a:pos x="connsiteX1" y="connsiteY1"/>
              </a:cxn>
              <a:cxn ang="0">
                <a:pos x="connsiteX2" y="connsiteY2"/>
              </a:cxn>
            </a:cxnLst>
            <a:rect l="l" t="t" r="r" b="b"/>
            <a:pathLst>
              <a:path w="1497298" h="1457281">
                <a:moveTo>
                  <a:pt x="1497298" y="0"/>
                </a:moveTo>
                <a:lnTo>
                  <a:pt x="0" y="0"/>
                </a:lnTo>
                <a:lnTo>
                  <a:pt x="0" y="1457281"/>
                </a:lnTo>
                <a:close/>
              </a:path>
            </a:pathLst>
          </a:custGeom>
          <a:solidFill>
            <a:schemeClr val="accent3"/>
          </a:solidFill>
          <a:ln w="9525" cap="flat">
            <a:noFill/>
            <a:prstDash val="solid"/>
            <a:miter/>
          </a:ln>
        </p:spPr>
        <p:txBody>
          <a:bodyPr rtlCol="0" anchor="ctr"/>
          <a:lstStyle/>
          <a:p>
            <a:pPr lvl="0"/>
            <a:endParaRPr lang="zh-CN" altLang="en-US">
              <a:solidFill>
                <a:schemeClr val="tx1"/>
              </a:solidFill>
            </a:endParaRPr>
          </a:p>
        </p:txBody>
      </p:sp>
    </p:spTree>
    <p:extLst>
      <p:ext uri="{BB962C8B-B14F-4D97-AF65-F5344CB8AC3E}">
        <p14:creationId xmlns:p14="http://schemas.microsoft.com/office/powerpoint/2010/main" val="3848848947"/>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hasCustomPrompt="1"/>
          </p:nvPr>
        </p:nvSpPr>
        <p:spPr>
          <a:xfrm>
            <a:off x="844000" y="831919"/>
            <a:ext cx="3595634" cy="2212313"/>
          </a:xfrm>
        </p:spPr>
        <p:txBody>
          <a:bodyPr anchor="t">
            <a:noAutofit/>
          </a:bodyPr>
          <a:lstStyle>
            <a:lvl1pPr>
              <a:defRPr sz="2800"/>
            </a:lvl1pPr>
          </a:lstStyle>
          <a:p>
            <a:r>
              <a:rPr lang="en-US"/>
              <a:t>Click to edit Master title style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hasCustomPrompt="1"/>
          </p:nvPr>
        </p:nvSpPr>
        <p:spPr>
          <a:xfrm>
            <a:off x="849024" y="3260034"/>
            <a:ext cx="3585586" cy="2766045"/>
          </a:xfrm>
        </p:spPr>
        <p:txBody>
          <a:bodyPr anchor="b">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Picture Placeholder 2">
            <a:extLst>
              <a:ext uri="{FF2B5EF4-FFF2-40B4-BE49-F238E27FC236}">
                <a16:creationId xmlns:a16="http://schemas.microsoft.com/office/drawing/2014/main" id="{9571C769-CEC8-962A-01E6-15B0E056791E}"/>
              </a:ext>
            </a:extLst>
          </p:cNvPr>
          <p:cNvSpPr>
            <a:spLocks noGrp="1"/>
          </p:cNvSpPr>
          <p:nvPr>
            <p:ph type="pic" idx="1"/>
          </p:nvPr>
        </p:nvSpPr>
        <p:spPr>
          <a:xfrm>
            <a:off x="5063319" y="831919"/>
            <a:ext cx="6284681" cy="5194161"/>
          </a:xfrm>
        </p:spPr>
        <p:txBody>
          <a:bodyPr>
            <a:noAutofit/>
          </a:bodyPr>
          <a:lstStyle>
            <a:lvl1pPr marL="0" indent="0">
              <a:buNone/>
              <a:defRPr sz="1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12" name="Date Placeholder 3">
            <a:extLst>
              <a:ext uri="{FF2B5EF4-FFF2-40B4-BE49-F238E27FC236}">
                <a16:creationId xmlns:a16="http://schemas.microsoft.com/office/drawing/2014/main" id="{BDADB269-BBE0-1959-FE0B-2D6A08AE1A05}"/>
              </a:ext>
            </a:extLst>
          </p:cNvPr>
          <p:cNvSpPr>
            <a:spLocks noGrp="1"/>
          </p:cNvSpPr>
          <p:nvPr>
            <p:ph type="dt" sz="half" idx="14"/>
          </p:nvPr>
        </p:nvSpPr>
        <p:spPr>
          <a:xfrm>
            <a:off x="1174751" y="6400800"/>
            <a:ext cx="2743200" cy="266700"/>
          </a:xfrm>
        </p:spPr>
        <p:txBody>
          <a:bodyPr lIns="0" tIns="0" rIns="0" bIns="0"/>
          <a:lstStyle>
            <a:lvl1pPr>
              <a:defRPr>
                <a:solidFill>
                  <a:schemeClr val="tx1"/>
                </a:solidFill>
              </a:defRPr>
            </a:lvl1pPr>
          </a:lstStyle>
          <a:p>
            <a:r>
              <a:rPr lang="en-US" altLang="zh-CN" dirty="0"/>
              <a:t>03/12/2025</a:t>
            </a:r>
            <a:fld id="{FD138C57-8E3B-4697-92F8-0ED9B71F7E17}" type="datetime1">
              <a:rPr lang="en-US" smtClean="0"/>
              <a:pPr/>
              <a:t>3/5/2026</a:t>
            </a:fld>
            <a:endParaRPr lang="en-US"/>
          </a:p>
        </p:txBody>
      </p:sp>
      <p:sp>
        <p:nvSpPr>
          <p:cNvPr id="6" name="Footer Placeholder 4">
            <a:extLst>
              <a:ext uri="{FF2B5EF4-FFF2-40B4-BE49-F238E27FC236}">
                <a16:creationId xmlns:a16="http://schemas.microsoft.com/office/drawing/2014/main" id="{D88765A0-98CE-097F-70CA-A8CE88670F65}"/>
              </a:ext>
            </a:extLst>
          </p:cNvPr>
          <p:cNvSpPr>
            <a:spLocks noGrp="1"/>
          </p:cNvSpPr>
          <p:nvPr>
            <p:ph type="ftr" sz="quarter" idx="11"/>
          </p:nvPr>
        </p:nvSpPr>
        <p:spPr>
          <a:xfrm>
            <a:off x="4267200" y="6400800"/>
            <a:ext cx="3657600" cy="266700"/>
          </a:xfrm>
        </p:spPr>
        <p:txBody>
          <a:bodyPr/>
          <a:lstStyle>
            <a:lvl1pPr algn="ctr">
              <a:defRPr/>
            </a:lvl1pPr>
          </a:lstStyle>
          <a:p>
            <a:r>
              <a:rPr lang="en-US"/>
              <a:t>Sample Footer Text</a:t>
            </a:r>
          </a:p>
        </p:txBody>
      </p:sp>
      <p:sp>
        <p:nvSpPr>
          <p:cNvPr id="5" name="Slide Number Placeholder 5">
            <a:extLst>
              <a:ext uri="{FF2B5EF4-FFF2-40B4-BE49-F238E27FC236}">
                <a16:creationId xmlns:a16="http://schemas.microsoft.com/office/drawing/2014/main" id="{004CCF01-6BD8-D0D5-B68F-BF0D0E1EC427}"/>
              </a:ext>
            </a:extLst>
          </p:cNvPr>
          <p:cNvSpPr>
            <a:spLocks noGrp="1"/>
          </p:cNvSpPr>
          <p:nvPr>
            <p:ph type="sldNum" sz="quarter" idx="12"/>
          </p:nvPr>
        </p:nvSpPr>
        <p:spPr>
          <a:xfrm>
            <a:off x="8274049" y="6400800"/>
            <a:ext cx="3241675" cy="266700"/>
          </a:xfrm>
        </p:spPr>
        <p:txBody>
          <a:bodyPr/>
          <a:lstStyle>
            <a:lvl1pPr algn="r">
              <a:defRPr/>
            </a:lvl1pPr>
          </a:lstStyle>
          <a:p>
            <a:fld id="{CC057153-B650-4DEB-B370-79DDCFDCE934}" type="slidenum">
              <a:rPr lang="en-US" smtClean="0"/>
              <a:pPr/>
              <a:t>‹#›</a:t>
            </a:fld>
            <a:endParaRPr lang="en-US"/>
          </a:p>
        </p:txBody>
      </p:sp>
      <p:sp>
        <p:nvSpPr>
          <p:cNvPr id="8" name="Freeform: Shape 16">
            <a:extLst>
              <a:ext uri="{FF2B5EF4-FFF2-40B4-BE49-F238E27FC236}">
                <a16:creationId xmlns:a16="http://schemas.microsoft.com/office/drawing/2014/main" id="{F978EDC5-9ECC-A0CA-79B2-E1099D0523A3}"/>
              </a:ext>
              <a:ext uri="{C183D7F6-B498-43B3-948B-1728B52AA6E4}">
                <adec:decorative xmlns:adec="http://schemas.microsoft.com/office/drawing/2017/decorative" val="1"/>
              </a:ext>
            </a:extLst>
          </p:cNvPr>
          <p:cNvSpPr/>
          <p:nvPr userDrawn="1"/>
        </p:nvSpPr>
        <p:spPr>
          <a:xfrm>
            <a:off x="11286467" y="0"/>
            <a:ext cx="427411" cy="854823"/>
          </a:xfrm>
          <a:custGeom>
            <a:avLst/>
            <a:gdLst>
              <a:gd name="connsiteX0" fmla="*/ 561975 w 561975"/>
              <a:gd name="connsiteY0" fmla="*/ 0 h 1123950"/>
              <a:gd name="connsiteX1" fmla="*/ 561975 w 561975"/>
              <a:gd name="connsiteY1" fmla="*/ 1123950 h 1123950"/>
              <a:gd name="connsiteX2" fmla="*/ 0 w 561975"/>
              <a:gd name="connsiteY2" fmla="*/ 561975 h 1123950"/>
              <a:gd name="connsiteX3" fmla="*/ 561975 w 561975"/>
              <a:gd name="connsiteY3" fmla="*/ 0 h 1123950"/>
            </a:gdLst>
            <a:ahLst/>
            <a:cxnLst>
              <a:cxn ang="0">
                <a:pos x="connsiteX0" y="connsiteY0"/>
              </a:cxn>
              <a:cxn ang="0">
                <a:pos x="connsiteX1" y="connsiteY1"/>
              </a:cxn>
              <a:cxn ang="0">
                <a:pos x="connsiteX2" y="connsiteY2"/>
              </a:cxn>
              <a:cxn ang="0">
                <a:pos x="connsiteX3" y="connsiteY3"/>
              </a:cxn>
            </a:cxnLst>
            <a:rect l="l" t="t" r="r" b="b"/>
            <a:pathLst>
              <a:path w="561975" h="1123950">
                <a:moveTo>
                  <a:pt x="561975" y="0"/>
                </a:moveTo>
                <a:lnTo>
                  <a:pt x="561975" y="1123950"/>
                </a:lnTo>
                <a:cubicBezTo>
                  <a:pt x="251605" y="1123950"/>
                  <a:pt x="0" y="872345"/>
                  <a:pt x="0" y="561975"/>
                </a:cubicBezTo>
                <a:cubicBezTo>
                  <a:pt x="0" y="251605"/>
                  <a:pt x="251605" y="0"/>
                  <a:pt x="561975" y="0"/>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9" name="Freeform: Shape 17">
            <a:extLst>
              <a:ext uri="{FF2B5EF4-FFF2-40B4-BE49-F238E27FC236}">
                <a16:creationId xmlns:a16="http://schemas.microsoft.com/office/drawing/2014/main" id="{5CC0BF8E-63A7-7E59-17B3-46BB432D5516}"/>
              </a:ext>
              <a:ext uri="{C183D7F6-B498-43B3-948B-1728B52AA6E4}">
                <adec:decorative xmlns:adec="http://schemas.microsoft.com/office/drawing/2017/decorative" val="1"/>
              </a:ext>
            </a:extLst>
          </p:cNvPr>
          <p:cNvSpPr/>
          <p:nvPr userDrawn="1"/>
        </p:nvSpPr>
        <p:spPr>
          <a:xfrm>
            <a:off x="11764589" y="0"/>
            <a:ext cx="427411" cy="854823"/>
          </a:xfrm>
          <a:custGeom>
            <a:avLst/>
            <a:gdLst>
              <a:gd name="connsiteX0" fmla="*/ 561975 w 561975"/>
              <a:gd name="connsiteY0" fmla="*/ 0 h 1123950"/>
              <a:gd name="connsiteX1" fmla="*/ 561975 w 561975"/>
              <a:gd name="connsiteY1" fmla="*/ 1123950 h 1123950"/>
              <a:gd name="connsiteX2" fmla="*/ 0 w 561975"/>
              <a:gd name="connsiteY2" fmla="*/ 561975 h 1123950"/>
              <a:gd name="connsiteX3" fmla="*/ 561975 w 561975"/>
              <a:gd name="connsiteY3" fmla="*/ 0 h 1123950"/>
            </a:gdLst>
            <a:ahLst/>
            <a:cxnLst>
              <a:cxn ang="0">
                <a:pos x="connsiteX0" y="connsiteY0"/>
              </a:cxn>
              <a:cxn ang="0">
                <a:pos x="connsiteX1" y="connsiteY1"/>
              </a:cxn>
              <a:cxn ang="0">
                <a:pos x="connsiteX2" y="connsiteY2"/>
              </a:cxn>
              <a:cxn ang="0">
                <a:pos x="connsiteX3" y="connsiteY3"/>
              </a:cxn>
            </a:cxnLst>
            <a:rect l="l" t="t" r="r" b="b"/>
            <a:pathLst>
              <a:path w="561975" h="1123950">
                <a:moveTo>
                  <a:pt x="561975" y="0"/>
                </a:moveTo>
                <a:lnTo>
                  <a:pt x="561975" y="1123950"/>
                </a:lnTo>
                <a:cubicBezTo>
                  <a:pt x="251605" y="1123950"/>
                  <a:pt x="0" y="872345"/>
                  <a:pt x="0" y="561975"/>
                </a:cubicBezTo>
                <a:cubicBezTo>
                  <a:pt x="0" y="251605"/>
                  <a:pt x="251605" y="0"/>
                  <a:pt x="561975" y="0"/>
                </a:cubicBez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0" name="Freeform: Shape 19">
            <a:extLst>
              <a:ext uri="{FF2B5EF4-FFF2-40B4-BE49-F238E27FC236}">
                <a16:creationId xmlns:a16="http://schemas.microsoft.com/office/drawing/2014/main" id="{7C16A068-4B31-D509-6638-F057A8F5CFDE}"/>
              </a:ext>
              <a:ext uri="{C183D7F6-B498-43B3-948B-1728B52AA6E4}">
                <adec:decorative xmlns:adec="http://schemas.microsoft.com/office/drawing/2017/decorative" val="1"/>
              </a:ext>
            </a:extLst>
          </p:cNvPr>
          <p:cNvSpPr/>
          <p:nvPr userDrawn="1"/>
        </p:nvSpPr>
        <p:spPr>
          <a:xfrm flipH="1">
            <a:off x="0" y="6003177"/>
            <a:ext cx="427411" cy="854823"/>
          </a:xfrm>
          <a:custGeom>
            <a:avLst/>
            <a:gdLst>
              <a:gd name="connsiteX0" fmla="*/ 561975 w 561975"/>
              <a:gd name="connsiteY0" fmla="*/ 0 h 1123950"/>
              <a:gd name="connsiteX1" fmla="*/ 561975 w 561975"/>
              <a:gd name="connsiteY1" fmla="*/ 1123950 h 1123950"/>
              <a:gd name="connsiteX2" fmla="*/ 0 w 561975"/>
              <a:gd name="connsiteY2" fmla="*/ 561975 h 1123950"/>
              <a:gd name="connsiteX3" fmla="*/ 561975 w 561975"/>
              <a:gd name="connsiteY3" fmla="*/ 0 h 1123950"/>
            </a:gdLst>
            <a:ahLst/>
            <a:cxnLst>
              <a:cxn ang="0">
                <a:pos x="connsiteX0" y="connsiteY0"/>
              </a:cxn>
              <a:cxn ang="0">
                <a:pos x="connsiteX1" y="connsiteY1"/>
              </a:cxn>
              <a:cxn ang="0">
                <a:pos x="connsiteX2" y="connsiteY2"/>
              </a:cxn>
              <a:cxn ang="0">
                <a:pos x="connsiteX3" y="connsiteY3"/>
              </a:cxn>
            </a:cxnLst>
            <a:rect l="l" t="t" r="r" b="b"/>
            <a:pathLst>
              <a:path w="561975" h="1123950">
                <a:moveTo>
                  <a:pt x="561975" y="0"/>
                </a:moveTo>
                <a:lnTo>
                  <a:pt x="561975" y="1123950"/>
                </a:lnTo>
                <a:cubicBezTo>
                  <a:pt x="251605" y="1123950"/>
                  <a:pt x="0" y="872345"/>
                  <a:pt x="0" y="561975"/>
                </a:cubicBezTo>
                <a:cubicBezTo>
                  <a:pt x="0" y="251605"/>
                  <a:pt x="251605" y="0"/>
                  <a:pt x="561975" y="0"/>
                </a:cubicBez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1" name="Freeform: Shape 18">
            <a:extLst>
              <a:ext uri="{FF2B5EF4-FFF2-40B4-BE49-F238E27FC236}">
                <a16:creationId xmlns:a16="http://schemas.microsoft.com/office/drawing/2014/main" id="{ED2C66E4-77A5-559A-C4D6-22E169AE6F1D}"/>
              </a:ext>
              <a:ext uri="{C183D7F6-B498-43B3-948B-1728B52AA6E4}">
                <adec:decorative xmlns:adec="http://schemas.microsoft.com/office/drawing/2017/decorative" val="1"/>
              </a:ext>
            </a:extLst>
          </p:cNvPr>
          <p:cNvSpPr/>
          <p:nvPr userDrawn="1"/>
        </p:nvSpPr>
        <p:spPr>
          <a:xfrm flipH="1">
            <a:off x="478123" y="6003177"/>
            <a:ext cx="427411" cy="854823"/>
          </a:xfrm>
          <a:custGeom>
            <a:avLst/>
            <a:gdLst>
              <a:gd name="connsiteX0" fmla="*/ 561975 w 561975"/>
              <a:gd name="connsiteY0" fmla="*/ 0 h 1123950"/>
              <a:gd name="connsiteX1" fmla="*/ 561975 w 561975"/>
              <a:gd name="connsiteY1" fmla="*/ 1123950 h 1123950"/>
              <a:gd name="connsiteX2" fmla="*/ 0 w 561975"/>
              <a:gd name="connsiteY2" fmla="*/ 561975 h 1123950"/>
              <a:gd name="connsiteX3" fmla="*/ 561975 w 561975"/>
              <a:gd name="connsiteY3" fmla="*/ 0 h 1123950"/>
            </a:gdLst>
            <a:ahLst/>
            <a:cxnLst>
              <a:cxn ang="0">
                <a:pos x="connsiteX0" y="connsiteY0"/>
              </a:cxn>
              <a:cxn ang="0">
                <a:pos x="connsiteX1" y="connsiteY1"/>
              </a:cxn>
              <a:cxn ang="0">
                <a:pos x="connsiteX2" y="connsiteY2"/>
              </a:cxn>
              <a:cxn ang="0">
                <a:pos x="connsiteX3" y="connsiteY3"/>
              </a:cxn>
            </a:cxnLst>
            <a:rect l="l" t="t" r="r" b="b"/>
            <a:pathLst>
              <a:path w="561975" h="1123950">
                <a:moveTo>
                  <a:pt x="561975" y="0"/>
                </a:moveTo>
                <a:lnTo>
                  <a:pt x="561975" y="1123950"/>
                </a:lnTo>
                <a:cubicBezTo>
                  <a:pt x="251605" y="1123950"/>
                  <a:pt x="0" y="872345"/>
                  <a:pt x="0" y="561975"/>
                </a:cubicBezTo>
                <a:cubicBezTo>
                  <a:pt x="0" y="251605"/>
                  <a:pt x="251605" y="0"/>
                  <a:pt x="561975" y="0"/>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Tree>
    <p:extLst>
      <p:ext uri="{BB962C8B-B14F-4D97-AF65-F5344CB8AC3E}">
        <p14:creationId xmlns:p14="http://schemas.microsoft.com/office/powerpoint/2010/main" val="2595250059"/>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Conclusion">
    <p:bg>
      <p:bgPr>
        <a:solidFill>
          <a:schemeClr val="accent1">
            <a:lumMod val="7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847175" y="831919"/>
            <a:ext cx="7342307" cy="1791217"/>
          </a:xfrm>
        </p:spPr>
        <p:txBody>
          <a:bodyPr anchor="b">
            <a:noAutofit/>
          </a:bodyPr>
          <a:lstStyle>
            <a:lvl1pPr>
              <a:defRPr sz="6000"/>
            </a:lvl1pPr>
          </a:lstStyle>
          <a:p>
            <a:r>
              <a:rPr lang="en-US"/>
              <a:t>Click to edit Master title style</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860427" y="3280496"/>
            <a:ext cx="10504000" cy="2743200"/>
          </a:xfrm>
        </p:spPr>
        <p:txBody>
          <a:bodyPr>
            <a:normAutofit/>
          </a:bodyPr>
          <a:lstStyle>
            <a:lvl1pPr marL="0" indent="0">
              <a:buNone/>
              <a:defRPr sz="1400"/>
            </a:lvl1pPr>
            <a:lvl2pPr marL="228600" indent="0">
              <a:buNone/>
              <a:defRPr sz="1200"/>
            </a:lvl2pPr>
            <a:lvl3pPr marL="457200" indent="0">
              <a:buNone/>
              <a:defRPr sz="1100"/>
            </a:lvl3pPr>
            <a:lvl4pPr marL="685800" indent="0">
              <a:buNone/>
              <a:defRPr sz="1050"/>
            </a:lvl4pPr>
            <a:lvl5pPr marL="914400" indent="0">
              <a:buNone/>
              <a:defRPr sz="105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3">
            <a:extLst>
              <a:ext uri="{FF2B5EF4-FFF2-40B4-BE49-F238E27FC236}">
                <a16:creationId xmlns:a16="http://schemas.microsoft.com/office/drawing/2014/main" id="{49B4F649-ECC0-65D4-73EB-F610B1EEE476}"/>
              </a:ext>
            </a:extLst>
          </p:cNvPr>
          <p:cNvSpPr>
            <a:spLocks noGrp="1"/>
          </p:cNvSpPr>
          <p:nvPr>
            <p:ph type="dt" sz="half" idx="14"/>
          </p:nvPr>
        </p:nvSpPr>
        <p:spPr>
          <a:xfrm>
            <a:off x="1174751" y="6400800"/>
            <a:ext cx="2743200" cy="266700"/>
          </a:xfrm>
        </p:spPr>
        <p:txBody>
          <a:bodyPr lIns="0" tIns="0" rIns="0" bIns="0"/>
          <a:lstStyle>
            <a:lvl1pPr>
              <a:defRPr>
                <a:solidFill>
                  <a:schemeClr val="tx1"/>
                </a:solidFill>
              </a:defRPr>
            </a:lvl1pPr>
          </a:lstStyle>
          <a:p>
            <a:r>
              <a:rPr lang="en-US" altLang="zh-CN" dirty="0"/>
              <a:t>03/12/2025</a:t>
            </a:r>
            <a:fld id="{FD138C57-8E3B-4697-92F8-0ED9B71F7E17}" type="datetime1">
              <a:rPr lang="en-US" smtClean="0"/>
              <a:pPr/>
              <a:t>3/5/2026</a:t>
            </a:fld>
            <a:endParaRPr lang="en-US"/>
          </a:p>
        </p:txBody>
      </p:sp>
      <p:sp>
        <p:nvSpPr>
          <p:cNvPr id="5" name="Footer Placeholder 4">
            <a:extLst>
              <a:ext uri="{FF2B5EF4-FFF2-40B4-BE49-F238E27FC236}">
                <a16:creationId xmlns:a16="http://schemas.microsoft.com/office/drawing/2014/main" id="{E34BAC71-4189-4AAE-3C30-91D3E7645111}"/>
              </a:ext>
            </a:extLst>
          </p:cNvPr>
          <p:cNvSpPr>
            <a:spLocks noGrp="1"/>
          </p:cNvSpPr>
          <p:nvPr>
            <p:ph type="ftr" sz="quarter" idx="11"/>
          </p:nvPr>
        </p:nvSpPr>
        <p:spPr>
          <a:xfrm>
            <a:off x="4267200" y="6400800"/>
            <a:ext cx="3657600" cy="266700"/>
          </a:xfrm>
        </p:spPr>
        <p:txBody>
          <a:bodyPr/>
          <a:lstStyle>
            <a:lvl1pPr algn="ctr">
              <a:defRPr/>
            </a:lvl1pPr>
          </a:lstStyle>
          <a:p>
            <a:r>
              <a:rPr lang="en-US"/>
              <a:t>Sample Footer Text</a:t>
            </a:r>
          </a:p>
        </p:txBody>
      </p:sp>
      <p:sp>
        <p:nvSpPr>
          <p:cNvPr id="4" name="Slide Number Placeholder 5">
            <a:extLst>
              <a:ext uri="{FF2B5EF4-FFF2-40B4-BE49-F238E27FC236}">
                <a16:creationId xmlns:a16="http://schemas.microsoft.com/office/drawing/2014/main" id="{F335CC0F-60E4-5024-B6AB-D87255AB6A72}"/>
              </a:ext>
            </a:extLst>
          </p:cNvPr>
          <p:cNvSpPr>
            <a:spLocks noGrp="1"/>
          </p:cNvSpPr>
          <p:nvPr>
            <p:ph type="sldNum" sz="quarter" idx="12"/>
          </p:nvPr>
        </p:nvSpPr>
        <p:spPr>
          <a:xfrm>
            <a:off x="8274049" y="6400800"/>
            <a:ext cx="3241675" cy="266700"/>
          </a:xfrm>
        </p:spPr>
        <p:txBody>
          <a:bodyPr/>
          <a:lstStyle>
            <a:lvl1pPr algn="r">
              <a:defRPr/>
            </a:lvl1pPr>
          </a:lstStyle>
          <a:p>
            <a:fld id="{CC057153-B650-4DEB-B370-79DDCFDCE934}" type="slidenum">
              <a:rPr lang="en-US" smtClean="0"/>
              <a:pPr/>
              <a:t>‹#›</a:t>
            </a:fld>
            <a:endParaRPr lang="en-US"/>
          </a:p>
        </p:txBody>
      </p:sp>
      <p:sp>
        <p:nvSpPr>
          <p:cNvPr id="10" name="Freeform: Shape 59">
            <a:extLst>
              <a:ext uri="{FF2B5EF4-FFF2-40B4-BE49-F238E27FC236}">
                <a16:creationId xmlns:a16="http://schemas.microsoft.com/office/drawing/2014/main" id="{EB1DE042-7AE4-75AA-1CFC-259030057C71}"/>
              </a:ext>
              <a:ext uri="{C183D7F6-B498-43B3-948B-1728B52AA6E4}">
                <adec:decorative xmlns:adec="http://schemas.microsoft.com/office/drawing/2017/decorative" val="1"/>
              </a:ext>
            </a:extLst>
          </p:cNvPr>
          <p:cNvSpPr/>
          <p:nvPr userDrawn="1"/>
        </p:nvSpPr>
        <p:spPr>
          <a:xfrm flipH="1">
            <a:off x="10886461" y="0"/>
            <a:ext cx="652769" cy="654548"/>
          </a:xfrm>
          <a:custGeom>
            <a:avLst/>
            <a:gdLst>
              <a:gd name="connsiteX0" fmla="*/ 1497298 w 1497298"/>
              <a:gd name="connsiteY0" fmla="*/ 0 h 1457281"/>
              <a:gd name="connsiteX1" fmla="*/ 0 w 1497298"/>
              <a:gd name="connsiteY1" fmla="*/ 0 h 1457281"/>
              <a:gd name="connsiteX2" fmla="*/ 0 w 1497298"/>
              <a:gd name="connsiteY2" fmla="*/ 1457281 h 1457281"/>
            </a:gdLst>
            <a:ahLst/>
            <a:cxnLst>
              <a:cxn ang="0">
                <a:pos x="connsiteX0" y="connsiteY0"/>
              </a:cxn>
              <a:cxn ang="0">
                <a:pos x="connsiteX1" y="connsiteY1"/>
              </a:cxn>
              <a:cxn ang="0">
                <a:pos x="connsiteX2" y="connsiteY2"/>
              </a:cxn>
            </a:cxnLst>
            <a:rect l="l" t="t" r="r" b="b"/>
            <a:pathLst>
              <a:path w="1497298" h="1457281">
                <a:moveTo>
                  <a:pt x="1497298" y="0"/>
                </a:moveTo>
                <a:lnTo>
                  <a:pt x="0" y="0"/>
                </a:lnTo>
                <a:lnTo>
                  <a:pt x="0" y="1457281"/>
                </a:lnTo>
                <a:close/>
              </a:path>
            </a:pathLst>
          </a:custGeom>
          <a:solidFill>
            <a:schemeClr val="accent3"/>
          </a:solidFill>
          <a:ln w="9525" cap="flat">
            <a:noFill/>
            <a:prstDash val="solid"/>
            <a:miter/>
          </a:ln>
        </p:spPr>
        <p:txBody>
          <a:bodyPr rtlCol="0" anchor="ctr"/>
          <a:lstStyle/>
          <a:p>
            <a:pPr lvl="0"/>
            <a:endParaRPr lang="zh-CN" altLang="en-US">
              <a:solidFill>
                <a:schemeClr val="tx1"/>
              </a:solidFill>
            </a:endParaRPr>
          </a:p>
        </p:txBody>
      </p:sp>
      <p:sp>
        <p:nvSpPr>
          <p:cNvPr id="11" name="Rectangle 9">
            <a:extLst>
              <a:ext uri="{FF2B5EF4-FFF2-40B4-BE49-F238E27FC236}">
                <a16:creationId xmlns:a16="http://schemas.microsoft.com/office/drawing/2014/main" id="{AB955153-AC29-8EA8-DE1E-EF143A129F84}"/>
              </a:ext>
              <a:ext uri="{C183D7F6-B498-43B3-948B-1728B52AA6E4}">
                <adec:decorative xmlns:adec="http://schemas.microsoft.com/office/drawing/2017/decorative" val="1"/>
              </a:ext>
            </a:extLst>
          </p:cNvPr>
          <p:cNvSpPr/>
          <p:nvPr userDrawn="1"/>
        </p:nvSpPr>
        <p:spPr>
          <a:xfrm rot="16200000" flipV="1">
            <a:off x="11538341" y="890"/>
            <a:ext cx="654549" cy="652769"/>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Rectangle 11">
            <a:extLst>
              <a:ext uri="{FF2B5EF4-FFF2-40B4-BE49-F238E27FC236}">
                <a16:creationId xmlns:a16="http://schemas.microsoft.com/office/drawing/2014/main" id="{C5CBF393-915A-6526-812F-61956DD2ED62}"/>
              </a:ext>
              <a:ext uri="{C183D7F6-B498-43B3-948B-1728B52AA6E4}">
                <adec:decorative xmlns:adec="http://schemas.microsoft.com/office/drawing/2017/decorative" val="1"/>
              </a:ext>
            </a:extLst>
          </p:cNvPr>
          <p:cNvSpPr/>
          <p:nvPr userDrawn="1"/>
        </p:nvSpPr>
        <p:spPr>
          <a:xfrm rot="16200000" flipH="1">
            <a:off x="-889" y="6204342"/>
            <a:ext cx="654546" cy="652769"/>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Freeform: Shape 59">
            <a:extLst>
              <a:ext uri="{FF2B5EF4-FFF2-40B4-BE49-F238E27FC236}">
                <a16:creationId xmlns:a16="http://schemas.microsoft.com/office/drawing/2014/main" id="{36817505-F187-6307-3AA7-E870199259F8}"/>
              </a:ext>
              <a:ext uri="{C183D7F6-B498-43B3-948B-1728B52AA6E4}">
                <adec:decorative xmlns:adec="http://schemas.microsoft.com/office/drawing/2017/decorative" val="1"/>
              </a:ext>
            </a:extLst>
          </p:cNvPr>
          <p:cNvSpPr/>
          <p:nvPr userDrawn="1"/>
        </p:nvSpPr>
        <p:spPr>
          <a:xfrm flipV="1">
            <a:off x="652769" y="6203452"/>
            <a:ext cx="652769" cy="654548"/>
          </a:xfrm>
          <a:custGeom>
            <a:avLst/>
            <a:gdLst>
              <a:gd name="connsiteX0" fmla="*/ 1497298 w 1497298"/>
              <a:gd name="connsiteY0" fmla="*/ 0 h 1457281"/>
              <a:gd name="connsiteX1" fmla="*/ 0 w 1497298"/>
              <a:gd name="connsiteY1" fmla="*/ 0 h 1457281"/>
              <a:gd name="connsiteX2" fmla="*/ 0 w 1497298"/>
              <a:gd name="connsiteY2" fmla="*/ 1457281 h 1457281"/>
            </a:gdLst>
            <a:ahLst/>
            <a:cxnLst>
              <a:cxn ang="0">
                <a:pos x="connsiteX0" y="connsiteY0"/>
              </a:cxn>
              <a:cxn ang="0">
                <a:pos x="connsiteX1" y="connsiteY1"/>
              </a:cxn>
              <a:cxn ang="0">
                <a:pos x="connsiteX2" y="connsiteY2"/>
              </a:cxn>
            </a:cxnLst>
            <a:rect l="l" t="t" r="r" b="b"/>
            <a:pathLst>
              <a:path w="1497298" h="1457281">
                <a:moveTo>
                  <a:pt x="1497298" y="0"/>
                </a:moveTo>
                <a:lnTo>
                  <a:pt x="0" y="0"/>
                </a:lnTo>
                <a:lnTo>
                  <a:pt x="0" y="1457281"/>
                </a:lnTo>
                <a:close/>
              </a:path>
            </a:pathLst>
          </a:custGeom>
          <a:solidFill>
            <a:schemeClr val="accent3"/>
          </a:solidFill>
          <a:ln w="9525" cap="flat">
            <a:noFill/>
            <a:prstDash val="solid"/>
            <a:miter/>
          </a:ln>
        </p:spPr>
        <p:txBody>
          <a:bodyPr rtlCol="0" anchor="ctr"/>
          <a:lstStyle/>
          <a:p>
            <a:pPr lvl="0"/>
            <a:endParaRPr lang="zh-CN" altLang="en-US">
              <a:solidFill>
                <a:schemeClr val="tx1"/>
              </a:solidFill>
            </a:endParaRPr>
          </a:p>
        </p:txBody>
      </p:sp>
    </p:spTree>
    <p:extLst>
      <p:ext uri="{BB962C8B-B14F-4D97-AF65-F5344CB8AC3E}">
        <p14:creationId xmlns:p14="http://schemas.microsoft.com/office/powerpoint/2010/main" val="784800036"/>
      </p:ext>
    </p:extLst>
  </p:cSld>
  <p:clrMapOvr>
    <a:overrideClrMapping bg1="dk1" tx1="lt1" bg2="dk2" tx2="lt2" accent1="accent1" accent2="accent2" accent3="accent3" accent4="accent4" accent5="accent5" accent6="accent6" hlink="hlink" folHlink="folHlink"/>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Conclusion 2">
    <p:bg>
      <p:bgPr>
        <a:solidFill>
          <a:schemeClr val="accent1">
            <a:lumMod val="7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 uri="{C183D7F6-B498-43B3-948B-1728B52AA6E4}">
                <adec:decorative xmlns:adec="http://schemas.microsoft.com/office/drawing/2017/decorative" val="0"/>
              </a:ext>
            </a:extLst>
          </p:cNvPr>
          <p:cNvSpPr>
            <a:spLocks noGrp="1"/>
          </p:cNvSpPr>
          <p:nvPr>
            <p:ph type="title"/>
          </p:nvPr>
        </p:nvSpPr>
        <p:spPr>
          <a:xfrm>
            <a:off x="844000" y="1627318"/>
            <a:ext cx="8430767" cy="1842020"/>
          </a:xfrm>
        </p:spPr>
        <p:txBody>
          <a:bodyPr anchor="b">
            <a:noAutofit/>
          </a:bodyPr>
          <a:lstStyle>
            <a:lvl1pPr>
              <a:defRPr sz="6000"/>
            </a:lvl1pPr>
          </a:lstStyle>
          <a:p>
            <a:r>
              <a:rPr lang="en-US" dirty="0"/>
              <a:t>Click to edit Master title style</a:t>
            </a:r>
          </a:p>
        </p:txBody>
      </p:sp>
      <p:sp>
        <p:nvSpPr>
          <p:cNvPr id="7" name="Content Placeholder 6">
            <a:extLst>
              <a:ext uri="{FF2B5EF4-FFF2-40B4-BE49-F238E27FC236}">
                <a16:creationId xmlns:a16="http://schemas.microsoft.com/office/drawing/2014/main" id="{053FFEDA-E57B-DF13-2394-A1514E15F85A}"/>
              </a:ext>
              <a:ext uri="{C183D7F6-B498-43B3-948B-1728B52AA6E4}">
                <adec:decorative xmlns:adec="http://schemas.microsoft.com/office/drawing/2017/decorative" val="0"/>
              </a:ext>
            </a:extLst>
          </p:cNvPr>
          <p:cNvSpPr>
            <a:spLocks noGrp="1"/>
          </p:cNvSpPr>
          <p:nvPr>
            <p:ph sz="quarter" idx="14"/>
          </p:nvPr>
        </p:nvSpPr>
        <p:spPr>
          <a:xfrm>
            <a:off x="844128" y="3622674"/>
            <a:ext cx="8430639" cy="2150962"/>
          </a:xfrm>
        </p:spPr>
        <p:txBody>
          <a:bodyPr>
            <a:noAutofit/>
          </a:bodyPr>
          <a:lstStyle>
            <a:lvl1pPr marL="0" indent="0">
              <a:buNone/>
              <a:defRPr sz="1400"/>
            </a:lvl1pPr>
            <a:lvl2pPr marL="228600" indent="0">
              <a:buNone/>
              <a:defRPr sz="1200"/>
            </a:lvl2pPr>
            <a:lvl3pPr marL="457200" indent="0">
              <a:buNone/>
              <a:defRPr sz="1100"/>
            </a:lvl3pPr>
            <a:lvl4pPr marL="685800" indent="0">
              <a:buNone/>
              <a:defRPr sz="1050"/>
            </a:lvl4pPr>
            <a:lvl5pPr marL="914400" indent="0">
              <a:buNone/>
              <a:defRPr sz="10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Date Placeholder 3">
            <a:extLst>
              <a:ext uri="{FF2B5EF4-FFF2-40B4-BE49-F238E27FC236}">
                <a16:creationId xmlns:a16="http://schemas.microsoft.com/office/drawing/2014/main" id="{4915D485-D4CB-65C5-C05B-8D3E535F6A4E}"/>
              </a:ext>
            </a:extLst>
          </p:cNvPr>
          <p:cNvSpPr>
            <a:spLocks noGrp="1"/>
          </p:cNvSpPr>
          <p:nvPr>
            <p:ph type="dt" sz="half" idx="15"/>
          </p:nvPr>
        </p:nvSpPr>
        <p:spPr>
          <a:xfrm>
            <a:off x="1174751" y="6400800"/>
            <a:ext cx="2743200" cy="266700"/>
          </a:xfrm>
        </p:spPr>
        <p:txBody>
          <a:bodyPr lIns="0" tIns="0" rIns="0" bIns="0"/>
          <a:lstStyle>
            <a:lvl1pPr>
              <a:defRPr>
                <a:solidFill>
                  <a:schemeClr val="tx1"/>
                </a:solidFill>
              </a:defRPr>
            </a:lvl1pPr>
          </a:lstStyle>
          <a:p>
            <a:r>
              <a:rPr lang="en-US" altLang="zh-CN" dirty="0"/>
              <a:t>03/12/2025</a:t>
            </a:r>
            <a:fld id="{FD138C57-8E3B-4697-92F8-0ED9B71F7E17}" type="datetime1">
              <a:rPr lang="en-US" smtClean="0"/>
              <a:pPr/>
              <a:t>3/5/2026</a:t>
            </a:fld>
            <a:endParaRPr lang="en-US"/>
          </a:p>
        </p:txBody>
      </p:sp>
      <p:sp>
        <p:nvSpPr>
          <p:cNvPr id="5" name="Footer Placeholder 4">
            <a:extLst>
              <a:ext uri="{FF2B5EF4-FFF2-40B4-BE49-F238E27FC236}">
                <a16:creationId xmlns:a16="http://schemas.microsoft.com/office/drawing/2014/main" id="{9C567240-62F7-D89C-BF3D-34806BC255BC}"/>
              </a:ext>
            </a:extLst>
          </p:cNvPr>
          <p:cNvSpPr>
            <a:spLocks noGrp="1"/>
          </p:cNvSpPr>
          <p:nvPr>
            <p:ph type="ftr" sz="quarter" idx="11"/>
          </p:nvPr>
        </p:nvSpPr>
        <p:spPr>
          <a:xfrm>
            <a:off x="4267200" y="6400800"/>
            <a:ext cx="3657600" cy="266700"/>
          </a:xfrm>
        </p:spPr>
        <p:txBody>
          <a:bodyPr/>
          <a:lstStyle>
            <a:lvl1pPr algn="ctr">
              <a:defRPr/>
            </a:lvl1pPr>
          </a:lstStyle>
          <a:p>
            <a:r>
              <a:rPr lang="en-US"/>
              <a:t>Sample Footer Text</a:t>
            </a:r>
          </a:p>
        </p:txBody>
      </p:sp>
      <p:sp>
        <p:nvSpPr>
          <p:cNvPr id="4" name="Slide Number Placeholder 5">
            <a:extLst>
              <a:ext uri="{FF2B5EF4-FFF2-40B4-BE49-F238E27FC236}">
                <a16:creationId xmlns:a16="http://schemas.microsoft.com/office/drawing/2014/main" id="{F9726FF9-AAAD-F331-EC9B-83CB551F1DCA}"/>
              </a:ext>
            </a:extLst>
          </p:cNvPr>
          <p:cNvSpPr>
            <a:spLocks noGrp="1"/>
          </p:cNvSpPr>
          <p:nvPr>
            <p:ph type="sldNum" sz="quarter" idx="12"/>
          </p:nvPr>
        </p:nvSpPr>
        <p:spPr>
          <a:xfrm>
            <a:off x="8274049" y="6400800"/>
            <a:ext cx="3241675" cy="266700"/>
          </a:xfrm>
        </p:spPr>
        <p:txBody>
          <a:bodyPr/>
          <a:lstStyle>
            <a:lvl1pPr algn="r">
              <a:defRPr/>
            </a:lvl1pPr>
          </a:lstStyle>
          <a:p>
            <a:fld id="{CC057153-B650-4DEB-B370-79DDCFDCE934}" type="slidenum">
              <a:rPr lang="en-US" smtClean="0"/>
              <a:pPr/>
              <a:t>‹#›</a:t>
            </a:fld>
            <a:endParaRPr lang="en-US"/>
          </a:p>
        </p:txBody>
      </p:sp>
      <p:sp>
        <p:nvSpPr>
          <p:cNvPr id="3" name="Freeform: Shape 16">
            <a:extLst>
              <a:ext uri="{FF2B5EF4-FFF2-40B4-BE49-F238E27FC236}">
                <a16:creationId xmlns:a16="http://schemas.microsoft.com/office/drawing/2014/main" id="{7C2CB355-42E5-6CAD-CDA4-04E8698C7806}"/>
              </a:ext>
              <a:ext uri="{C183D7F6-B498-43B3-948B-1728B52AA6E4}">
                <adec:decorative xmlns:adec="http://schemas.microsoft.com/office/drawing/2017/decorative" val="1"/>
              </a:ext>
            </a:extLst>
          </p:cNvPr>
          <p:cNvSpPr/>
          <p:nvPr userDrawn="1"/>
        </p:nvSpPr>
        <p:spPr>
          <a:xfrm>
            <a:off x="11286467" y="0"/>
            <a:ext cx="427411" cy="854823"/>
          </a:xfrm>
          <a:custGeom>
            <a:avLst/>
            <a:gdLst>
              <a:gd name="connsiteX0" fmla="*/ 561975 w 561975"/>
              <a:gd name="connsiteY0" fmla="*/ 0 h 1123950"/>
              <a:gd name="connsiteX1" fmla="*/ 561975 w 561975"/>
              <a:gd name="connsiteY1" fmla="*/ 1123950 h 1123950"/>
              <a:gd name="connsiteX2" fmla="*/ 0 w 561975"/>
              <a:gd name="connsiteY2" fmla="*/ 561975 h 1123950"/>
              <a:gd name="connsiteX3" fmla="*/ 561975 w 561975"/>
              <a:gd name="connsiteY3" fmla="*/ 0 h 1123950"/>
            </a:gdLst>
            <a:ahLst/>
            <a:cxnLst>
              <a:cxn ang="0">
                <a:pos x="connsiteX0" y="connsiteY0"/>
              </a:cxn>
              <a:cxn ang="0">
                <a:pos x="connsiteX1" y="connsiteY1"/>
              </a:cxn>
              <a:cxn ang="0">
                <a:pos x="connsiteX2" y="connsiteY2"/>
              </a:cxn>
              <a:cxn ang="0">
                <a:pos x="connsiteX3" y="connsiteY3"/>
              </a:cxn>
            </a:cxnLst>
            <a:rect l="l" t="t" r="r" b="b"/>
            <a:pathLst>
              <a:path w="561975" h="1123950">
                <a:moveTo>
                  <a:pt x="561975" y="0"/>
                </a:moveTo>
                <a:lnTo>
                  <a:pt x="561975" y="1123950"/>
                </a:lnTo>
                <a:cubicBezTo>
                  <a:pt x="251605" y="1123950"/>
                  <a:pt x="0" y="872345"/>
                  <a:pt x="0" y="561975"/>
                </a:cubicBezTo>
                <a:cubicBezTo>
                  <a:pt x="0" y="251605"/>
                  <a:pt x="251605" y="0"/>
                  <a:pt x="561975" y="0"/>
                </a:cubicBez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8" name="Freeform: Shape 17">
            <a:extLst>
              <a:ext uri="{FF2B5EF4-FFF2-40B4-BE49-F238E27FC236}">
                <a16:creationId xmlns:a16="http://schemas.microsoft.com/office/drawing/2014/main" id="{7F51CA23-0DF4-94C6-A295-9A6ED5AA7078}"/>
              </a:ext>
              <a:ext uri="{C183D7F6-B498-43B3-948B-1728B52AA6E4}">
                <adec:decorative xmlns:adec="http://schemas.microsoft.com/office/drawing/2017/decorative" val="1"/>
              </a:ext>
            </a:extLst>
          </p:cNvPr>
          <p:cNvSpPr/>
          <p:nvPr userDrawn="1"/>
        </p:nvSpPr>
        <p:spPr>
          <a:xfrm>
            <a:off x="11764589" y="0"/>
            <a:ext cx="427411" cy="854823"/>
          </a:xfrm>
          <a:custGeom>
            <a:avLst/>
            <a:gdLst>
              <a:gd name="connsiteX0" fmla="*/ 561975 w 561975"/>
              <a:gd name="connsiteY0" fmla="*/ 0 h 1123950"/>
              <a:gd name="connsiteX1" fmla="*/ 561975 w 561975"/>
              <a:gd name="connsiteY1" fmla="*/ 1123950 h 1123950"/>
              <a:gd name="connsiteX2" fmla="*/ 0 w 561975"/>
              <a:gd name="connsiteY2" fmla="*/ 561975 h 1123950"/>
              <a:gd name="connsiteX3" fmla="*/ 561975 w 561975"/>
              <a:gd name="connsiteY3" fmla="*/ 0 h 1123950"/>
            </a:gdLst>
            <a:ahLst/>
            <a:cxnLst>
              <a:cxn ang="0">
                <a:pos x="connsiteX0" y="connsiteY0"/>
              </a:cxn>
              <a:cxn ang="0">
                <a:pos x="connsiteX1" y="connsiteY1"/>
              </a:cxn>
              <a:cxn ang="0">
                <a:pos x="connsiteX2" y="connsiteY2"/>
              </a:cxn>
              <a:cxn ang="0">
                <a:pos x="connsiteX3" y="connsiteY3"/>
              </a:cxn>
            </a:cxnLst>
            <a:rect l="l" t="t" r="r" b="b"/>
            <a:pathLst>
              <a:path w="561975" h="1123950">
                <a:moveTo>
                  <a:pt x="561975" y="0"/>
                </a:moveTo>
                <a:lnTo>
                  <a:pt x="561975" y="1123950"/>
                </a:lnTo>
                <a:cubicBezTo>
                  <a:pt x="251605" y="1123950"/>
                  <a:pt x="0" y="872345"/>
                  <a:pt x="0" y="561975"/>
                </a:cubicBezTo>
                <a:cubicBezTo>
                  <a:pt x="0" y="251605"/>
                  <a:pt x="251605" y="0"/>
                  <a:pt x="561975" y="0"/>
                </a:cubicBez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9" name="Freeform: Shape 19">
            <a:extLst>
              <a:ext uri="{FF2B5EF4-FFF2-40B4-BE49-F238E27FC236}">
                <a16:creationId xmlns:a16="http://schemas.microsoft.com/office/drawing/2014/main" id="{78973DDC-FE45-271D-D333-1265C63DC4F4}"/>
              </a:ext>
              <a:ext uri="{C183D7F6-B498-43B3-948B-1728B52AA6E4}">
                <adec:decorative xmlns:adec="http://schemas.microsoft.com/office/drawing/2017/decorative" val="1"/>
              </a:ext>
            </a:extLst>
          </p:cNvPr>
          <p:cNvSpPr/>
          <p:nvPr userDrawn="1"/>
        </p:nvSpPr>
        <p:spPr>
          <a:xfrm flipH="1">
            <a:off x="0" y="6003177"/>
            <a:ext cx="427411" cy="854823"/>
          </a:xfrm>
          <a:custGeom>
            <a:avLst/>
            <a:gdLst>
              <a:gd name="connsiteX0" fmla="*/ 561975 w 561975"/>
              <a:gd name="connsiteY0" fmla="*/ 0 h 1123950"/>
              <a:gd name="connsiteX1" fmla="*/ 561975 w 561975"/>
              <a:gd name="connsiteY1" fmla="*/ 1123950 h 1123950"/>
              <a:gd name="connsiteX2" fmla="*/ 0 w 561975"/>
              <a:gd name="connsiteY2" fmla="*/ 561975 h 1123950"/>
              <a:gd name="connsiteX3" fmla="*/ 561975 w 561975"/>
              <a:gd name="connsiteY3" fmla="*/ 0 h 1123950"/>
            </a:gdLst>
            <a:ahLst/>
            <a:cxnLst>
              <a:cxn ang="0">
                <a:pos x="connsiteX0" y="connsiteY0"/>
              </a:cxn>
              <a:cxn ang="0">
                <a:pos x="connsiteX1" y="connsiteY1"/>
              </a:cxn>
              <a:cxn ang="0">
                <a:pos x="connsiteX2" y="connsiteY2"/>
              </a:cxn>
              <a:cxn ang="0">
                <a:pos x="connsiteX3" y="connsiteY3"/>
              </a:cxn>
            </a:cxnLst>
            <a:rect l="l" t="t" r="r" b="b"/>
            <a:pathLst>
              <a:path w="561975" h="1123950">
                <a:moveTo>
                  <a:pt x="561975" y="0"/>
                </a:moveTo>
                <a:lnTo>
                  <a:pt x="561975" y="1123950"/>
                </a:lnTo>
                <a:cubicBezTo>
                  <a:pt x="251605" y="1123950"/>
                  <a:pt x="0" y="872345"/>
                  <a:pt x="0" y="561975"/>
                </a:cubicBezTo>
                <a:cubicBezTo>
                  <a:pt x="0" y="251605"/>
                  <a:pt x="251605" y="0"/>
                  <a:pt x="561975" y="0"/>
                </a:cubicBez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0" name="Freeform: Shape 18">
            <a:extLst>
              <a:ext uri="{FF2B5EF4-FFF2-40B4-BE49-F238E27FC236}">
                <a16:creationId xmlns:a16="http://schemas.microsoft.com/office/drawing/2014/main" id="{98BB5E17-8DB4-2B6A-4A48-E57456A3120F}"/>
              </a:ext>
              <a:ext uri="{C183D7F6-B498-43B3-948B-1728B52AA6E4}">
                <adec:decorative xmlns:adec="http://schemas.microsoft.com/office/drawing/2017/decorative" val="1"/>
              </a:ext>
            </a:extLst>
          </p:cNvPr>
          <p:cNvSpPr/>
          <p:nvPr userDrawn="1"/>
        </p:nvSpPr>
        <p:spPr>
          <a:xfrm flipH="1">
            <a:off x="478123" y="6003177"/>
            <a:ext cx="427411" cy="854823"/>
          </a:xfrm>
          <a:custGeom>
            <a:avLst/>
            <a:gdLst>
              <a:gd name="connsiteX0" fmla="*/ 561975 w 561975"/>
              <a:gd name="connsiteY0" fmla="*/ 0 h 1123950"/>
              <a:gd name="connsiteX1" fmla="*/ 561975 w 561975"/>
              <a:gd name="connsiteY1" fmla="*/ 1123950 h 1123950"/>
              <a:gd name="connsiteX2" fmla="*/ 0 w 561975"/>
              <a:gd name="connsiteY2" fmla="*/ 561975 h 1123950"/>
              <a:gd name="connsiteX3" fmla="*/ 561975 w 561975"/>
              <a:gd name="connsiteY3" fmla="*/ 0 h 1123950"/>
            </a:gdLst>
            <a:ahLst/>
            <a:cxnLst>
              <a:cxn ang="0">
                <a:pos x="connsiteX0" y="connsiteY0"/>
              </a:cxn>
              <a:cxn ang="0">
                <a:pos x="connsiteX1" y="connsiteY1"/>
              </a:cxn>
              <a:cxn ang="0">
                <a:pos x="connsiteX2" y="connsiteY2"/>
              </a:cxn>
              <a:cxn ang="0">
                <a:pos x="connsiteX3" y="connsiteY3"/>
              </a:cxn>
            </a:cxnLst>
            <a:rect l="l" t="t" r="r" b="b"/>
            <a:pathLst>
              <a:path w="561975" h="1123950">
                <a:moveTo>
                  <a:pt x="561975" y="0"/>
                </a:moveTo>
                <a:lnTo>
                  <a:pt x="561975" y="1123950"/>
                </a:lnTo>
                <a:cubicBezTo>
                  <a:pt x="251605" y="1123950"/>
                  <a:pt x="0" y="872345"/>
                  <a:pt x="0" y="561975"/>
                </a:cubicBezTo>
                <a:cubicBezTo>
                  <a:pt x="0" y="251605"/>
                  <a:pt x="251605" y="0"/>
                  <a:pt x="561975" y="0"/>
                </a:cubicBez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Tree>
    <p:extLst>
      <p:ext uri="{BB962C8B-B14F-4D97-AF65-F5344CB8AC3E}">
        <p14:creationId xmlns:p14="http://schemas.microsoft.com/office/powerpoint/2010/main" val="3191022383"/>
      </p:ext>
    </p:extLst>
  </p:cSld>
  <p:clrMapOvr>
    <a:overrideClrMapping bg1="dk1" tx1="lt1" bg2="dk2" tx2="lt2" accent1="accent1" accent2="accent2" accent3="accent3" accent4="accent4" accent5="accent5" accent6="accent6" hlink="hlink" folHlink="folHlink"/>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preserve="1" userDrawn="1">
  <p:cSld name="Closing">
    <p:spTree>
      <p:nvGrpSpPr>
        <p:cNvPr id="1" name=""/>
        <p:cNvGrpSpPr/>
        <p:nvPr/>
      </p:nvGrpSpPr>
      <p:grpSpPr>
        <a:xfrm>
          <a:off x="0" y="0"/>
          <a:ext cx="0" cy="0"/>
          <a:chOff x="0" y="0"/>
          <a:chExt cx="0" cy="0"/>
        </a:xfrm>
      </p:grpSpPr>
      <p:sp>
        <p:nvSpPr>
          <p:cNvPr id="87" name="Rectangle 23">
            <a:extLst>
              <a:ext uri="{FF2B5EF4-FFF2-40B4-BE49-F238E27FC236}">
                <a16:creationId xmlns:a16="http://schemas.microsoft.com/office/drawing/2014/main" id="{590E6AF1-4025-C539-6638-597177D00B8D}"/>
              </a:ext>
              <a:ext uri="{C183D7F6-B498-43B3-948B-1728B52AA6E4}">
                <adec:decorative xmlns:adec="http://schemas.microsoft.com/office/drawing/2017/decorative" val="1"/>
              </a:ext>
            </a:extLst>
          </p:cNvPr>
          <p:cNvSpPr/>
          <p:nvPr userDrawn="1"/>
        </p:nvSpPr>
        <p:spPr>
          <a:xfrm>
            <a:off x="7065818" y="6245509"/>
            <a:ext cx="5126179" cy="612492"/>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2" name="Title 6">
            <a:extLst>
              <a:ext uri="{FF2B5EF4-FFF2-40B4-BE49-F238E27FC236}">
                <a16:creationId xmlns:a16="http://schemas.microsoft.com/office/drawing/2014/main" id="{25E8EC5E-EA9E-1F86-2E83-5D5499601119}"/>
              </a:ext>
            </a:extLst>
          </p:cNvPr>
          <p:cNvSpPr>
            <a:spLocks noGrp="1"/>
          </p:cNvSpPr>
          <p:nvPr>
            <p:ph type="title" hasCustomPrompt="1"/>
          </p:nvPr>
        </p:nvSpPr>
        <p:spPr>
          <a:xfrm>
            <a:off x="1085864" y="1532081"/>
            <a:ext cx="5273221" cy="3793838"/>
          </a:xfrm>
        </p:spPr>
        <p:txBody>
          <a:bodyPr lIns="0" tIns="0" rIns="0" bIns="0" anchor="ctr">
            <a:noAutofit/>
          </a:bodyPr>
          <a:lstStyle>
            <a:lvl1pPr>
              <a:defRPr sz="5400" baseline="0">
                <a:solidFill>
                  <a:schemeClr val="tx1"/>
                </a:solidFill>
              </a:defRPr>
            </a:lvl1pPr>
          </a:lstStyle>
          <a:p>
            <a:r>
              <a:rPr lang="en-US"/>
              <a:t>Click to edit Master title style</a:t>
            </a:r>
            <a:endParaRPr lang="en-CN"/>
          </a:p>
        </p:txBody>
      </p:sp>
      <p:sp>
        <p:nvSpPr>
          <p:cNvPr id="3" name="Picture Placeholder 25" descr="A woman wearing a yellow sweater working at the office">
            <a:extLst>
              <a:ext uri="{FF2B5EF4-FFF2-40B4-BE49-F238E27FC236}">
                <a16:creationId xmlns:a16="http://schemas.microsoft.com/office/drawing/2014/main" id="{0F266249-25B1-EF53-33EB-FA594F7F68B4}"/>
              </a:ext>
              <a:ext uri="{C183D7F6-B498-43B3-948B-1728B52AA6E4}">
                <adec:decorative xmlns:adec="http://schemas.microsoft.com/office/drawing/2017/decorative" val="0"/>
              </a:ext>
            </a:extLst>
          </p:cNvPr>
          <p:cNvSpPr>
            <a:spLocks noGrp="1"/>
          </p:cNvSpPr>
          <p:nvPr>
            <p:ph type="pic" sz="quarter" idx="20"/>
          </p:nvPr>
        </p:nvSpPr>
        <p:spPr>
          <a:xfrm>
            <a:off x="7063457" y="1326812"/>
            <a:ext cx="3778434" cy="4924193"/>
          </a:xfrm>
          <a:noFill/>
        </p:spPr>
        <p:txBody>
          <a:bodyPr/>
          <a:lstStyle/>
          <a:p>
            <a:endParaRPr lang="zh-CN" altLang="en-US"/>
          </a:p>
        </p:txBody>
      </p:sp>
      <p:sp>
        <p:nvSpPr>
          <p:cNvPr id="7" name="Date Placeholder 3">
            <a:extLst>
              <a:ext uri="{FF2B5EF4-FFF2-40B4-BE49-F238E27FC236}">
                <a16:creationId xmlns:a16="http://schemas.microsoft.com/office/drawing/2014/main" id="{021528A5-067A-BD49-2204-67FF006E8BBF}"/>
              </a:ext>
            </a:extLst>
          </p:cNvPr>
          <p:cNvSpPr>
            <a:spLocks noGrp="1"/>
          </p:cNvSpPr>
          <p:nvPr>
            <p:ph type="dt" sz="half" idx="10"/>
          </p:nvPr>
        </p:nvSpPr>
        <p:spPr>
          <a:xfrm>
            <a:off x="657225" y="6400800"/>
            <a:ext cx="2743200" cy="266700"/>
          </a:xfrm>
        </p:spPr>
        <p:txBody>
          <a:bodyPr/>
          <a:lstStyle/>
          <a:p>
            <a:r>
              <a:rPr lang="en-US" altLang="zh-CN" dirty="0"/>
              <a:t>03/12/2025</a:t>
            </a:r>
            <a:fld id="{FD138C57-8E3B-4697-92F8-0ED9B71F7E17}" type="datetime1">
              <a:rPr lang="en-US" smtClean="0"/>
              <a:t>3/5/2026</a:t>
            </a:fld>
            <a:endParaRPr lang="en-US"/>
          </a:p>
        </p:txBody>
      </p:sp>
      <p:sp>
        <p:nvSpPr>
          <p:cNvPr id="6" name="Footer Placeholder 4">
            <a:extLst>
              <a:ext uri="{FF2B5EF4-FFF2-40B4-BE49-F238E27FC236}">
                <a16:creationId xmlns:a16="http://schemas.microsoft.com/office/drawing/2014/main" id="{5E67C389-E6A8-48B1-74CD-322C690F98FD}"/>
              </a:ext>
            </a:extLst>
          </p:cNvPr>
          <p:cNvSpPr>
            <a:spLocks noGrp="1"/>
          </p:cNvSpPr>
          <p:nvPr>
            <p:ph type="ftr" sz="quarter" idx="11"/>
          </p:nvPr>
        </p:nvSpPr>
        <p:spPr>
          <a:xfrm>
            <a:off x="4267200" y="6400800"/>
            <a:ext cx="3657600" cy="266700"/>
          </a:xfrm>
        </p:spPr>
        <p:txBody>
          <a:bodyPr/>
          <a:lstStyle>
            <a:lvl1pPr algn="ctr">
              <a:defRPr/>
            </a:lvl1pPr>
          </a:lstStyle>
          <a:p>
            <a:r>
              <a:rPr lang="en-US"/>
              <a:t>Sample Footer Text</a:t>
            </a:r>
          </a:p>
        </p:txBody>
      </p:sp>
      <p:sp>
        <p:nvSpPr>
          <p:cNvPr id="5" name="Slide Number Placeholder 5">
            <a:extLst>
              <a:ext uri="{FF2B5EF4-FFF2-40B4-BE49-F238E27FC236}">
                <a16:creationId xmlns:a16="http://schemas.microsoft.com/office/drawing/2014/main" id="{9D7705C1-E2D3-B1B7-C51C-44843980FFF1}"/>
              </a:ext>
            </a:extLst>
          </p:cNvPr>
          <p:cNvSpPr>
            <a:spLocks noGrp="1"/>
          </p:cNvSpPr>
          <p:nvPr>
            <p:ph type="sldNum" sz="quarter" idx="12"/>
          </p:nvPr>
        </p:nvSpPr>
        <p:spPr>
          <a:xfrm>
            <a:off x="8274049" y="6400800"/>
            <a:ext cx="3241675" cy="266700"/>
          </a:xfrm>
        </p:spPr>
        <p:txBody>
          <a:bodyPr/>
          <a:lstStyle>
            <a:lvl1pPr algn="r">
              <a:defRPr>
                <a:solidFill>
                  <a:schemeClr val="bg1"/>
                </a:solidFill>
              </a:defRPr>
            </a:lvl1pPr>
          </a:lstStyle>
          <a:p>
            <a:fld id="{CC057153-B650-4DEB-B370-79DDCFDCE934}" type="slidenum">
              <a:rPr lang="en-US" smtClean="0"/>
              <a:pPr/>
              <a:t>‹#›</a:t>
            </a:fld>
            <a:endParaRPr lang="en-US"/>
          </a:p>
        </p:txBody>
      </p:sp>
      <p:sp>
        <p:nvSpPr>
          <p:cNvPr id="12" name="Rectangle 9">
            <a:extLst>
              <a:ext uri="{FF2B5EF4-FFF2-40B4-BE49-F238E27FC236}">
                <a16:creationId xmlns:a16="http://schemas.microsoft.com/office/drawing/2014/main" id="{5917FF65-0254-002E-D43D-FF8B5E603B7F}"/>
              </a:ext>
              <a:ext uri="{C183D7F6-B498-43B3-948B-1728B52AA6E4}">
                <adec:decorative xmlns:adec="http://schemas.microsoft.com/office/drawing/2017/decorative" val="1"/>
              </a:ext>
            </a:extLst>
          </p:cNvPr>
          <p:cNvSpPr/>
          <p:nvPr userDrawn="1"/>
        </p:nvSpPr>
        <p:spPr>
          <a:xfrm rot="5400000">
            <a:off x="103515" y="-103514"/>
            <a:ext cx="274322" cy="481353"/>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13" name="Rectangle 8">
            <a:extLst>
              <a:ext uri="{FF2B5EF4-FFF2-40B4-BE49-F238E27FC236}">
                <a16:creationId xmlns:a16="http://schemas.microsoft.com/office/drawing/2014/main" id="{3D6108ED-5598-D9CD-3F7C-E35B4C8BBB5C}"/>
              </a:ext>
              <a:ext uri="{C183D7F6-B498-43B3-948B-1728B52AA6E4}">
                <adec:decorative xmlns:adec="http://schemas.microsoft.com/office/drawing/2017/decorative" val="1"/>
              </a:ext>
            </a:extLst>
          </p:cNvPr>
          <p:cNvSpPr/>
          <p:nvPr userDrawn="1"/>
        </p:nvSpPr>
        <p:spPr>
          <a:xfrm rot="5400000">
            <a:off x="1183663" y="-700191"/>
            <a:ext cx="274322" cy="167470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Rectangle 6">
            <a:extLst>
              <a:ext uri="{FF2B5EF4-FFF2-40B4-BE49-F238E27FC236}">
                <a16:creationId xmlns:a16="http://schemas.microsoft.com/office/drawing/2014/main" id="{21EB73BE-3F32-B696-CCF3-3120CC026F45}"/>
              </a:ext>
              <a:ext uri="{C183D7F6-B498-43B3-948B-1728B52AA6E4}">
                <adec:decorative xmlns:adec="http://schemas.microsoft.com/office/drawing/2017/decorative" val="1"/>
              </a:ext>
            </a:extLst>
          </p:cNvPr>
          <p:cNvSpPr/>
          <p:nvPr userDrawn="1"/>
        </p:nvSpPr>
        <p:spPr>
          <a:xfrm rot="10800000">
            <a:off x="10833956" y="-2"/>
            <a:ext cx="1365980" cy="2232019"/>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zh-CN" altLang="en-US">
              <a:solidFill>
                <a:schemeClr val="lt1"/>
              </a:solidFill>
            </a:endParaRPr>
          </a:p>
        </p:txBody>
      </p:sp>
      <p:sp>
        <p:nvSpPr>
          <p:cNvPr id="24" name="Freeform: Shape 59">
            <a:extLst>
              <a:ext uri="{FF2B5EF4-FFF2-40B4-BE49-F238E27FC236}">
                <a16:creationId xmlns:a16="http://schemas.microsoft.com/office/drawing/2014/main" id="{A7A3C520-412F-3B3C-3DD2-BA1FA9970CED}"/>
              </a:ext>
              <a:ext uri="{C183D7F6-B498-43B3-948B-1728B52AA6E4}">
                <adec:decorative xmlns:adec="http://schemas.microsoft.com/office/drawing/2017/decorative" val="1"/>
              </a:ext>
            </a:extLst>
          </p:cNvPr>
          <p:cNvSpPr/>
          <p:nvPr userDrawn="1"/>
        </p:nvSpPr>
        <p:spPr>
          <a:xfrm flipH="1" flipV="1">
            <a:off x="10841892" y="-3"/>
            <a:ext cx="1358044" cy="2232015"/>
          </a:xfrm>
          <a:custGeom>
            <a:avLst/>
            <a:gdLst>
              <a:gd name="connsiteX0" fmla="*/ 1497298 w 1497298"/>
              <a:gd name="connsiteY0" fmla="*/ 0 h 1457281"/>
              <a:gd name="connsiteX1" fmla="*/ 0 w 1497298"/>
              <a:gd name="connsiteY1" fmla="*/ 0 h 1457281"/>
              <a:gd name="connsiteX2" fmla="*/ 0 w 1497298"/>
              <a:gd name="connsiteY2" fmla="*/ 1457281 h 1457281"/>
            </a:gdLst>
            <a:ahLst/>
            <a:cxnLst>
              <a:cxn ang="0">
                <a:pos x="connsiteX0" y="connsiteY0"/>
              </a:cxn>
              <a:cxn ang="0">
                <a:pos x="connsiteX1" y="connsiteY1"/>
              </a:cxn>
              <a:cxn ang="0">
                <a:pos x="connsiteX2" y="connsiteY2"/>
              </a:cxn>
            </a:cxnLst>
            <a:rect l="l" t="t" r="r" b="b"/>
            <a:pathLst>
              <a:path w="1497298" h="1457281">
                <a:moveTo>
                  <a:pt x="1497298" y="0"/>
                </a:moveTo>
                <a:lnTo>
                  <a:pt x="0" y="0"/>
                </a:lnTo>
                <a:lnTo>
                  <a:pt x="0" y="1457281"/>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zh-CN" altLang="en-US">
              <a:solidFill>
                <a:schemeClr val="lt1"/>
              </a:solidFill>
            </a:endParaRPr>
          </a:p>
        </p:txBody>
      </p:sp>
      <p:sp>
        <p:nvSpPr>
          <p:cNvPr id="20" name="Rectangle 6">
            <a:extLst>
              <a:ext uri="{FF2B5EF4-FFF2-40B4-BE49-F238E27FC236}">
                <a16:creationId xmlns:a16="http://schemas.microsoft.com/office/drawing/2014/main" id="{99367659-61EC-44B3-A73E-47A6D3C10F4F}"/>
              </a:ext>
              <a:ext uri="{C183D7F6-B498-43B3-948B-1728B52AA6E4}">
                <adec:decorative xmlns:adec="http://schemas.microsoft.com/office/drawing/2017/decorative" val="1"/>
              </a:ext>
            </a:extLst>
          </p:cNvPr>
          <p:cNvSpPr/>
          <p:nvPr userDrawn="1"/>
        </p:nvSpPr>
        <p:spPr>
          <a:xfrm rot="10800000">
            <a:off x="10833956" y="2232018"/>
            <a:ext cx="1358044" cy="1916648"/>
          </a:xfrm>
          <a:prstGeom prst="rect">
            <a:avLst/>
          </a:prstGeom>
          <a:solidFill>
            <a:schemeClr val="accent1"/>
          </a:solidFill>
          <a:ln w="9525" cap="flat">
            <a:noFill/>
            <a:prstDash val="solid"/>
            <a:miter/>
          </a:ln>
        </p:spPr>
        <p:txBody>
          <a:bodyPr rtlCol="0" anchor="ctr"/>
          <a:lstStyle/>
          <a:p>
            <a:pPr lvl="0"/>
            <a:endParaRPr lang="zh-CN" altLang="en-US">
              <a:solidFill>
                <a:schemeClr val="tx1"/>
              </a:solidFill>
            </a:endParaRPr>
          </a:p>
        </p:txBody>
      </p:sp>
      <p:sp>
        <p:nvSpPr>
          <p:cNvPr id="26" name="Freeform: Shape 9">
            <a:extLst>
              <a:ext uri="{FF2B5EF4-FFF2-40B4-BE49-F238E27FC236}">
                <a16:creationId xmlns:a16="http://schemas.microsoft.com/office/drawing/2014/main" id="{14EDCCCA-96A0-0D33-9C7F-224DCB3D55E0}"/>
              </a:ext>
              <a:ext uri="{C183D7F6-B498-43B3-948B-1728B52AA6E4}">
                <adec:decorative xmlns:adec="http://schemas.microsoft.com/office/drawing/2017/decorative" val="1"/>
              </a:ext>
            </a:extLst>
          </p:cNvPr>
          <p:cNvSpPr/>
          <p:nvPr userDrawn="1"/>
        </p:nvSpPr>
        <p:spPr>
          <a:xfrm flipV="1">
            <a:off x="10833956" y="3472845"/>
            <a:ext cx="1358044" cy="675816"/>
          </a:xfrm>
          <a:custGeom>
            <a:avLst/>
            <a:gdLst>
              <a:gd name="connsiteX0" fmla="*/ 0 w 2351450"/>
              <a:gd name="connsiteY0" fmla="*/ 0 h 1170173"/>
              <a:gd name="connsiteX1" fmla="*/ 2351450 w 2351450"/>
              <a:gd name="connsiteY1" fmla="*/ 0 h 1170173"/>
              <a:gd name="connsiteX2" fmla="*/ 2345674 w 2351450"/>
              <a:gd name="connsiteY2" fmla="*/ 114394 h 1170173"/>
              <a:gd name="connsiteX3" fmla="*/ 1175725 w 2351450"/>
              <a:gd name="connsiteY3" fmla="*/ 1170173 h 1170173"/>
              <a:gd name="connsiteX4" fmla="*/ 5777 w 2351450"/>
              <a:gd name="connsiteY4" fmla="*/ 114394 h 11701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51450" h="1170173">
                <a:moveTo>
                  <a:pt x="0" y="0"/>
                </a:moveTo>
                <a:lnTo>
                  <a:pt x="2351450" y="0"/>
                </a:lnTo>
                <a:lnTo>
                  <a:pt x="2345674" y="114394"/>
                </a:lnTo>
                <a:cubicBezTo>
                  <a:pt x="2285450" y="707410"/>
                  <a:pt x="1784630" y="1170173"/>
                  <a:pt x="1175725" y="1170173"/>
                </a:cubicBezTo>
                <a:cubicBezTo>
                  <a:pt x="566821" y="1170173"/>
                  <a:pt x="66001" y="707410"/>
                  <a:pt x="5777" y="114394"/>
                </a:cubicBez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GB"/>
          </a:p>
        </p:txBody>
      </p:sp>
      <p:sp>
        <p:nvSpPr>
          <p:cNvPr id="22" name="Rectangle 8">
            <a:extLst>
              <a:ext uri="{FF2B5EF4-FFF2-40B4-BE49-F238E27FC236}">
                <a16:creationId xmlns:a16="http://schemas.microsoft.com/office/drawing/2014/main" id="{2C55E30B-D458-A8B6-11AB-5FAEA926BFB0}"/>
              </a:ext>
              <a:ext uri="{C183D7F6-B498-43B3-948B-1728B52AA6E4}">
                <adec:decorative xmlns:adec="http://schemas.microsoft.com/office/drawing/2017/decorative" val="1"/>
              </a:ext>
            </a:extLst>
          </p:cNvPr>
          <p:cNvSpPr/>
          <p:nvPr userDrawn="1"/>
        </p:nvSpPr>
        <p:spPr>
          <a:xfrm rot="10800000" flipV="1">
            <a:off x="10833954" y="4148664"/>
            <a:ext cx="1358043" cy="2096841"/>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Freeform: Shape 59">
            <a:extLst>
              <a:ext uri="{FF2B5EF4-FFF2-40B4-BE49-F238E27FC236}">
                <a16:creationId xmlns:a16="http://schemas.microsoft.com/office/drawing/2014/main" id="{81D1A457-4F77-6BE6-3713-4638E83D6D7D}"/>
              </a:ext>
              <a:ext uri="{C183D7F6-B498-43B3-948B-1728B52AA6E4}">
                <adec:decorative xmlns:adec="http://schemas.microsoft.com/office/drawing/2017/decorative" val="1"/>
              </a:ext>
            </a:extLst>
          </p:cNvPr>
          <p:cNvSpPr/>
          <p:nvPr userDrawn="1"/>
        </p:nvSpPr>
        <p:spPr>
          <a:xfrm flipH="1" flipV="1">
            <a:off x="10833955" y="4148663"/>
            <a:ext cx="1358045" cy="2096842"/>
          </a:xfrm>
          <a:custGeom>
            <a:avLst/>
            <a:gdLst>
              <a:gd name="connsiteX0" fmla="*/ 1497298 w 1497298"/>
              <a:gd name="connsiteY0" fmla="*/ 0 h 1457281"/>
              <a:gd name="connsiteX1" fmla="*/ 0 w 1497298"/>
              <a:gd name="connsiteY1" fmla="*/ 0 h 1457281"/>
              <a:gd name="connsiteX2" fmla="*/ 0 w 1497298"/>
              <a:gd name="connsiteY2" fmla="*/ 1457281 h 1457281"/>
            </a:gdLst>
            <a:ahLst/>
            <a:cxnLst>
              <a:cxn ang="0">
                <a:pos x="connsiteX0" y="connsiteY0"/>
              </a:cxn>
              <a:cxn ang="0">
                <a:pos x="connsiteX1" y="connsiteY1"/>
              </a:cxn>
              <a:cxn ang="0">
                <a:pos x="connsiteX2" y="connsiteY2"/>
              </a:cxn>
            </a:cxnLst>
            <a:rect l="l" t="t" r="r" b="b"/>
            <a:pathLst>
              <a:path w="1497298" h="1457281">
                <a:moveTo>
                  <a:pt x="1497298" y="0"/>
                </a:moveTo>
                <a:lnTo>
                  <a:pt x="0" y="0"/>
                </a:lnTo>
                <a:lnTo>
                  <a:pt x="0" y="1457281"/>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zh-CN" altLang="en-US">
              <a:solidFill>
                <a:schemeClr val="lt1"/>
              </a:solidFill>
            </a:endParaRPr>
          </a:p>
        </p:txBody>
      </p:sp>
    </p:spTree>
    <p:extLst>
      <p:ext uri="{BB962C8B-B14F-4D97-AF65-F5344CB8AC3E}">
        <p14:creationId xmlns:p14="http://schemas.microsoft.com/office/powerpoint/2010/main" val="375255261"/>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60400" y="128587"/>
            <a:ext cx="10858500" cy="900112"/>
          </a:xfrm>
          <a:prstGeom prst="rect">
            <a:avLst/>
          </a:prstGeom>
        </p:spPr>
        <p:txBody>
          <a:bodyPr vert="horz" lIns="0" tIns="0" rIns="0" bIns="0" rtlCol="0" anchor="b">
            <a:normAutofit/>
          </a:bodyPr>
          <a:lstStyle/>
          <a:p>
            <a:r>
              <a:rPr lang="en-US" sz="1418"/>
              <a:t>Click to edit Master title style</a:t>
            </a:r>
          </a:p>
        </p:txBody>
      </p:sp>
      <p:sp>
        <p:nvSpPr>
          <p:cNvPr id="3" name="Text Placeholder 2"/>
          <p:cNvSpPr>
            <a:spLocks noGrp="1"/>
          </p:cNvSpPr>
          <p:nvPr>
            <p:ph type="body" idx="1"/>
          </p:nvPr>
        </p:nvSpPr>
        <p:spPr>
          <a:xfrm>
            <a:off x="660400" y="1130300"/>
            <a:ext cx="10858500" cy="5003800"/>
          </a:xfrm>
          <a:prstGeom prst="rect">
            <a:avLst/>
          </a:prstGeom>
        </p:spPr>
        <p:txBody>
          <a:bodyPr vert="horz" lIns="0" tIns="0" rIns="0" bIns="0" rtlCol="0">
            <a:normAutofit/>
          </a:bodyPr>
          <a:lstStyle/>
          <a:p>
            <a:pPr lvl="0"/>
            <a:r>
              <a:rPr lang="en-US" sz="1418"/>
              <a:t>Click to edit Master text styles</a:t>
            </a:r>
            <a:endParaRPr lang="en-US"/>
          </a:p>
          <a:p>
            <a:pPr lvl="1"/>
            <a:r>
              <a:rPr lang="en-US" sz="1418"/>
              <a:t>Second level</a:t>
            </a:r>
          </a:p>
          <a:p>
            <a:pPr lvl="2"/>
            <a:r>
              <a:rPr lang="en-US" sz="1418"/>
              <a:t>Third level</a:t>
            </a:r>
          </a:p>
          <a:p>
            <a:pPr lvl="3"/>
            <a:r>
              <a:rPr lang="en-US" sz="1418"/>
              <a:t>Fourth level</a:t>
            </a:r>
          </a:p>
          <a:p>
            <a:pPr lvl="4"/>
            <a:r>
              <a:rPr lang="en-US" sz="1418"/>
              <a:t>Fifth level</a:t>
            </a:r>
          </a:p>
        </p:txBody>
      </p:sp>
      <p:sp>
        <p:nvSpPr>
          <p:cNvPr id="9" name="Date Placeholder 3">
            <a:extLst>
              <a:ext uri="{FF2B5EF4-FFF2-40B4-BE49-F238E27FC236}">
                <a16:creationId xmlns:a16="http://schemas.microsoft.com/office/drawing/2014/main" id="{79DDEA0E-07E9-13B1-EDC7-61BAFA5FF753}"/>
              </a:ext>
            </a:extLst>
          </p:cNvPr>
          <p:cNvSpPr>
            <a:spLocks noGrp="1"/>
          </p:cNvSpPr>
          <p:nvPr>
            <p:ph type="dt" sz="half" idx="2"/>
          </p:nvPr>
        </p:nvSpPr>
        <p:spPr>
          <a:xfrm>
            <a:off x="657225" y="6400800"/>
            <a:ext cx="2743200" cy="266700"/>
          </a:xfrm>
        </p:spPr>
        <p:txBody>
          <a:bodyPr lIns="0" tIns="0" rIns="0" bIns="0"/>
          <a:lstStyle>
            <a:lvl1pPr>
              <a:defRPr sz="1200"/>
            </a:lvl1pPr>
          </a:lstStyle>
          <a:p>
            <a:fld id="{FD138C57-8E3B-4697-92F8-0ED9B71F7E17}" type="datetime1">
              <a:rPr lang="en-US" smtClean="0"/>
              <a:pPr/>
              <a:t>3/5/2026</a:t>
            </a:fld>
            <a:endParaRPr lang="en-US"/>
          </a:p>
        </p:txBody>
      </p:sp>
      <p:sp>
        <p:nvSpPr>
          <p:cNvPr id="8" name="Footer Placeholder 4">
            <a:extLst>
              <a:ext uri="{FF2B5EF4-FFF2-40B4-BE49-F238E27FC236}">
                <a16:creationId xmlns:a16="http://schemas.microsoft.com/office/drawing/2014/main" id="{1EA10547-A0BF-14BF-EF18-92FBBF644CF2}"/>
              </a:ext>
            </a:extLst>
          </p:cNvPr>
          <p:cNvSpPr>
            <a:spLocks noGrp="1"/>
          </p:cNvSpPr>
          <p:nvPr>
            <p:ph type="ftr" sz="quarter" idx="3"/>
          </p:nvPr>
        </p:nvSpPr>
        <p:spPr>
          <a:xfrm>
            <a:off x="4267200" y="6400800"/>
            <a:ext cx="3657600" cy="266700"/>
          </a:xfrm>
        </p:spPr>
        <p:txBody>
          <a:bodyPr lIns="0" tIns="0" rIns="0" bIns="0"/>
          <a:lstStyle>
            <a:lvl1pPr algn="ctr">
              <a:defRPr sz="1200"/>
            </a:lvl1pPr>
          </a:lstStyle>
          <a:p>
            <a:r>
              <a:rPr lang="en-US"/>
              <a:t>Sample Footer Text</a:t>
            </a:r>
          </a:p>
        </p:txBody>
      </p:sp>
      <p:sp>
        <p:nvSpPr>
          <p:cNvPr id="7" name="Slide Number Placeholder 5">
            <a:extLst>
              <a:ext uri="{FF2B5EF4-FFF2-40B4-BE49-F238E27FC236}">
                <a16:creationId xmlns:a16="http://schemas.microsoft.com/office/drawing/2014/main" id="{C413A03B-58A6-5266-F4CA-95B7A6F4BCC7}"/>
              </a:ext>
            </a:extLst>
          </p:cNvPr>
          <p:cNvSpPr>
            <a:spLocks noGrp="1"/>
          </p:cNvSpPr>
          <p:nvPr>
            <p:ph type="sldNum" sz="quarter" idx="4"/>
          </p:nvPr>
        </p:nvSpPr>
        <p:spPr>
          <a:xfrm>
            <a:off x="8274049" y="6400800"/>
            <a:ext cx="3241675" cy="266700"/>
          </a:xfrm>
        </p:spPr>
        <p:txBody>
          <a:bodyPr lIns="0" tIns="0" rIns="0" bIns="0"/>
          <a:lstStyle>
            <a:lvl1pPr algn="r">
              <a:defRPr sz="1200"/>
            </a:lvl1pPr>
          </a:lstStyle>
          <a:p>
            <a:fld id="{CC057153-B650-4DEB-B370-79DDCFDCE934}"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704" r:id="rId1"/>
    <p:sldLayoutId id="2147483705" r:id="rId2"/>
    <p:sldLayoutId id="2147483706" r:id="rId3"/>
    <p:sldLayoutId id="2147483703" r:id="rId4"/>
    <p:sldLayoutId id="2147483707" r:id="rId5"/>
    <p:sldLayoutId id="2147483650" r:id="rId6"/>
    <p:sldLayoutId id="2147483654" r:id="rId7"/>
    <p:sldLayoutId id="2147483754" r:id="rId8"/>
    <p:sldLayoutId id="2147483755" r:id="rId9"/>
    <p:sldLayoutId id="2147483760" r:id="rId10"/>
    <p:sldLayoutId id="2147483761" r:id="rId11"/>
    <p:sldLayoutId id="2147483762" r:id="rId12"/>
    <p:sldLayoutId id="2147483662" r:id="rId13"/>
    <p:sldLayoutId id="2147483763"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2" r:id="rId23"/>
    <p:sldLayoutId id="2147483671" r:id="rId24"/>
    <p:sldLayoutId id="2147483673" r:id="rId25"/>
    <p:sldLayoutId id="2147483674" r:id="rId26"/>
    <p:sldLayoutId id="2147483675" r:id="rId27"/>
    <p:sldLayoutId id="2147483676" r:id="rId28"/>
    <p:sldLayoutId id="2147483677" r:id="rId29"/>
    <p:sldLayoutId id="2147483678" r:id="rId30"/>
    <p:sldLayoutId id="2147483679" r:id="rId31"/>
    <p:sldLayoutId id="2147483680" r:id="rId32"/>
    <p:sldLayoutId id="2147483681" r:id="rId33"/>
    <p:sldLayoutId id="2147483682" r:id="rId34"/>
    <p:sldLayoutId id="2147483683" r:id="rId35"/>
    <p:sldLayoutId id="2147483684" r:id="rId36"/>
    <p:sldLayoutId id="2147483685" r:id="rId37"/>
    <p:sldLayoutId id="2147483686" r:id="rId38"/>
    <p:sldLayoutId id="2147483687" r:id="rId39"/>
    <p:sldLayoutId id="2147483688" r:id="rId40"/>
    <p:sldLayoutId id="2147483689" r:id="rId41"/>
    <p:sldLayoutId id="2147483690" r:id="rId42"/>
    <p:sldLayoutId id="2147483752" r:id="rId43"/>
    <p:sldLayoutId id="2147483753" r:id="rId44"/>
    <p:sldLayoutId id="2147483691" r:id="rId45"/>
    <p:sldLayoutId id="2147483692" r:id="rId46"/>
    <p:sldLayoutId id="2147483693" r:id="rId47"/>
    <p:sldLayoutId id="2147483694" r:id="rId48"/>
    <p:sldLayoutId id="2147483695" r:id="rId49"/>
    <p:sldLayoutId id="2147483696" r:id="rId50"/>
    <p:sldLayoutId id="2147483697" r:id="rId51"/>
    <p:sldLayoutId id="2147483756" r:id="rId52"/>
    <p:sldLayoutId id="2147483757" r:id="rId53"/>
    <p:sldLayoutId id="2147483758" r:id="rId54"/>
    <p:sldLayoutId id="2147483759" r:id="rId55"/>
    <p:sldLayoutId id="2147483698" r:id="rId56"/>
    <p:sldLayoutId id="2147483699" r:id="rId57"/>
    <p:sldLayoutId id="2147483700" r:id="rId58"/>
    <p:sldLayoutId id="2147483701" r:id="rId59"/>
    <p:sldLayoutId id="2147483702" r:id="rId60"/>
    <p:sldLayoutId id="2147483661" r:id="rId61"/>
  </p:sldLayoutIdLst>
  <p:hf sldNum="0" hdr="0" ftr="0" dt="0"/>
  <p:txStyles>
    <p:titleStyle>
      <a:lvl1pPr algn="l" defTabSz="914400" rtl="0" eaLnBrk="1" latinLnBrk="0" hangingPunct="1">
        <a:lnSpc>
          <a:spcPct val="10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416" userDrawn="1">
          <p15:clr>
            <a:srgbClr val="F26B43"/>
          </p15:clr>
        </p15:guide>
        <p15:guide id="2" pos="7256" userDrawn="1">
          <p15:clr>
            <a:srgbClr val="F26B43"/>
          </p15:clr>
        </p15:guide>
        <p15:guide id="3" orient="horz" pos="648" userDrawn="1">
          <p15:clr>
            <a:srgbClr val="F26B43"/>
          </p15:clr>
        </p15:guide>
        <p15:guide id="4" orient="horz" pos="712" userDrawn="1">
          <p15:clr>
            <a:srgbClr val="F26B43"/>
          </p15:clr>
        </p15:guide>
        <p15:guide id="5" orient="horz" pos="3928" userDrawn="1">
          <p15:clr>
            <a:srgbClr val="F26B43"/>
          </p15:clr>
        </p15:guide>
        <p15:guide id="6" orient="horz" pos="3861"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5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6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DF5C731-0B26-AFBA-1D25-E6AE3BB1DD35}"/>
              </a:ext>
              <a:ext uri="{C183D7F6-B498-43B3-948B-1728B52AA6E4}">
                <adec:decorative xmlns:adec="http://schemas.microsoft.com/office/drawing/2017/decorative" val="0"/>
              </a:ext>
            </a:extLst>
          </p:cNvPr>
          <p:cNvSpPr>
            <a:spLocks noGrp="1"/>
          </p:cNvSpPr>
          <p:nvPr>
            <p:ph type="body" idx="1"/>
          </p:nvPr>
        </p:nvSpPr>
        <p:spPr>
          <a:xfrm>
            <a:off x="9431096" y="6040532"/>
            <a:ext cx="2561535" cy="561521"/>
          </a:xfrm>
        </p:spPr>
        <p:txBody>
          <a:bodyPr/>
          <a:lstStyle/>
          <a:p>
            <a:r>
              <a:rPr lang="en-US" altLang="zh-CN" sz="1800" dirty="0">
                <a:latin typeface="Book Antiqua"/>
                <a:ea typeface="Segoe UI Black"/>
              </a:rPr>
              <a:t>SWATHI.A</a:t>
            </a:r>
            <a:endParaRPr lang="en-US" sz="1800" dirty="0">
              <a:latin typeface="Segoe UI Black"/>
              <a:ea typeface="Segoe UI Black"/>
            </a:endParaRPr>
          </a:p>
          <a:p>
            <a:r>
              <a:rPr lang="en-US" altLang="zh-CN" sz="1800" dirty="0">
                <a:latin typeface="Book Antiqua"/>
                <a:ea typeface="Segoe UI Black"/>
              </a:rPr>
              <a:t>DATA ANALYST</a:t>
            </a:r>
            <a:endParaRPr lang="en-US" sz="1800">
              <a:ea typeface="Segoe UI Black"/>
            </a:endParaRPr>
          </a:p>
        </p:txBody>
      </p:sp>
      <p:sp>
        <p:nvSpPr>
          <p:cNvPr id="5" name="Title 4">
            <a:extLst>
              <a:ext uri="{FF2B5EF4-FFF2-40B4-BE49-F238E27FC236}">
                <a16:creationId xmlns:a16="http://schemas.microsoft.com/office/drawing/2014/main" id="{F05E633C-0F04-2A21-512A-3E5C3D26D71B}"/>
              </a:ext>
            </a:extLst>
          </p:cNvPr>
          <p:cNvSpPr>
            <a:spLocks noGrp="1"/>
          </p:cNvSpPr>
          <p:nvPr>
            <p:ph type="title"/>
          </p:nvPr>
        </p:nvSpPr>
        <p:spPr>
          <a:xfrm>
            <a:off x="5777129" y="2304836"/>
            <a:ext cx="5659121" cy="1423172"/>
          </a:xfrm>
        </p:spPr>
        <p:txBody>
          <a:bodyPr/>
          <a:lstStyle/>
          <a:p>
            <a:r>
              <a:rPr lang="en-US" dirty="0">
                <a:ea typeface="Segoe UI Black"/>
              </a:rPr>
              <a:t>HR ATTRITION</a:t>
            </a:r>
            <a:endParaRPr lang="en-US" dirty="0"/>
          </a:p>
        </p:txBody>
      </p:sp>
      <p:pic>
        <p:nvPicPr>
          <p:cNvPr id="6" name="Picture Placeholder 5" descr="Close-up of a person using a calculator while reviewing bills.">
            <a:extLst>
              <a:ext uri="{FF2B5EF4-FFF2-40B4-BE49-F238E27FC236}">
                <a16:creationId xmlns:a16="http://schemas.microsoft.com/office/drawing/2014/main" id="{CB091348-843B-486F-70BC-C7DC4BA33A71}"/>
              </a:ext>
            </a:extLst>
          </p:cNvPr>
          <p:cNvPicPr>
            <a:picLocks noGrp="1" noChangeAspect="1"/>
          </p:cNvPicPr>
          <p:nvPr>
            <p:ph type="pic" sz="quarter" idx="10"/>
          </p:nvPr>
        </p:nvPicPr>
        <p:blipFill>
          <a:blip r:embed="rId2"/>
          <a:srcRect l="16020" r="16020"/>
          <a:stretch/>
        </p:blipFill>
        <p:spPr>
          <a:xfrm flipH="1">
            <a:off x="1000125" y="1554446"/>
            <a:ext cx="3230562" cy="3574240"/>
          </a:xfrm>
          <a:prstGeom prst="rect">
            <a:avLst/>
          </a:prstGeom>
          <a:noFill/>
        </p:spPr>
      </p:pic>
    </p:spTree>
    <p:extLst>
      <p:ext uri="{BB962C8B-B14F-4D97-AF65-F5344CB8AC3E}">
        <p14:creationId xmlns:p14="http://schemas.microsoft.com/office/powerpoint/2010/main" val="31660842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607F69-41ED-30F5-166A-551B5D0C7F81}"/>
              </a:ext>
            </a:extLst>
          </p:cNvPr>
          <p:cNvSpPr>
            <a:spLocks noGrp="1"/>
          </p:cNvSpPr>
          <p:nvPr>
            <p:ph type="title"/>
          </p:nvPr>
        </p:nvSpPr>
        <p:spPr>
          <a:xfrm>
            <a:off x="1310298" y="932276"/>
            <a:ext cx="7035194" cy="1132258"/>
          </a:xfrm>
        </p:spPr>
        <p:txBody>
          <a:bodyPr vert="horz" lIns="0" tIns="0" rIns="0" bIns="0" rtlCol="0" anchor="t">
            <a:noAutofit/>
          </a:bodyPr>
          <a:lstStyle/>
          <a:p>
            <a:pPr algn="l"/>
            <a:r>
              <a:rPr lang="en-US" sz="4000" dirty="0">
                <a:latin typeface="Book Antiqua"/>
                <a:ea typeface="+mj-lt"/>
                <a:cs typeface="+mj-lt"/>
              </a:rPr>
              <a:t>OBJECTIVE</a:t>
            </a:r>
          </a:p>
        </p:txBody>
      </p:sp>
      <p:sp>
        <p:nvSpPr>
          <p:cNvPr id="13" name="Text Placeholder 12">
            <a:extLst>
              <a:ext uri="{FF2B5EF4-FFF2-40B4-BE49-F238E27FC236}">
                <a16:creationId xmlns:a16="http://schemas.microsoft.com/office/drawing/2014/main" id="{8F99EFA3-031E-E36A-8AD1-8C56185D1B2F}"/>
              </a:ext>
            </a:extLst>
          </p:cNvPr>
          <p:cNvSpPr>
            <a:spLocks noGrp="1"/>
          </p:cNvSpPr>
          <p:nvPr>
            <p:ph type="body" sz="quarter" idx="33"/>
          </p:nvPr>
        </p:nvSpPr>
        <p:spPr>
          <a:xfrm>
            <a:off x="1304656" y="3025945"/>
            <a:ext cx="4143520" cy="800335"/>
          </a:xfrm>
        </p:spPr>
        <p:txBody>
          <a:bodyPr vert="horz" lIns="0" tIns="0" rIns="0" bIns="0" rtlCol="0" anchor="t">
            <a:noAutofit/>
          </a:bodyPr>
          <a:lstStyle/>
          <a:p>
            <a:r>
              <a:rPr lang="en-US" sz="2400" b="1" dirty="0">
                <a:latin typeface="Book Antiqua"/>
                <a:ea typeface="Batang"/>
                <a:cs typeface="Angsana New"/>
              </a:rPr>
              <a:t>OVERVIEW STEPS</a:t>
            </a:r>
            <a:endParaRPr lang="en-US">
              <a:ea typeface="Segoe UI Black"/>
            </a:endParaRPr>
          </a:p>
        </p:txBody>
      </p:sp>
      <p:sp>
        <p:nvSpPr>
          <p:cNvPr id="14" name="Content Placeholder 13">
            <a:extLst>
              <a:ext uri="{FF2B5EF4-FFF2-40B4-BE49-F238E27FC236}">
                <a16:creationId xmlns:a16="http://schemas.microsoft.com/office/drawing/2014/main" id="{C2D00FDD-9F14-449E-3CD7-6B5341C37C94}"/>
              </a:ext>
            </a:extLst>
          </p:cNvPr>
          <p:cNvSpPr>
            <a:spLocks noGrp="1"/>
          </p:cNvSpPr>
          <p:nvPr>
            <p:ph idx="22"/>
          </p:nvPr>
        </p:nvSpPr>
        <p:spPr>
          <a:xfrm>
            <a:off x="1111448" y="3654546"/>
            <a:ext cx="10034532" cy="2255961"/>
          </a:xfrm>
        </p:spPr>
        <p:txBody>
          <a:bodyPr vert="horz" lIns="0" tIns="0" rIns="0" bIns="0" rtlCol="0" anchor="t">
            <a:noAutofit/>
          </a:bodyPr>
          <a:lstStyle/>
          <a:p>
            <a:pPr marL="342900" indent="-342900">
              <a:buFont typeface="Wingdings" panose="020B0604020202020204" pitchFamily="34" charset="0"/>
              <a:buChar char="§"/>
            </a:pPr>
            <a:r>
              <a:rPr lang="en-US" sz="2000" noProof="1">
                <a:solidFill>
                  <a:schemeClr val="tx1"/>
                </a:solidFill>
                <a:latin typeface="Book Antiqua"/>
                <a:ea typeface="+mn-lt"/>
                <a:cs typeface="+mn-lt"/>
              </a:rPr>
              <a:t> Data Creation</a:t>
            </a:r>
            <a:endParaRPr lang="en-US" sz="2000" noProof="1">
              <a:solidFill>
                <a:schemeClr val="tx1"/>
              </a:solidFill>
              <a:latin typeface="Book Antiqua"/>
              <a:cs typeface="Arial"/>
            </a:endParaRPr>
          </a:p>
          <a:p>
            <a:pPr marL="342900" indent="-342900">
              <a:buFont typeface="Wingdings" panose="020B0604020202020204" pitchFamily="34" charset="0"/>
              <a:buChar char="§"/>
            </a:pPr>
            <a:r>
              <a:rPr lang="en-US" sz="2000" noProof="1">
                <a:solidFill>
                  <a:schemeClr val="tx1"/>
                </a:solidFill>
                <a:latin typeface="Book Antiqua"/>
                <a:ea typeface="+mn-lt"/>
                <a:cs typeface="+mn-lt"/>
              </a:rPr>
              <a:t> Data Preprocessing</a:t>
            </a:r>
            <a:endParaRPr lang="en-US" sz="2000" dirty="0">
              <a:solidFill>
                <a:schemeClr val="tx1"/>
              </a:solidFill>
              <a:latin typeface="Book Antiqua"/>
              <a:cs typeface="Arial"/>
            </a:endParaRPr>
          </a:p>
          <a:p>
            <a:pPr marL="342900" indent="-342900">
              <a:buFont typeface="Wingdings" panose="020B0604020202020204" pitchFamily="34" charset="0"/>
              <a:buChar char="§"/>
            </a:pPr>
            <a:r>
              <a:rPr lang="en-US" sz="2000" noProof="1">
                <a:solidFill>
                  <a:schemeClr val="tx1"/>
                </a:solidFill>
                <a:latin typeface="Book Antiqua"/>
                <a:ea typeface="+mn-lt"/>
                <a:cs typeface="+mn-lt"/>
              </a:rPr>
              <a:t> Data Visualization</a:t>
            </a:r>
            <a:endParaRPr lang="en-US" sz="2000" dirty="0">
              <a:solidFill>
                <a:schemeClr val="tx1"/>
              </a:solidFill>
              <a:latin typeface="Book Antiqua"/>
              <a:cs typeface="Arial"/>
            </a:endParaRPr>
          </a:p>
          <a:p>
            <a:pPr marL="342900" indent="-342900">
              <a:buFont typeface="Wingdings" panose="020B0604020202020204" pitchFamily="34" charset="0"/>
              <a:buChar char="§"/>
            </a:pPr>
            <a:r>
              <a:rPr lang="en-US" sz="2000" noProof="1">
                <a:solidFill>
                  <a:schemeClr val="tx1"/>
                </a:solidFill>
                <a:latin typeface="Book Antiqua"/>
                <a:ea typeface="+mn-lt"/>
                <a:cs typeface="+mn-lt"/>
              </a:rPr>
              <a:t> Train different machine learning models</a:t>
            </a:r>
            <a:endParaRPr lang="en-US" sz="2000" dirty="0">
              <a:solidFill>
                <a:schemeClr val="tx1"/>
              </a:solidFill>
              <a:latin typeface="Book Antiqua"/>
              <a:cs typeface="Arial"/>
            </a:endParaRPr>
          </a:p>
          <a:p>
            <a:pPr marL="342900" indent="-342900">
              <a:buFont typeface="Wingdings" panose="020B0604020202020204" pitchFamily="34" charset="0"/>
              <a:buChar char="§"/>
            </a:pPr>
            <a:r>
              <a:rPr lang="en-US" sz="2000" noProof="1">
                <a:solidFill>
                  <a:schemeClr val="tx1"/>
                </a:solidFill>
                <a:latin typeface="Book Antiqua"/>
                <a:ea typeface="+mn-lt"/>
                <a:cs typeface="+mn-lt"/>
              </a:rPr>
              <a:t> Choose the best performing model based on best score</a:t>
            </a:r>
            <a:endParaRPr lang="en-US" sz="2000" dirty="0">
              <a:solidFill>
                <a:schemeClr val="tx1"/>
              </a:solidFill>
              <a:latin typeface="Book Antiqua"/>
              <a:cs typeface="Arial"/>
            </a:endParaRPr>
          </a:p>
          <a:p>
            <a:pPr marL="285750" indent="-285750">
              <a:buFont typeface="Wingdings" panose="020B0604020202020204" pitchFamily="34" charset="0"/>
              <a:buChar char="§"/>
            </a:pPr>
            <a:endParaRPr lang="en-US" altLang="zh-CN" noProof="1">
              <a:solidFill>
                <a:schemeClr val="tx1"/>
              </a:solidFill>
              <a:cs typeface="Arial"/>
            </a:endParaRPr>
          </a:p>
        </p:txBody>
      </p:sp>
      <p:sp>
        <p:nvSpPr>
          <p:cNvPr id="34" name="Text Placeholder 33">
            <a:extLst>
              <a:ext uri="{FF2B5EF4-FFF2-40B4-BE49-F238E27FC236}">
                <a16:creationId xmlns:a16="http://schemas.microsoft.com/office/drawing/2014/main" id="{DE10D5BC-9412-8EF8-6A71-7964D3E4FA1C}"/>
              </a:ext>
            </a:extLst>
          </p:cNvPr>
          <p:cNvSpPr>
            <a:spLocks noGrp="1"/>
          </p:cNvSpPr>
          <p:nvPr>
            <p:ph type="body" sz="quarter" idx="32"/>
          </p:nvPr>
        </p:nvSpPr>
        <p:spPr>
          <a:xfrm>
            <a:off x="1110591" y="1710803"/>
            <a:ext cx="11043400" cy="1115534"/>
          </a:xfrm>
        </p:spPr>
        <p:txBody>
          <a:bodyPr vert="horz" lIns="0" tIns="0" rIns="0" bIns="0" rtlCol="0" anchor="t">
            <a:noAutofit/>
          </a:bodyPr>
          <a:lstStyle/>
          <a:p>
            <a:pPr marL="457200" indent="-457200">
              <a:buFont typeface="Wingdings" panose="020B0604020202020204" pitchFamily="34" charset="0"/>
              <a:buChar char="§"/>
            </a:pPr>
            <a:r>
              <a:rPr lang="en-US" sz="2000" dirty="0">
                <a:latin typeface="Book Antiqua"/>
                <a:ea typeface="Batang"/>
                <a:cs typeface="Arial"/>
              </a:rPr>
              <a:t>To analyze employee data and understand the main reasons behind employee attrition. The project aims to build a machine learning model to predict whether an employee will leave the company and help HR improve retention.</a:t>
            </a:r>
            <a:endParaRPr lang="en-US">
              <a:latin typeface="Book Antiqua"/>
              <a:ea typeface="Segoe UI Black"/>
            </a:endParaRPr>
          </a:p>
        </p:txBody>
      </p:sp>
    </p:spTree>
    <p:extLst>
      <p:ext uri="{BB962C8B-B14F-4D97-AF65-F5344CB8AC3E}">
        <p14:creationId xmlns:p14="http://schemas.microsoft.com/office/powerpoint/2010/main" val="36565766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7DBF8C-DE05-CDCC-8A93-E9CF8DD166AD}"/>
              </a:ext>
            </a:extLst>
          </p:cNvPr>
          <p:cNvSpPr>
            <a:spLocks noGrp="1"/>
          </p:cNvSpPr>
          <p:nvPr>
            <p:ph type="title"/>
          </p:nvPr>
        </p:nvSpPr>
        <p:spPr>
          <a:xfrm>
            <a:off x="1313395" y="886783"/>
            <a:ext cx="9386350" cy="1132258"/>
          </a:xfrm>
        </p:spPr>
        <p:txBody>
          <a:bodyPr/>
          <a:lstStyle/>
          <a:p>
            <a:pPr algn="l"/>
            <a:r>
              <a:rPr lang="en-US" sz="4000" dirty="0">
                <a:latin typeface="Book Antiqua"/>
                <a:ea typeface="+mj-lt"/>
                <a:cs typeface="+mj-lt"/>
              </a:rPr>
              <a:t>Dataset Overview</a:t>
            </a:r>
            <a:endParaRPr lang="en-US" sz="4000">
              <a:latin typeface="Book Antiqua"/>
            </a:endParaRPr>
          </a:p>
        </p:txBody>
      </p:sp>
      <p:sp>
        <p:nvSpPr>
          <p:cNvPr id="3" name="Content Placeholder 2">
            <a:extLst>
              <a:ext uri="{FF2B5EF4-FFF2-40B4-BE49-F238E27FC236}">
                <a16:creationId xmlns:a16="http://schemas.microsoft.com/office/drawing/2014/main" id="{2F369B94-B996-1CE7-AD33-7FA0009972C6}"/>
              </a:ext>
            </a:extLst>
          </p:cNvPr>
          <p:cNvSpPr>
            <a:spLocks noGrp="1"/>
          </p:cNvSpPr>
          <p:nvPr>
            <p:ph idx="1"/>
          </p:nvPr>
        </p:nvSpPr>
        <p:spPr>
          <a:xfrm>
            <a:off x="552118" y="2029725"/>
            <a:ext cx="11101241" cy="3573743"/>
          </a:xfrm>
        </p:spPr>
        <p:txBody>
          <a:bodyPr vert="horz" lIns="0" tIns="0" rIns="0" bIns="0" rtlCol="0" anchor="t">
            <a:noAutofit/>
          </a:bodyPr>
          <a:lstStyle/>
          <a:p>
            <a:pPr marL="342900" indent="-342900">
              <a:buFont typeface="Wingdings"/>
              <a:buChar char="§"/>
            </a:pPr>
            <a:r>
              <a:rPr lang="en-US" sz="2000" dirty="0">
                <a:latin typeface="Book Antiqua"/>
                <a:ea typeface="+mn-lt"/>
                <a:cs typeface="+mn-lt"/>
              </a:rPr>
              <a:t>The HR Employee Attrition dataset was selected from Kaggle.</a:t>
            </a:r>
            <a:endParaRPr lang="en-US" sz="2000">
              <a:latin typeface="Book Antiqua"/>
            </a:endParaRPr>
          </a:p>
          <a:p>
            <a:pPr marL="342900" indent="-342900">
              <a:buFont typeface="Wingdings"/>
              <a:buChar char="§"/>
            </a:pPr>
            <a:r>
              <a:rPr lang="en-US" sz="2000" dirty="0">
                <a:latin typeface="Book Antiqua"/>
                <a:ea typeface="+mn-lt"/>
                <a:cs typeface="+mn-lt"/>
              </a:rPr>
              <a:t>Additional rows were generated  by Chat GPT to expand the dataset for better analysis.</a:t>
            </a:r>
            <a:endParaRPr lang="en-US" sz="2000" dirty="0">
              <a:latin typeface="Book Antiqua"/>
            </a:endParaRPr>
          </a:p>
          <a:p>
            <a:pPr marL="342900" indent="-342900">
              <a:buFont typeface="Wingdings"/>
              <a:buChar char="§"/>
            </a:pPr>
            <a:r>
              <a:rPr lang="en-US" sz="2000" dirty="0">
                <a:latin typeface="Book Antiqua"/>
                <a:ea typeface="+mn-lt"/>
                <a:cs typeface="+mn-lt"/>
              </a:rPr>
              <a:t>The dataset contains employee details such as age, job role, salary, overtime, job satisfaction, and years at company.</a:t>
            </a:r>
            <a:endParaRPr lang="en-US" sz="2000">
              <a:latin typeface="Book Antiqua"/>
            </a:endParaRPr>
          </a:p>
          <a:p>
            <a:pPr marL="342900" indent="-342900">
              <a:buFont typeface="Wingdings"/>
              <a:buChar char="§"/>
            </a:pPr>
            <a:r>
              <a:rPr lang="en-US" sz="2000" dirty="0">
                <a:latin typeface="Book Antiqua"/>
                <a:ea typeface="+mn-lt"/>
                <a:cs typeface="+mn-lt"/>
              </a:rPr>
              <a:t>The target variable is </a:t>
            </a:r>
            <a:r>
              <a:rPr lang="en-US" sz="2000" b="1" dirty="0">
                <a:latin typeface="Book Antiqua"/>
                <a:ea typeface="+mn-lt"/>
                <a:cs typeface="+mn-lt"/>
              </a:rPr>
              <a:t>Attrition (Yes/No)</a:t>
            </a:r>
            <a:r>
              <a:rPr lang="en-US" sz="2000" dirty="0">
                <a:latin typeface="Book Antiqua"/>
                <a:ea typeface="+mn-lt"/>
                <a:cs typeface="+mn-lt"/>
              </a:rPr>
              <a:t>.</a:t>
            </a:r>
            <a:endParaRPr lang="en-US" sz="2000">
              <a:latin typeface="Book Antiqua"/>
            </a:endParaRPr>
          </a:p>
          <a:p>
            <a:pPr marL="342900" indent="-342900">
              <a:buFont typeface="Wingdings"/>
              <a:buChar char="§"/>
            </a:pPr>
            <a:r>
              <a:rPr lang="en-US" sz="2000" dirty="0">
                <a:latin typeface="Book Antiqua"/>
                <a:ea typeface="+mn-lt"/>
                <a:cs typeface="+mn-lt"/>
              </a:rPr>
              <a:t>The dataset was imported into Python using pandas.</a:t>
            </a:r>
            <a:endParaRPr lang="en-US" sz="2000">
              <a:latin typeface="Book Antiqua"/>
            </a:endParaRPr>
          </a:p>
          <a:p>
            <a:pPr marL="342900" indent="-342900">
              <a:buFont typeface="Wingdings"/>
              <a:buChar char="§"/>
            </a:pPr>
            <a:r>
              <a:rPr lang="en-US" sz="2000" dirty="0">
                <a:latin typeface="Book Antiqua"/>
                <a:ea typeface="+mn-lt"/>
                <a:cs typeface="+mn-lt"/>
              </a:rPr>
              <a:t>It was structured as a dataframe and used for preprocessing, model training, and evaluation.</a:t>
            </a:r>
            <a:endParaRPr lang="en-US" sz="2000">
              <a:latin typeface="Book Antiqua"/>
            </a:endParaRPr>
          </a:p>
          <a:p>
            <a:pPr marL="342900" indent="-342900">
              <a:buFont typeface="Wingdings" panose="020B0604020202020204" pitchFamily="34" charset="0"/>
              <a:buChar char="§"/>
            </a:pPr>
            <a:endParaRPr lang="en-US" sz="2000" dirty="0">
              <a:latin typeface="Book Antiqua"/>
              <a:cs typeface="Arial"/>
            </a:endParaRPr>
          </a:p>
          <a:p>
            <a:pPr marL="285750" indent="-285750">
              <a:buFont typeface="Wingdings" panose="020B0604020202020204" pitchFamily="34" charset="0"/>
              <a:buChar char="§"/>
            </a:pPr>
            <a:endParaRPr lang="en-GB">
              <a:cs typeface="Arial"/>
            </a:endParaRPr>
          </a:p>
        </p:txBody>
      </p:sp>
    </p:spTree>
    <p:extLst>
      <p:ext uri="{BB962C8B-B14F-4D97-AF65-F5344CB8AC3E}">
        <p14:creationId xmlns:p14="http://schemas.microsoft.com/office/powerpoint/2010/main" val="22823971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F4ACD4C9-1C3C-B1EE-80F1-6FF10A71E494}"/>
              </a:ext>
            </a:extLst>
          </p:cNvPr>
          <p:cNvSpPr>
            <a:spLocks noGrp="1"/>
          </p:cNvSpPr>
          <p:nvPr>
            <p:ph type="body" sz="quarter" idx="39"/>
          </p:nvPr>
        </p:nvSpPr>
        <p:spPr>
          <a:xfrm>
            <a:off x="1372424" y="1117906"/>
            <a:ext cx="2692817" cy="1031467"/>
          </a:xfrm>
        </p:spPr>
        <p:txBody>
          <a:bodyPr/>
          <a:lstStyle/>
          <a:p>
            <a:pPr algn="l"/>
            <a:r>
              <a:rPr lang="en-US" sz="2400" b="1" dirty="0">
                <a:latin typeface="Book Antiqua"/>
                <a:ea typeface="+mj-lt"/>
                <a:cs typeface="+mj-lt"/>
              </a:rPr>
              <a:t>Independent Variables</a:t>
            </a:r>
            <a:br>
              <a:rPr lang="en-US" sz="2400" b="1" dirty="0">
                <a:latin typeface="Book Antiqua"/>
                <a:ea typeface="+mj-lt"/>
                <a:cs typeface="+mj-lt"/>
              </a:rPr>
            </a:br>
            <a:r>
              <a:rPr lang="en-US" sz="2400" b="1" dirty="0">
                <a:ea typeface="+mj-lt"/>
                <a:cs typeface="+mj-lt"/>
              </a:rPr>
              <a:t> </a:t>
            </a:r>
            <a:endParaRPr lang="en-US"/>
          </a:p>
          <a:p>
            <a:endParaRPr lang="en-US" sz="2400" dirty="0">
              <a:latin typeface="Book Antiqua"/>
              <a:ea typeface="Segoe UI Black"/>
            </a:endParaRPr>
          </a:p>
        </p:txBody>
      </p:sp>
      <p:sp>
        <p:nvSpPr>
          <p:cNvPr id="7" name="Text Placeholder 6">
            <a:extLst>
              <a:ext uri="{FF2B5EF4-FFF2-40B4-BE49-F238E27FC236}">
                <a16:creationId xmlns:a16="http://schemas.microsoft.com/office/drawing/2014/main" id="{66F5DAC4-DD52-DCB0-027D-890769EDB612}"/>
              </a:ext>
            </a:extLst>
          </p:cNvPr>
          <p:cNvSpPr>
            <a:spLocks noGrp="1"/>
          </p:cNvSpPr>
          <p:nvPr>
            <p:ph type="body" sz="quarter" idx="40"/>
          </p:nvPr>
        </p:nvSpPr>
        <p:spPr>
          <a:xfrm>
            <a:off x="1372423" y="1642852"/>
            <a:ext cx="3466912" cy="5088751"/>
          </a:xfrm>
        </p:spPr>
        <p:txBody>
          <a:bodyPr vert="horz" lIns="0" tIns="0" rIns="0" bIns="0" rtlCol="0" anchor="t">
            <a:noAutofit/>
          </a:bodyPr>
          <a:lstStyle/>
          <a:p>
            <a:pPr marL="342900" indent="-342900" algn="l">
              <a:buFont typeface="Wingdings" panose="020B0604020202020204" pitchFamily="34" charset="0"/>
              <a:buChar char="§"/>
            </a:pPr>
            <a:r>
              <a:rPr lang="en-US" sz="2000" dirty="0">
                <a:highlight>
                  <a:srgbClr val="FFFFFF"/>
                </a:highlight>
                <a:latin typeface="Book Antiqua"/>
              </a:rPr>
              <a:t>Age </a:t>
            </a:r>
            <a:endParaRPr lang="en-US" sz="2000" dirty="0">
              <a:latin typeface="Book Antiqua"/>
            </a:endParaRPr>
          </a:p>
          <a:p>
            <a:pPr marL="342900" indent="-342900" algn="l">
              <a:buFont typeface="Wingdings" panose="020B0604020202020204" pitchFamily="34" charset="0"/>
              <a:buChar char="§"/>
            </a:pPr>
            <a:r>
              <a:rPr lang="en-US" sz="2000" err="1">
                <a:highlight>
                  <a:srgbClr val="FFFFFF"/>
                </a:highlight>
                <a:latin typeface="Book Antiqua"/>
              </a:rPr>
              <a:t>DistanceFromHome</a:t>
            </a:r>
            <a:endParaRPr lang="en-US" err="1">
              <a:cs typeface="Arial"/>
            </a:endParaRPr>
          </a:p>
          <a:p>
            <a:pPr marL="342900" indent="-342900" algn="l">
              <a:buFont typeface="Wingdings" panose="020B0604020202020204" pitchFamily="34" charset="0"/>
              <a:buChar char="§"/>
            </a:pPr>
            <a:r>
              <a:rPr lang="en-US" sz="2000" dirty="0">
                <a:highlight>
                  <a:srgbClr val="FFFFFF"/>
                </a:highlight>
                <a:latin typeface="Book Antiqua"/>
              </a:rPr>
              <a:t> </a:t>
            </a:r>
            <a:r>
              <a:rPr lang="en-US" sz="2000" err="1">
                <a:highlight>
                  <a:srgbClr val="FFFFFF"/>
                </a:highlight>
                <a:latin typeface="Book Antiqua"/>
              </a:rPr>
              <a:t>EnvironmentSatisfaction</a:t>
            </a:r>
            <a:endParaRPr lang="en-US" sz="2000">
              <a:highlight>
                <a:srgbClr val="FFFFFF"/>
              </a:highlight>
              <a:latin typeface="Book Antiqua"/>
            </a:endParaRPr>
          </a:p>
          <a:p>
            <a:pPr marL="342900" indent="-342900" algn="l">
              <a:buFont typeface="Wingdings" panose="020B0604020202020204" pitchFamily="34" charset="0"/>
              <a:buChar char="§"/>
            </a:pPr>
            <a:r>
              <a:rPr lang="en-US" sz="2000" err="1">
                <a:highlight>
                  <a:srgbClr val="FFFFFF"/>
                </a:highlight>
                <a:latin typeface="Book Antiqua"/>
              </a:rPr>
              <a:t>JobLevel</a:t>
            </a:r>
            <a:endParaRPr lang="en-US" sz="2000" err="1">
              <a:latin typeface="Book Antiqua"/>
            </a:endParaRPr>
          </a:p>
          <a:p>
            <a:pPr marL="342900" indent="-342900" algn="l">
              <a:buFont typeface="Wingdings" panose="020B0604020202020204" pitchFamily="34" charset="0"/>
              <a:buChar char="§"/>
            </a:pPr>
            <a:r>
              <a:rPr lang="en-US" sz="2000" err="1">
                <a:highlight>
                  <a:srgbClr val="FFFFFF"/>
                </a:highlight>
                <a:latin typeface="Book Antiqua"/>
              </a:rPr>
              <a:t>JobRole</a:t>
            </a:r>
            <a:endParaRPr lang="en-US" sz="2000" err="1">
              <a:latin typeface="Book Antiqua"/>
            </a:endParaRPr>
          </a:p>
          <a:p>
            <a:pPr marL="342900" indent="-342900" algn="l">
              <a:buFont typeface="Wingdings" panose="020B0604020202020204" pitchFamily="34" charset="0"/>
              <a:buChar char="§"/>
            </a:pPr>
            <a:r>
              <a:rPr lang="en-US" sz="2000" err="1">
                <a:highlight>
                  <a:srgbClr val="FFFFFF"/>
                </a:highlight>
                <a:latin typeface="Book Antiqua"/>
              </a:rPr>
              <a:t>JobSatisfaction</a:t>
            </a:r>
            <a:endParaRPr lang="en-US" sz="2000">
              <a:highlight>
                <a:srgbClr val="FFFFFF"/>
              </a:highlight>
              <a:latin typeface="Book Antiqua"/>
            </a:endParaRPr>
          </a:p>
          <a:p>
            <a:pPr marL="342900" indent="-342900" algn="l">
              <a:buFont typeface="Wingdings" panose="020B0604020202020204" pitchFamily="34" charset="0"/>
              <a:buChar char="§"/>
            </a:pPr>
            <a:r>
              <a:rPr lang="en-US" sz="2000" err="1">
                <a:highlight>
                  <a:srgbClr val="FFFFFF"/>
                </a:highlight>
                <a:latin typeface="Book Antiqua"/>
              </a:rPr>
              <a:t>MonthlyIncome</a:t>
            </a:r>
            <a:endParaRPr lang="en-US" sz="2000" err="1">
              <a:latin typeface="Book Antiqua"/>
            </a:endParaRPr>
          </a:p>
          <a:p>
            <a:pPr marL="342900" indent="-342900" algn="l">
              <a:buFont typeface="Wingdings" panose="020B0604020202020204" pitchFamily="34" charset="0"/>
              <a:buChar char="§"/>
            </a:pPr>
            <a:r>
              <a:rPr lang="en-US" sz="2000" dirty="0">
                <a:highlight>
                  <a:srgbClr val="FFFFFF"/>
                </a:highlight>
                <a:latin typeface="Book Antiqua"/>
              </a:rPr>
              <a:t> </a:t>
            </a:r>
            <a:r>
              <a:rPr lang="en-US" sz="2000" err="1">
                <a:highlight>
                  <a:srgbClr val="FFFFFF"/>
                </a:highlight>
                <a:latin typeface="Book Antiqua"/>
              </a:rPr>
              <a:t>OverTime</a:t>
            </a:r>
            <a:r>
              <a:rPr lang="en-US" sz="2000" dirty="0">
                <a:highlight>
                  <a:srgbClr val="FFFFFF"/>
                </a:highlight>
                <a:latin typeface="Book Antiqua"/>
              </a:rPr>
              <a:t>    </a:t>
            </a:r>
          </a:p>
          <a:p>
            <a:pPr marL="342900" indent="-342900" algn="l">
              <a:buFont typeface="Wingdings" panose="020B0604020202020204" pitchFamily="34" charset="0"/>
              <a:buChar char="§"/>
            </a:pPr>
            <a:r>
              <a:rPr lang="en-US" sz="2000" err="1">
                <a:highlight>
                  <a:srgbClr val="FFFFFF"/>
                </a:highlight>
                <a:latin typeface="Book Antiqua"/>
              </a:rPr>
              <a:t>WorkLifeBalance</a:t>
            </a:r>
            <a:endParaRPr lang="en-US" sz="2000">
              <a:highlight>
                <a:srgbClr val="FFFFFF"/>
              </a:highlight>
              <a:latin typeface="Book Antiqua"/>
            </a:endParaRPr>
          </a:p>
          <a:p>
            <a:pPr marL="342900" indent="-342900" algn="l">
              <a:buFont typeface="Wingdings" panose="020B0604020202020204" pitchFamily="34" charset="0"/>
              <a:buChar char="§"/>
            </a:pPr>
            <a:r>
              <a:rPr lang="en-US" sz="2000" err="1">
                <a:highlight>
                  <a:srgbClr val="FFFFFF"/>
                </a:highlight>
                <a:latin typeface="Book Antiqua"/>
              </a:rPr>
              <a:t>YearsAtCompany</a:t>
            </a:r>
            <a:endParaRPr lang="en-US" sz="2000">
              <a:highlight>
                <a:srgbClr val="FFFFFF"/>
              </a:highlight>
              <a:latin typeface="Book Antiqua"/>
            </a:endParaRPr>
          </a:p>
          <a:p>
            <a:pPr marL="342900" indent="-342900" algn="l">
              <a:buFont typeface="Wingdings" panose="020B0604020202020204" pitchFamily="34" charset="0"/>
              <a:buChar char="§"/>
            </a:pPr>
            <a:r>
              <a:rPr lang="en-US" sz="2000" err="1">
                <a:highlight>
                  <a:srgbClr val="FFFFFF"/>
                </a:highlight>
                <a:latin typeface="Book Antiqua"/>
              </a:rPr>
              <a:t>YearsInCurrentRole</a:t>
            </a:r>
            <a:endParaRPr lang="en-US" sz="2000">
              <a:highlight>
                <a:srgbClr val="FFFFFF"/>
              </a:highlight>
              <a:latin typeface="Book Antiqua"/>
            </a:endParaRPr>
          </a:p>
          <a:p>
            <a:pPr marL="342900" indent="-342900" algn="l">
              <a:buFont typeface="Wingdings" panose="020B0604020202020204" pitchFamily="34" charset="0"/>
              <a:buChar char="§"/>
            </a:pPr>
            <a:r>
              <a:rPr lang="en-US" sz="2000" err="1">
                <a:highlight>
                  <a:srgbClr val="FFFFFF"/>
                </a:highlight>
                <a:latin typeface="Book Antiqua"/>
              </a:rPr>
              <a:t>YearsSinceLastPromotion</a:t>
            </a:r>
            <a:endParaRPr lang="en-US" sz="2000">
              <a:highlight>
                <a:srgbClr val="FFFFFF"/>
              </a:highlight>
              <a:latin typeface="Book Antiqua"/>
            </a:endParaRPr>
          </a:p>
          <a:p>
            <a:pPr marL="342900" indent="-342900" algn="l">
              <a:buFont typeface="Wingdings" panose="020B0604020202020204" pitchFamily="34" charset="0"/>
              <a:buChar char="§"/>
            </a:pPr>
            <a:r>
              <a:rPr lang="en-US" sz="2000" err="1">
                <a:highlight>
                  <a:srgbClr val="FFFFFF"/>
                </a:highlight>
                <a:latin typeface="Book Antiqua"/>
              </a:rPr>
              <a:t>YearsWithCurrManager</a:t>
            </a:r>
            <a:endParaRPr lang="en-US" sz="2000" err="1">
              <a:latin typeface="Book Antiqua"/>
            </a:endParaRPr>
          </a:p>
        </p:txBody>
      </p:sp>
      <p:sp>
        <p:nvSpPr>
          <p:cNvPr id="10" name="Text Placeholder 9">
            <a:extLst>
              <a:ext uri="{FF2B5EF4-FFF2-40B4-BE49-F238E27FC236}">
                <a16:creationId xmlns:a16="http://schemas.microsoft.com/office/drawing/2014/main" id="{A5B0A120-822A-44DD-517D-E4E610B43C16}"/>
              </a:ext>
            </a:extLst>
          </p:cNvPr>
          <p:cNvSpPr>
            <a:spLocks noGrp="1"/>
          </p:cNvSpPr>
          <p:nvPr>
            <p:ph type="body" sz="quarter" idx="43"/>
          </p:nvPr>
        </p:nvSpPr>
        <p:spPr>
          <a:xfrm>
            <a:off x="7622626" y="791334"/>
            <a:ext cx="2692817" cy="644419"/>
          </a:xfrm>
        </p:spPr>
        <p:txBody>
          <a:bodyPr/>
          <a:lstStyle/>
          <a:p>
            <a:pPr algn="l"/>
            <a:r>
              <a:rPr lang="en-US" sz="2400" b="1" dirty="0">
                <a:latin typeface="Book Antiqua"/>
              </a:rPr>
              <a:t>Dependent Variable</a:t>
            </a:r>
            <a:endParaRPr lang="en-US">
              <a:latin typeface="Book Antiqua"/>
            </a:endParaRPr>
          </a:p>
        </p:txBody>
      </p:sp>
      <p:sp>
        <p:nvSpPr>
          <p:cNvPr id="11" name="Text Placeholder 10">
            <a:extLst>
              <a:ext uri="{FF2B5EF4-FFF2-40B4-BE49-F238E27FC236}">
                <a16:creationId xmlns:a16="http://schemas.microsoft.com/office/drawing/2014/main" id="{509F59E8-F2FE-8FB7-B08C-635E43426FD1}"/>
              </a:ext>
            </a:extLst>
          </p:cNvPr>
          <p:cNvSpPr>
            <a:spLocks noGrp="1"/>
          </p:cNvSpPr>
          <p:nvPr>
            <p:ph type="body" sz="quarter" idx="44"/>
          </p:nvPr>
        </p:nvSpPr>
        <p:spPr>
          <a:xfrm>
            <a:off x="7586340" y="1654947"/>
            <a:ext cx="3079864" cy="940085"/>
          </a:xfrm>
        </p:spPr>
        <p:txBody>
          <a:bodyPr vert="horz" lIns="0" tIns="0" rIns="0" bIns="0" rtlCol="0" anchor="t">
            <a:noAutofit/>
          </a:bodyPr>
          <a:lstStyle/>
          <a:p>
            <a:pPr marL="342900" indent="-342900" algn="l">
              <a:buFont typeface="Wingdings"/>
              <a:buChar char="§"/>
            </a:pPr>
            <a:r>
              <a:rPr lang="en-US" sz="2000" dirty="0">
                <a:highlight>
                  <a:srgbClr val="FFFFFF"/>
                </a:highlight>
                <a:latin typeface="Book Antiqua"/>
                <a:cs typeface="Arial"/>
              </a:rPr>
              <a:t>Attrition</a:t>
            </a:r>
            <a:endParaRPr lang="en-US" sz="2000" dirty="0">
              <a:latin typeface="Book Antiqua"/>
              <a:cs typeface="Arial"/>
            </a:endParaRPr>
          </a:p>
          <a:p>
            <a:pPr marL="285750" indent="-285750" algn="l">
              <a:buFont typeface="Wingdings" panose="020B0604020202020204" pitchFamily="34" charset="0"/>
              <a:buChar char="§"/>
            </a:pPr>
            <a:endParaRPr lang="en-US" dirty="0">
              <a:cs typeface="Arial"/>
            </a:endParaRPr>
          </a:p>
        </p:txBody>
      </p:sp>
    </p:spTree>
    <p:extLst>
      <p:ext uri="{BB962C8B-B14F-4D97-AF65-F5344CB8AC3E}">
        <p14:creationId xmlns:p14="http://schemas.microsoft.com/office/powerpoint/2010/main" val="34809262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635989-D16D-49E3-0B23-EF6D950B53E1}"/>
              </a:ext>
            </a:extLst>
          </p:cNvPr>
          <p:cNvSpPr>
            <a:spLocks noGrp="1"/>
          </p:cNvSpPr>
          <p:nvPr>
            <p:ph type="title"/>
          </p:nvPr>
        </p:nvSpPr>
        <p:spPr>
          <a:xfrm>
            <a:off x="1071490" y="886783"/>
            <a:ext cx="9628255" cy="563783"/>
          </a:xfrm>
        </p:spPr>
        <p:txBody>
          <a:bodyPr/>
          <a:lstStyle/>
          <a:p>
            <a:pPr algn="l"/>
            <a:r>
              <a:rPr lang="en-US" sz="4000" dirty="0">
                <a:latin typeface="Book Antiqua"/>
                <a:ea typeface="Segoe UI Black"/>
              </a:rPr>
              <a:t>UNDERSTANDING THE PROBLEM</a:t>
            </a:r>
            <a:endParaRPr lang="en-US" sz="4000" b="0" dirty="0">
              <a:solidFill>
                <a:srgbClr val="000000"/>
              </a:solidFill>
              <a:latin typeface="Book Antiqua"/>
              <a:ea typeface="Segoe UI Black"/>
            </a:endParaRPr>
          </a:p>
          <a:p>
            <a:endParaRPr lang="en-US" dirty="0">
              <a:ea typeface="Segoe UI Black"/>
            </a:endParaRPr>
          </a:p>
        </p:txBody>
      </p:sp>
      <p:sp>
        <p:nvSpPr>
          <p:cNvPr id="3" name="Content Placeholder 2">
            <a:extLst>
              <a:ext uri="{FF2B5EF4-FFF2-40B4-BE49-F238E27FC236}">
                <a16:creationId xmlns:a16="http://schemas.microsoft.com/office/drawing/2014/main" id="{01CC583E-C6DE-280C-5CB1-CCFC8F4CD04E}"/>
              </a:ext>
            </a:extLst>
          </p:cNvPr>
          <p:cNvSpPr>
            <a:spLocks noGrp="1"/>
          </p:cNvSpPr>
          <p:nvPr>
            <p:ph idx="1"/>
          </p:nvPr>
        </p:nvSpPr>
        <p:spPr>
          <a:xfrm>
            <a:off x="882225" y="1452223"/>
            <a:ext cx="9623997" cy="4203238"/>
          </a:xfrm>
        </p:spPr>
        <p:txBody>
          <a:bodyPr vert="horz" lIns="0" tIns="0" rIns="0" bIns="0" rtlCol="0" anchor="t">
            <a:normAutofit fontScale="92500" lnSpcReduction="20000"/>
          </a:bodyPr>
          <a:lstStyle/>
          <a:p>
            <a:pPr marL="342900" indent="-342900">
              <a:buFont typeface="Wingdings" panose="020B0604020202020204" pitchFamily="34" charset="0"/>
              <a:buChar char="§"/>
            </a:pPr>
            <a:r>
              <a:rPr lang="en-US" sz="2400" b="1" dirty="0">
                <a:latin typeface="Book Antiqua"/>
                <a:cs typeface="Arial"/>
              </a:rPr>
              <a:t>PROBLEM SOLVING</a:t>
            </a:r>
            <a:endParaRPr lang="en-US">
              <a:cs typeface="Arial"/>
            </a:endParaRPr>
          </a:p>
          <a:p>
            <a:r>
              <a:rPr lang="en-US" sz="2000" dirty="0">
                <a:latin typeface="Book Antiqua"/>
                <a:ea typeface="+mn-lt"/>
                <a:cs typeface="+mn-lt"/>
              </a:rPr>
              <a:t>Employee attrition refers to employees leaving the organization voluntarily or involuntarily. High attrition can lead to loss of skilled employees, increased recruitment costs, and reduced productivity. Organizations often struggle to identify the exact reasons behind employee turnover. Therefore, there is a need to analyze employee data and predict attrition in advance.</a:t>
            </a:r>
            <a:endParaRPr lang="en-US" sz="2000" dirty="0">
              <a:latin typeface="Book Antiqua"/>
            </a:endParaRPr>
          </a:p>
          <a:p>
            <a:pPr marL="342900" indent="-342900">
              <a:buFont typeface="Wingdings" panose="020B0604020202020204" pitchFamily="34" charset="0"/>
              <a:buChar char="§"/>
            </a:pPr>
            <a:r>
              <a:rPr lang="en-US" sz="2400" b="1" dirty="0">
                <a:latin typeface="Book Antiqua"/>
                <a:cs typeface="Arial"/>
              </a:rPr>
              <a:t>IMPORTANCE</a:t>
            </a:r>
          </a:p>
          <a:p>
            <a:r>
              <a:rPr lang="en-US" sz="2000" dirty="0">
                <a:latin typeface="Book Antiqua"/>
                <a:ea typeface="+mn-lt"/>
                <a:cs typeface="+mn-lt"/>
              </a:rPr>
              <a:t>Understanding and predicting employee attrition helps organizations take preventive actions to retain valuable employees. It supports better workforce planning, reduces hiring and training costs, and improves overall organizational performance. A predictive model enables HR to make data-driven decisions and develop effective retention strategies.</a:t>
            </a:r>
            <a:endParaRPr lang="en-US" sz="2000" dirty="0">
              <a:latin typeface="Book Antiqua"/>
            </a:endParaRPr>
          </a:p>
          <a:p>
            <a:endParaRPr lang="en-US" sz="2000" b="1" dirty="0">
              <a:latin typeface="Book Antiqua"/>
              <a:cs typeface="Arial"/>
            </a:endParaRPr>
          </a:p>
          <a:p>
            <a:endParaRPr lang="en-US" sz="2000" dirty="0">
              <a:latin typeface="Book Antiqua"/>
              <a:cs typeface="Arial"/>
            </a:endParaRPr>
          </a:p>
          <a:p>
            <a:endParaRPr lang="en-US" sz="2000" dirty="0">
              <a:latin typeface="Book Antiqua"/>
              <a:cs typeface="Arial"/>
            </a:endParaRPr>
          </a:p>
          <a:p>
            <a:endParaRPr lang="en-US" sz="2400" b="1" dirty="0">
              <a:latin typeface="Book Antiqua"/>
              <a:cs typeface="Arial"/>
            </a:endParaRPr>
          </a:p>
          <a:p>
            <a:endParaRPr lang="en-US" altLang="zh-CN">
              <a:cs typeface="Arial"/>
            </a:endParaRPr>
          </a:p>
        </p:txBody>
      </p:sp>
    </p:spTree>
    <p:extLst>
      <p:ext uri="{BB962C8B-B14F-4D97-AF65-F5344CB8AC3E}">
        <p14:creationId xmlns:p14="http://schemas.microsoft.com/office/powerpoint/2010/main" val="39997751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C53A30A-4B1D-5E9A-F615-38DD081DC4F9}"/>
              </a:ext>
            </a:extLst>
          </p:cNvPr>
          <p:cNvSpPr>
            <a:spLocks noGrp="1"/>
          </p:cNvSpPr>
          <p:nvPr>
            <p:ph type="title"/>
          </p:nvPr>
        </p:nvSpPr>
        <p:spPr>
          <a:xfrm>
            <a:off x="490174" y="659883"/>
            <a:ext cx="6142931" cy="5862125"/>
          </a:xfrm>
        </p:spPr>
        <p:txBody>
          <a:bodyPr bIns="0"/>
          <a:lstStyle/>
          <a:p>
            <a:r>
              <a:rPr lang="en-US" sz="4000" dirty="0">
                <a:latin typeface="Book Antiqua"/>
              </a:rPr>
              <a:t>EXPLORATORY DATA ANALYSIS (EDA)</a:t>
            </a:r>
            <a:br>
              <a:rPr lang="en-US" sz="4000" dirty="0">
                <a:latin typeface="Book Antiqua"/>
              </a:rPr>
            </a:br>
            <a:endParaRPr lang="en-US" sz="4000" dirty="0">
              <a:latin typeface="Book Antiqua"/>
            </a:endParaRPr>
          </a:p>
          <a:p>
            <a:pPr marL="342900" indent="-342900">
              <a:buFont typeface="Wingdings"/>
              <a:buChar char="§"/>
            </a:pPr>
            <a:r>
              <a:rPr lang="en-US" sz="2000" b="0" dirty="0">
                <a:latin typeface="Book Antiqua"/>
                <a:ea typeface="+mj-lt"/>
                <a:cs typeface="+mj-lt"/>
              </a:rPr>
              <a:t>Used a </a:t>
            </a:r>
            <a:r>
              <a:rPr lang="en-US" sz="2000" dirty="0">
                <a:latin typeface="Book Antiqua"/>
                <a:ea typeface="+mj-lt"/>
                <a:cs typeface="+mj-lt"/>
              </a:rPr>
              <a:t>Heatmap</a:t>
            </a:r>
            <a:r>
              <a:rPr lang="en-US" sz="2000" b="0" dirty="0">
                <a:latin typeface="Book Antiqua"/>
                <a:ea typeface="+mj-lt"/>
                <a:cs typeface="+mj-lt"/>
              </a:rPr>
              <a:t> to understand the correlation between different features.</a:t>
            </a:r>
            <a:br>
              <a:rPr lang="en-US" sz="2000" b="0" dirty="0">
                <a:latin typeface="Book Antiqua"/>
                <a:ea typeface="+mj-lt"/>
                <a:cs typeface="+mj-lt"/>
              </a:rPr>
            </a:br>
            <a:endParaRPr lang="en-US" sz="2000">
              <a:latin typeface="Book Antiqua"/>
            </a:endParaRPr>
          </a:p>
          <a:p>
            <a:pPr marL="342900" indent="-342900">
              <a:buFont typeface="Wingdings"/>
              <a:buChar char="§"/>
            </a:pPr>
            <a:r>
              <a:rPr lang="en-US" sz="2000" b="0" dirty="0">
                <a:latin typeface="Book Antiqua"/>
                <a:ea typeface="+mj-lt"/>
                <a:cs typeface="+mj-lt"/>
              </a:rPr>
              <a:t>Used a </a:t>
            </a:r>
            <a:r>
              <a:rPr lang="en-US" sz="2000" dirty="0">
                <a:latin typeface="Book Antiqua"/>
                <a:ea typeface="+mj-lt"/>
                <a:cs typeface="+mj-lt"/>
              </a:rPr>
              <a:t>Pair Plot</a:t>
            </a:r>
            <a:r>
              <a:rPr lang="en-US" sz="2000" b="0" dirty="0">
                <a:latin typeface="Book Antiqua"/>
                <a:ea typeface="+mj-lt"/>
                <a:cs typeface="+mj-lt"/>
              </a:rPr>
              <a:t> to analyze relationships between numerical variables.</a:t>
            </a:r>
            <a:br>
              <a:rPr lang="en-US" sz="2000" b="0" dirty="0">
                <a:latin typeface="Book Antiqua"/>
                <a:ea typeface="+mj-lt"/>
                <a:cs typeface="+mj-lt"/>
              </a:rPr>
            </a:br>
            <a:endParaRPr lang="en-US" sz="2000">
              <a:latin typeface="Book Antiqua"/>
            </a:endParaRPr>
          </a:p>
          <a:p>
            <a:pPr marL="342900" indent="-342900">
              <a:buFont typeface="Wingdings"/>
              <a:buChar char="§"/>
            </a:pPr>
            <a:r>
              <a:rPr lang="en-US" sz="2000" b="0" dirty="0">
                <a:latin typeface="Book Antiqua"/>
                <a:ea typeface="+mj-lt"/>
                <a:cs typeface="+mj-lt"/>
              </a:rPr>
              <a:t>Used </a:t>
            </a:r>
            <a:r>
              <a:rPr lang="en-US" sz="2000" dirty="0">
                <a:latin typeface="Book Antiqua"/>
                <a:ea typeface="+mj-lt"/>
                <a:cs typeface="+mj-lt"/>
              </a:rPr>
              <a:t>Histograms</a:t>
            </a:r>
            <a:r>
              <a:rPr lang="en-US" sz="2000" b="0" dirty="0">
                <a:latin typeface="Book Antiqua"/>
                <a:ea typeface="+mj-lt"/>
                <a:cs typeface="+mj-lt"/>
              </a:rPr>
              <a:t> to observe the distribution of numerical variables.</a:t>
            </a:r>
            <a:br>
              <a:rPr lang="en-US" sz="2000" b="0" dirty="0">
                <a:latin typeface="Book Antiqua"/>
                <a:ea typeface="+mj-lt"/>
                <a:cs typeface="+mj-lt"/>
              </a:rPr>
            </a:br>
            <a:br>
              <a:rPr lang="en-US" sz="2000" b="0" dirty="0">
                <a:latin typeface="Book Antiqua"/>
                <a:ea typeface="+mj-lt"/>
                <a:cs typeface="+mj-lt"/>
              </a:rPr>
            </a:br>
            <a:endParaRPr lang="en-US" sz="2000">
              <a:latin typeface="Book Antiqua"/>
            </a:endParaRPr>
          </a:p>
          <a:p>
            <a:pPr marL="342900" indent="-342900">
              <a:buFont typeface="Wingdings"/>
              <a:buChar char="§"/>
            </a:pPr>
            <a:r>
              <a:rPr lang="en-US" sz="2000" b="0" dirty="0">
                <a:latin typeface="Book Antiqua"/>
                <a:ea typeface="+mj-lt"/>
                <a:cs typeface="+mj-lt"/>
              </a:rPr>
              <a:t>Used </a:t>
            </a:r>
            <a:r>
              <a:rPr lang="en-US" sz="2000" dirty="0">
                <a:latin typeface="Book Antiqua"/>
                <a:ea typeface="+mj-lt"/>
                <a:cs typeface="+mj-lt"/>
              </a:rPr>
              <a:t>Boxplots</a:t>
            </a:r>
            <a:r>
              <a:rPr lang="en-US" sz="2000" b="0" dirty="0">
                <a:latin typeface="Book Antiqua"/>
                <a:ea typeface="+mj-lt"/>
                <a:cs typeface="+mj-lt"/>
              </a:rPr>
              <a:t> to identify outliers and understand the spread of numerical data.</a:t>
            </a:r>
            <a:endParaRPr lang="en-US" sz="2000">
              <a:latin typeface="Book Antiqua"/>
            </a:endParaRPr>
          </a:p>
          <a:p>
            <a:pPr marL="342900" indent="-342900">
              <a:buFont typeface="Wingdings"/>
              <a:buChar char="§"/>
            </a:pPr>
            <a:endParaRPr lang="en-US" altLang="zh-CN" sz="2000" dirty="0">
              <a:latin typeface="Book Antiqua"/>
              <a:ea typeface="Segoe UI Black"/>
            </a:endParaRPr>
          </a:p>
        </p:txBody>
      </p:sp>
      <p:pic>
        <p:nvPicPr>
          <p:cNvPr id="7" name="Picture Placeholder 6" descr="AI-generated image of a woman wearing headphones at work">
            <a:extLst>
              <a:ext uri="{FF2B5EF4-FFF2-40B4-BE49-F238E27FC236}">
                <a16:creationId xmlns:a16="http://schemas.microsoft.com/office/drawing/2014/main" id="{89C32DD0-BD2F-6524-4667-DB5E224F949E}"/>
              </a:ext>
              <a:ext uri="{C183D7F6-B498-43B3-948B-1728B52AA6E4}">
                <adec:decorative xmlns:adec="http://schemas.microsoft.com/office/drawing/2017/decorative" val="0"/>
              </a:ext>
            </a:extLst>
          </p:cNvPr>
          <p:cNvPicPr>
            <a:picLocks noGrp="1" noChangeAspect="1"/>
          </p:cNvPicPr>
          <p:nvPr>
            <p:ph type="pic" sz="quarter" idx="10"/>
          </p:nvPr>
        </p:nvPicPr>
        <p:blipFill>
          <a:blip r:embed="rId2" cstate="screen">
            <a:extLst>
              <a:ext uri="{28A0092B-C50C-407E-A947-70E740481C1C}">
                <a14:useLocalDpi xmlns:a14="http://schemas.microsoft.com/office/drawing/2010/main"/>
              </a:ext>
            </a:extLst>
          </a:blip>
          <a:srcRect t="59" b="59"/>
          <a:stretch/>
        </p:blipFill>
        <p:spPr>
          <a:xfrm>
            <a:off x="7961313" y="1316038"/>
            <a:ext cx="3230562" cy="4541837"/>
          </a:xfrm>
        </p:spPr>
      </p:pic>
    </p:spTree>
    <p:extLst>
      <p:ext uri="{BB962C8B-B14F-4D97-AF65-F5344CB8AC3E}">
        <p14:creationId xmlns:p14="http://schemas.microsoft.com/office/powerpoint/2010/main" val="1293122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84E01A-2585-BE14-CDEA-C2C6982E90F1}"/>
              </a:ext>
            </a:extLst>
          </p:cNvPr>
          <p:cNvSpPr>
            <a:spLocks noGrp="1"/>
          </p:cNvSpPr>
          <p:nvPr>
            <p:ph type="title"/>
          </p:nvPr>
        </p:nvSpPr>
        <p:spPr>
          <a:xfrm>
            <a:off x="844000" y="886783"/>
            <a:ext cx="10504000" cy="1132258"/>
          </a:xfrm>
        </p:spPr>
        <p:txBody>
          <a:bodyPr/>
          <a:lstStyle/>
          <a:p>
            <a:r>
              <a:rPr lang="en-US" sz="4000" dirty="0">
                <a:latin typeface="Book Antiqua"/>
                <a:ea typeface="Segoe UI Black"/>
              </a:rPr>
              <a:t>DATA PREPROCESSING</a:t>
            </a:r>
            <a:endParaRPr lang="en-US">
              <a:ea typeface="Segoe UI Black"/>
            </a:endParaRPr>
          </a:p>
        </p:txBody>
      </p:sp>
      <p:sp>
        <p:nvSpPr>
          <p:cNvPr id="3" name="Text Placeholder 2">
            <a:extLst>
              <a:ext uri="{FF2B5EF4-FFF2-40B4-BE49-F238E27FC236}">
                <a16:creationId xmlns:a16="http://schemas.microsoft.com/office/drawing/2014/main" id="{CFDA5392-14D3-A360-92B3-D2552F9CE0A5}"/>
              </a:ext>
            </a:extLst>
          </p:cNvPr>
          <p:cNvSpPr>
            <a:spLocks noGrp="1"/>
          </p:cNvSpPr>
          <p:nvPr>
            <p:ph type="body" sz="quarter" idx="31"/>
          </p:nvPr>
        </p:nvSpPr>
        <p:spPr>
          <a:xfrm>
            <a:off x="1230294" y="2020840"/>
            <a:ext cx="3326933" cy="440267"/>
          </a:xfrm>
        </p:spPr>
        <p:txBody>
          <a:bodyPr/>
          <a:lstStyle/>
          <a:p>
            <a:r>
              <a:rPr lang="en-US" altLang="zh-CN" sz="2400" u="sng" dirty="0">
                <a:latin typeface="Book Antiqua"/>
                <a:ea typeface="Segoe UI Black"/>
              </a:rPr>
              <a:t>DATA CLEANING</a:t>
            </a:r>
          </a:p>
        </p:txBody>
      </p:sp>
      <p:sp>
        <p:nvSpPr>
          <p:cNvPr id="4" name="Text Placeholder 3">
            <a:extLst>
              <a:ext uri="{FF2B5EF4-FFF2-40B4-BE49-F238E27FC236}">
                <a16:creationId xmlns:a16="http://schemas.microsoft.com/office/drawing/2014/main" id="{7A14515E-0286-13E0-AD84-9C03D11FD33C}"/>
              </a:ext>
            </a:extLst>
          </p:cNvPr>
          <p:cNvSpPr>
            <a:spLocks noGrp="1"/>
          </p:cNvSpPr>
          <p:nvPr>
            <p:ph type="body" sz="quarter" idx="32"/>
          </p:nvPr>
        </p:nvSpPr>
        <p:spPr>
          <a:xfrm>
            <a:off x="540866" y="2535157"/>
            <a:ext cx="4766265" cy="1527466"/>
          </a:xfrm>
        </p:spPr>
        <p:txBody>
          <a:bodyPr vert="horz" lIns="0" tIns="0" rIns="0" bIns="0" rtlCol="0" anchor="t">
            <a:noAutofit/>
          </a:bodyPr>
          <a:lstStyle/>
          <a:p>
            <a:pPr marL="342900" indent="-342900">
              <a:buFont typeface="Wingdings"/>
              <a:buChar char="§"/>
            </a:pPr>
            <a:r>
              <a:rPr lang="en-US" sz="2000" dirty="0">
                <a:solidFill>
                  <a:schemeClr val="tx1"/>
                </a:solidFill>
                <a:latin typeface="Book Antiqua"/>
                <a:ea typeface="+mn-lt"/>
                <a:cs typeface="+mn-lt"/>
              </a:rPr>
              <a:t>Checked for missing values — </a:t>
            </a:r>
            <a:r>
              <a:rPr lang="en-US" sz="2000" b="1" dirty="0">
                <a:solidFill>
                  <a:schemeClr val="tx1"/>
                </a:solidFill>
                <a:latin typeface="Book Antiqua"/>
                <a:ea typeface="+mn-lt"/>
                <a:cs typeface="+mn-lt"/>
              </a:rPr>
              <a:t>No null values were present</a:t>
            </a:r>
            <a:r>
              <a:rPr lang="en-US" sz="2000" dirty="0">
                <a:solidFill>
                  <a:schemeClr val="tx1"/>
                </a:solidFill>
                <a:latin typeface="Book Antiqua"/>
                <a:ea typeface="+mn-lt"/>
                <a:cs typeface="+mn-lt"/>
              </a:rPr>
              <a:t> in the dataset.</a:t>
            </a:r>
            <a:endParaRPr lang="en-US" sz="2000">
              <a:solidFill>
                <a:schemeClr val="tx1"/>
              </a:solidFill>
              <a:latin typeface="Book Antiqua"/>
            </a:endParaRPr>
          </a:p>
          <a:p>
            <a:pPr marL="342900" indent="-342900">
              <a:buFont typeface="Wingdings"/>
              <a:buChar char="§"/>
            </a:pPr>
            <a:r>
              <a:rPr lang="en-US" sz="2000" dirty="0">
                <a:solidFill>
                  <a:schemeClr val="tx1"/>
                </a:solidFill>
                <a:latin typeface="Book Antiqua"/>
                <a:ea typeface="+mn-lt"/>
                <a:cs typeface="+mn-lt"/>
              </a:rPr>
              <a:t>Checked for duplicate records — </a:t>
            </a:r>
            <a:r>
              <a:rPr lang="en-US" sz="2000" b="1" dirty="0">
                <a:solidFill>
                  <a:schemeClr val="tx1"/>
                </a:solidFill>
                <a:latin typeface="Book Antiqua"/>
                <a:ea typeface="+mn-lt"/>
                <a:cs typeface="+mn-lt"/>
              </a:rPr>
              <a:t>No duplicate entries were found</a:t>
            </a:r>
            <a:r>
              <a:rPr lang="en-US" sz="2000" dirty="0">
                <a:solidFill>
                  <a:schemeClr val="tx1"/>
                </a:solidFill>
                <a:latin typeface="Book Antiqua"/>
                <a:ea typeface="+mn-lt"/>
                <a:cs typeface="+mn-lt"/>
              </a:rPr>
              <a:t>.</a:t>
            </a:r>
            <a:endParaRPr lang="en-US" sz="2000" dirty="0">
              <a:solidFill>
                <a:schemeClr val="tx1"/>
              </a:solidFill>
              <a:latin typeface="Book Antiqua"/>
            </a:endParaRPr>
          </a:p>
          <a:p>
            <a:endParaRPr lang="en-US" sz="2000" dirty="0">
              <a:latin typeface="Book Antiqua"/>
              <a:cs typeface="Arial"/>
            </a:endParaRPr>
          </a:p>
        </p:txBody>
      </p:sp>
      <p:sp>
        <p:nvSpPr>
          <p:cNvPr id="5" name="Text Placeholder 4">
            <a:extLst>
              <a:ext uri="{FF2B5EF4-FFF2-40B4-BE49-F238E27FC236}">
                <a16:creationId xmlns:a16="http://schemas.microsoft.com/office/drawing/2014/main" id="{2098CE55-CE4B-1A71-134D-B30C6033A347}"/>
              </a:ext>
            </a:extLst>
          </p:cNvPr>
          <p:cNvSpPr>
            <a:spLocks noGrp="1"/>
          </p:cNvSpPr>
          <p:nvPr>
            <p:ph type="body" sz="quarter" idx="33"/>
          </p:nvPr>
        </p:nvSpPr>
        <p:spPr>
          <a:xfrm>
            <a:off x="7052258" y="1899888"/>
            <a:ext cx="4669504" cy="561219"/>
          </a:xfrm>
        </p:spPr>
        <p:txBody>
          <a:bodyPr/>
          <a:lstStyle/>
          <a:p>
            <a:r>
              <a:rPr lang="en-US" altLang="zh-CN" sz="2400" u="sng" dirty="0">
                <a:latin typeface="Book Antiqua"/>
                <a:ea typeface="Segoe UI Black"/>
              </a:rPr>
              <a:t>DATA TRANSFORMATION</a:t>
            </a:r>
          </a:p>
        </p:txBody>
      </p:sp>
      <p:sp>
        <p:nvSpPr>
          <p:cNvPr id="6" name="Text Placeholder 5">
            <a:extLst>
              <a:ext uri="{FF2B5EF4-FFF2-40B4-BE49-F238E27FC236}">
                <a16:creationId xmlns:a16="http://schemas.microsoft.com/office/drawing/2014/main" id="{E29A99A9-A761-19E8-D1E9-C8B9DB7F7A8F}"/>
              </a:ext>
            </a:extLst>
          </p:cNvPr>
          <p:cNvSpPr>
            <a:spLocks noGrp="1"/>
          </p:cNvSpPr>
          <p:nvPr>
            <p:ph type="body" sz="quarter" idx="34"/>
          </p:nvPr>
        </p:nvSpPr>
        <p:spPr>
          <a:xfrm>
            <a:off x="7052258" y="2535158"/>
            <a:ext cx="4621120" cy="1370230"/>
          </a:xfrm>
        </p:spPr>
        <p:txBody>
          <a:bodyPr vert="horz" lIns="0" tIns="0" rIns="0" bIns="0" rtlCol="0" anchor="t">
            <a:noAutofit/>
          </a:bodyPr>
          <a:lstStyle/>
          <a:p>
            <a:pPr marL="342900" indent="-342900">
              <a:buFont typeface="Wingdings"/>
              <a:buChar char="§"/>
            </a:pPr>
            <a:r>
              <a:rPr lang="en-US" sz="2000" dirty="0">
                <a:solidFill>
                  <a:schemeClr val="tx1"/>
                </a:solidFill>
                <a:latin typeface="Book Antiqua"/>
                <a:ea typeface="+mn-lt"/>
                <a:cs typeface="+mn-lt"/>
              </a:rPr>
              <a:t>Converted categorical variables into numerical format using </a:t>
            </a:r>
            <a:endParaRPr lang="en-US" sz="2000">
              <a:solidFill>
                <a:schemeClr val="tx1"/>
              </a:solidFill>
              <a:latin typeface="Book Antiqua"/>
              <a:ea typeface="+mn-lt"/>
              <a:cs typeface="+mn-lt"/>
            </a:endParaRPr>
          </a:p>
          <a:p>
            <a:r>
              <a:rPr lang="en-US" sz="2000" b="1" dirty="0">
                <a:solidFill>
                  <a:schemeClr val="tx1"/>
                </a:solidFill>
                <a:latin typeface="Book Antiqua"/>
                <a:ea typeface="+mn-lt"/>
                <a:cs typeface="+mn-lt"/>
              </a:rPr>
              <a:t>Label Encoding.</a:t>
            </a:r>
            <a:endParaRPr lang="en-US" sz="2000" dirty="0">
              <a:solidFill>
                <a:schemeClr val="tx1"/>
              </a:solidFill>
              <a:latin typeface="Book Antiqua"/>
              <a:ea typeface="+mn-lt"/>
              <a:cs typeface="+mn-lt"/>
            </a:endParaRPr>
          </a:p>
          <a:p>
            <a:pPr marL="342900" indent="-342900">
              <a:buFont typeface="Wingdings"/>
              <a:buChar char="§"/>
            </a:pPr>
            <a:r>
              <a:rPr lang="en-US" sz="2000" dirty="0">
                <a:solidFill>
                  <a:schemeClr val="tx1"/>
                </a:solidFill>
                <a:latin typeface="Book Antiqua"/>
                <a:ea typeface="+mn-lt"/>
                <a:cs typeface="+mn-lt"/>
              </a:rPr>
              <a:t>Applied </a:t>
            </a:r>
            <a:r>
              <a:rPr lang="en-US" sz="2000" b="1" dirty="0">
                <a:solidFill>
                  <a:schemeClr val="tx1"/>
                </a:solidFill>
                <a:latin typeface="Book Antiqua"/>
                <a:ea typeface="+mn-lt"/>
                <a:cs typeface="+mn-lt"/>
              </a:rPr>
              <a:t>Standard Scaler</a:t>
            </a:r>
            <a:r>
              <a:rPr lang="en-US" sz="2000" dirty="0">
                <a:solidFill>
                  <a:schemeClr val="tx1"/>
                </a:solidFill>
                <a:latin typeface="Book Antiqua"/>
                <a:ea typeface="+mn-lt"/>
                <a:cs typeface="+mn-lt"/>
              </a:rPr>
              <a:t> to scale numerical features.</a:t>
            </a:r>
            <a:endParaRPr lang="en-US" sz="2000" dirty="0">
              <a:solidFill>
                <a:schemeClr val="tx1"/>
              </a:solidFill>
              <a:latin typeface="Book Antiqua"/>
            </a:endParaRPr>
          </a:p>
          <a:p>
            <a:endParaRPr lang="en-US" altLang="zh-CN" dirty="0">
              <a:solidFill>
                <a:schemeClr val="tx1"/>
              </a:solidFill>
              <a:latin typeface="Arial"/>
              <a:cs typeface="Arial"/>
            </a:endParaRPr>
          </a:p>
        </p:txBody>
      </p:sp>
      <p:sp>
        <p:nvSpPr>
          <p:cNvPr id="7" name="Text Placeholder 6">
            <a:extLst>
              <a:ext uri="{FF2B5EF4-FFF2-40B4-BE49-F238E27FC236}">
                <a16:creationId xmlns:a16="http://schemas.microsoft.com/office/drawing/2014/main" id="{5A0E261A-06BB-800D-021F-CA9D3BE95C07}"/>
              </a:ext>
            </a:extLst>
          </p:cNvPr>
          <p:cNvSpPr>
            <a:spLocks noGrp="1"/>
          </p:cNvSpPr>
          <p:nvPr>
            <p:ph type="body" sz="quarter" idx="35"/>
          </p:nvPr>
        </p:nvSpPr>
        <p:spPr>
          <a:xfrm>
            <a:off x="843247" y="4465209"/>
            <a:ext cx="3568837" cy="609600"/>
          </a:xfrm>
        </p:spPr>
        <p:txBody>
          <a:bodyPr/>
          <a:lstStyle/>
          <a:p>
            <a:r>
              <a:rPr lang="en-US" altLang="zh-CN" sz="2400" u="sng" dirty="0">
                <a:latin typeface="Book Antiqua"/>
                <a:ea typeface="Segoe UI Black"/>
              </a:rPr>
              <a:t>DATA SPLITTING</a:t>
            </a:r>
          </a:p>
        </p:txBody>
      </p:sp>
      <p:sp>
        <p:nvSpPr>
          <p:cNvPr id="10" name="Text Placeholder 9">
            <a:extLst>
              <a:ext uri="{FF2B5EF4-FFF2-40B4-BE49-F238E27FC236}">
                <a16:creationId xmlns:a16="http://schemas.microsoft.com/office/drawing/2014/main" id="{F660DA0F-150D-4907-C724-7CEB6F78AD86}"/>
              </a:ext>
            </a:extLst>
          </p:cNvPr>
          <p:cNvSpPr>
            <a:spLocks noGrp="1"/>
          </p:cNvSpPr>
          <p:nvPr>
            <p:ph type="body" sz="quarter" idx="38"/>
          </p:nvPr>
        </p:nvSpPr>
        <p:spPr>
          <a:xfrm>
            <a:off x="7366734" y="5245620"/>
            <a:ext cx="3568837" cy="789658"/>
          </a:xfrm>
        </p:spPr>
        <p:txBody>
          <a:bodyPr vert="horz" lIns="0" tIns="0" rIns="0" bIns="0" rtlCol="0" anchor="t">
            <a:noAutofit/>
          </a:bodyPr>
          <a:lstStyle/>
          <a:p>
            <a:pPr marL="342900" indent="-342900">
              <a:buFont typeface="Wingdings" panose="020B0604020202020204" pitchFamily="34" charset="0"/>
              <a:buChar char="§"/>
            </a:pPr>
            <a:r>
              <a:rPr lang="en-US" sz="2000" dirty="0">
                <a:solidFill>
                  <a:schemeClr val="tx1"/>
                </a:solidFill>
                <a:latin typeface="Book Antiqua"/>
                <a:ea typeface="+mn-lt"/>
                <a:cs typeface="+mn-lt"/>
              </a:rPr>
              <a:t>Applied </a:t>
            </a:r>
            <a:r>
              <a:rPr lang="en-US" sz="2000" b="1" dirty="0">
                <a:solidFill>
                  <a:schemeClr val="tx1"/>
                </a:solidFill>
                <a:latin typeface="Book Antiqua"/>
                <a:ea typeface="+mn-lt"/>
                <a:cs typeface="+mn-lt"/>
              </a:rPr>
              <a:t>Oversampling</a:t>
            </a:r>
            <a:r>
              <a:rPr lang="en-US" sz="2000" dirty="0">
                <a:solidFill>
                  <a:schemeClr val="tx1"/>
                </a:solidFill>
                <a:latin typeface="Book Antiqua"/>
                <a:ea typeface="+mn-lt"/>
                <a:cs typeface="+mn-lt"/>
              </a:rPr>
              <a:t> technique to balance Attrition (Yes/No) classes.</a:t>
            </a:r>
            <a:r>
              <a:rPr lang="en-US" sz="2000" dirty="0">
                <a:solidFill>
                  <a:schemeClr val="tx1"/>
                </a:solidFill>
                <a:latin typeface="Book Antiqua"/>
              </a:rPr>
              <a:t>.</a:t>
            </a:r>
            <a:endParaRPr lang="en-US">
              <a:solidFill>
                <a:schemeClr val="tx1"/>
              </a:solidFill>
              <a:cs typeface="Arial"/>
            </a:endParaRPr>
          </a:p>
          <a:p>
            <a:pPr marL="285750" indent="-285750">
              <a:buFont typeface="Wingdings" panose="020B0604020202020204" pitchFamily="34" charset="0"/>
              <a:buChar char="§"/>
            </a:pPr>
            <a:endParaRPr lang="en-US" altLang="zh-CN" dirty="0">
              <a:solidFill>
                <a:schemeClr val="tx1"/>
              </a:solidFill>
              <a:cs typeface="Arial"/>
            </a:endParaRPr>
          </a:p>
        </p:txBody>
      </p:sp>
      <p:sp>
        <p:nvSpPr>
          <p:cNvPr id="14" name="Text Placeholder 13">
            <a:extLst>
              <a:ext uri="{FF2B5EF4-FFF2-40B4-BE49-F238E27FC236}">
                <a16:creationId xmlns:a16="http://schemas.microsoft.com/office/drawing/2014/main" id="{2DE3D9B2-3917-AE48-77DC-CCCDE2DD25DC}"/>
              </a:ext>
            </a:extLst>
          </p:cNvPr>
          <p:cNvSpPr>
            <a:spLocks noGrp="1"/>
          </p:cNvSpPr>
          <p:nvPr>
            <p:ph type="body" sz="quarter" idx="36"/>
          </p:nvPr>
        </p:nvSpPr>
        <p:spPr>
          <a:xfrm>
            <a:off x="831152" y="5245620"/>
            <a:ext cx="3580932" cy="789658"/>
          </a:xfrm>
        </p:spPr>
        <p:txBody>
          <a:bodyPr vert="horz" lIns="0" tIns="0" rIns="0" bIns="0" rtlCol="0" anchor="t">
            <a:noAutofit/>
          </a:bodyPr>
          <a:lstStyle/>
          <a:p>
            <a:pPr marL="342900" indent="-342900">
              <a:buFont typeface="Wingdings"/>
              <a:buChar char="§"/>
            </a:pPr>
            <a:r>
              <a:rPr lang="en-US" sz="2000" dirty="0">
                <a:solidFill>
                  <a:schemeClr val="tx1"/>
                </a:solidFill>
                <a:latin typeface="Book Antiqua"/>
                <a:ea typeface="+mn-lt"/>
                <a:cs typeface="+mn-lt"/>
              </a:rPr>
              <a:t>Split the dataset into training and testing sets for model evaluation.</a:t>
            </a:r>
            <a:endParaRPr lang="en-US" sz="2000">
              <a:solidFill>
                <a:schemeClr val="tx1"/>
              </a:solidFill>
              <a:latin typeface="Book Antiqua"/>
            </a:endParaRPr>
          </a:p>
          <a:p>
            <a:endParaRPr lang="en-US" dirty="0">
              <a:solidFill>
                <a:schemeClr val="tx1"/>
              </a:solidFill>
              <a:cs typeface="Arial"/>
            </a:endParaRPr>
          </a:p>
        </p:txBody>
      </p:sp>
      <p:sp>
        <p:nvSpPr>
          <p:cNvPr id="16" name="Text Placeholder 15">
            <a:extLst>
              <a:ext uri="{FF2B5EF4-FFF2-40B4-BE49-F238E27FC236}">
                <a16:creationId xmlns:a16="http://schemas.microsoft.com/office/drawing/2014/main" id="{2B1CAC32-C29C-AC9A-697D-E25529E94836}"/>
              </a:ext>
            </a:extLst>
          </p:cNvPr>
          <p:cNvSpPr>
            <a:spLocks noGrp="1"/>
          </p:cNvSpPr>
          <p:nvPr>
            <p:ph type="body" sz="quarter" idx="37"/>
          </p:nvPr>
        </p:nvSpPr>
        <p:spPr>
          <a:xfrm>
            <a:off x="7523972" y="4465209"/>
            <a:ext cx="3689789" cy="609600"/>
          </a:xfrm>
        </p:spPr>
        <p:txBody>
          <a:bodyPr/>
          <a:lstStyle/>
          <a:p>
            <a:r>
              <a:rPr lang="en-US" sz="2400" u="sng" dirty="0">
                <a:latin typeface="Book Antiqua"/>
                <a:ea typeface="+mj-lt"/>
                <a:cs typeface="+mj-lt"/>
              </a:rPr>
              <a:t>Handling Class Imbalance</a:t>
            </a:r>
            <a:endParaRPr lang="en-US" sz="2400" u="sng">
              <a:latin typeface="Book Antiqua"/>
              <a:ea typeface="Calibri"/>
              <a:cs typeface="Calibri"/>
            </a:endParaRPr>
          </a:p>
        </p:txBody>
      </p:sp>
    </p:spTree>
    <p:extLst>
      <p:ext uri="{BB962C8B-B14F-4D97-AF65-F5344CB8AC3E}">
        <p14:creationId xmlns:p14="http://schemas.microsoft.com/office/powerpoint/2010/main" val="14806922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0440AA-C247-9B0E-0138-59D98C512F1E}"/>
              </a:ext>
            </a:extLst>
          </p:cNvPr>
          <p:cNvSpPr>
            <a:spLocks noGrp="1"/>
          </p:cNvSpPr>
          <p:nvPr>
            <p:ph type="title"/>
          </p:nvPr>
        </p:nvSpPr>
        <p:spPr>
          <a:xfrm>
            <a:off x="844000" y="886783"/>
            <a:ext cx="10504000" cy="1132258"/>
          </a:xfrm>
        </p:spPr>
        <p:txBody>
          <a:bodyPr/>
          <a:lstStyle/>
          <a:p>
            <a:r>
              <a:rPr lang="en-US" sz="4000" dirty="0">
                <a:latin typeface="Book Antiqua"/>
                <a:ea typeface="Segoe UI Black"/>
              </a:rPr>
              <a:t>DATA ANALYSIS TECHNIQUES</a:t>
            </a:r>
          </a:p>
        </p:txBody>
      </p:sp>
      <p:pic>
        <p:nvPicPr>
          <p:cNvPr id="16" name="Picture Placeholder 15" descr="Close-up of a person using a tablet while working with documents.">
            <a:extLst>
              <a:ext uri="{FF2B5EF4-FFF2-40B4-BE49-F238E27FC236}">
                <a16:creationId xmlns:a16="http://schemas.microsoft.com/office/drawing/2014/main" id="{2749F70A-F00D-4554-0BDF-A3FC78FD7DF1}"/>
              </a:ext>
            </a:extLst>
          </p:cNvPr>
          <p:cNvPicPr>
            <a:picLocks noGrp="1" noChangeAspect="1"/>
          </p:cNvPicPr>
          <p:nvPr>
            <p:ph type="pic" sz="quarter" idx="20"/>
          </p:nvPr>
        </p:nvPicPr>
        <p:blipFill>
          <a:blip r:embed="rId2" cstate="screen">
            <a:extLst>
              <a:ext uri="{28A0092B-C50C-407E-A947-70E740481C1C}">
                <a14:useLocalDpi xmlns:a14="http://schemas.microsoft.com/office/drawing/2010/main"/>
              </a:ext>
            </a:extLst>
          </a:blip>
          <a:srcRect l="16" r="16"/>
          <a:stretch/>
        </p:blipFill>
        <p:spPr>
          <a:xfrm>
            <a:off x="1459442" y="2023534"/>
            <a:ext cx="1146554" cy="1821243"/>
          </a:xfrm>
        </p:spPr>
      </p:pic>
      <p:sp>
        <p:nvSpPr>
          <p:cNvPr id="7" name="Text Placeholder 6">
            <a:extLst>
              <a:ext uri="{FF2B5EF4-FFF2-40B4-BE49-F238E27FC236}">
                <a16:creationId xmlns:a16="http://schemas.microsoft.com/office/drawing/2014/main" id="{78709000-FBCC-10CF-488D-A883106F888C}"/>
              </a:ext>
            </a:extLst>
          </p:cNvPr>
          <p:cNvSpPr>
            <a:spLocks noGrp="1"/>
          </p:cNvSpPr>
          <p:nvPr>
            <p:ph type="body" sz="quarter" idx="25"/>
          </p:nvPr>
        </p:nvSpPr>
        <p:spPr>
          <a:xfrm>
            <a:off x="2857676" y="1883871"/>
            <a:ext cx="3675207" cy="609600"/>
          </a:xfrm>
        </p:spPr>
        <p:txBody>
          <a:bodyPr/>
          <a:lstStyle/>
          <a:p>
            <a:r>
              <a:rPr lang="en-US" altLang="zh-CN" sz="2400" u="sng" dirty="0">
                <a:latin typeface="Book Antiqua"/>
                <a:ea typeface="Segoe UI Black"/>
              </a:rPr>
              <a:t>TECHNIQUES USED</a:t>
            </a:r>
          </a:p>
        </p:txBody>
      </p:sp>
      <p:sp>
        <p:nvSpPr>
          <p:cNvPr id="8" name="Text Placeholder 7">
            <a:extLst>
              <a:ext uri="{FF2B5EF4-FFF2-40B4-BE49-F238E27FC236}">
                <a16:creationId xmlns:a16="http://schemas.microsoft.com/office/drawing/2014/main" id="{BD2CADB4-4B00-BEB9-96CA-9F9A9DB666D6}"/>
              </a:ext>
            </a:extLst>
          </p:cNvPr>
          <p:cNvSpPr>
            <a:spLocks noGrp="1"/>
          </p:cNvSpPr>
          <p:nvPr>
            <p:ph type="body" sz="quarter" idx="26"/>
          </p:nvPr>
        </p:nvSpPr>
        <p:spPr>
          <a:xfrm>
            <a:off x="2857676" y="2482853"/>
            <a:ext cx="8997112" cy="886420"/>
          </a:xfrm>
        </p:spPr>
        <p:txBody>
          <a:bodyPr vert="horz" lIns="0" tIns="0" rIns="0" bIns="0" rtlCol="0" anchor="t">
            <a:noAutofit/>
          </a:bodyPr>
          <a:lstStyle/>
          <a:p>
            <a:endParaRPr lang="en-US" dirty="0">
              <a:cs typeface="Arial"/>
            </a:endParaRPr>
          </a:p>
          <a:p>
            <a:pPr marL="342900" indent="-342900">
              <a:buFont typeface="Wingdings" panose="020B0604020202020204" pitchFamily="34" charset="0"/>
              <a:buChar char="§"/>
            </a:pPr>
            <a:r>
              <a:rPr lang="en-US" sz="2000" b="1" dirty="0">
                <a:solidFill>
                  <a:schemeClr val="tx1"/>
                </a:solidFill>
                <a:latin typeface="Book Antiqua"/>
                <a:ea typeface="+mn-lt"/>
                <a:cs typeface="+mn-lt"/>
              </a:rPr>
              <a:t>Descriptive Statistics:</a:t>
            </a:r>
            <a:r>
              <a:rPr lang="en-US" sz="2000" dirty="0">
                <a:solidFill>
                  <a:schemeClr val="tx1"/>
                </a:solidFill>
                <a:latin typeface="Book Antiqua"/>
                <a:ea typeface="+mn-lt"/>
                <a:cs typeface="+mn-lt"/>
              </a:rPr>
              <a:t> Summary Statistics and Frequency Counts</a:t>
            </a:r>
            <a:endParaRPr lang="en-US" sz="2000">
              <a:solidFill>
                <a:schemeClr val="tx1"/>
              </a:solidFill>
              <a:latin typeface="Book Antiqua"/>
            </a:endParaRPr>
          </a:p>
          <a:p>
            <a:pPr marL="342900" indent="-342900">
              <a:buFont typeface="Wingdings" panose="020B0604020202020204" pitchFamily="34" charset="0"/>
              <a:buChar char="§"/>
            </a:pPr>
            <a:r>
              <a:rPr lang="en-US" sz="2000" b="1" dirty="0">
                <a:solidFill>
                  <a:schemeClr val="tx1"/>
                </a:solidFill>
                <a:latin typeface="Book Antiqua"/>
                <a:ea typeface="+mn-lt"/>
                <a:cs typeface="+mn-lt"/>
              </a:rPr>
              <a:t>Data Visualization: </a:t>
            </a:r>
            <a:r>
              <a:rPr lang="en-US" sz="2000" dirty="0">
                <a:solidFill>
                  <a:schemeClr val="tx1"/>
                </a:solidFill>
                <a:latin typeface="Book Antiqua"/>
                <a:ea typeface="+mn-lt"/>
                <a:cs typeface="+mn-lt"/>
              </a:rPr>
              <a:t>Pair plot, Histograms, Boxplots and Scatterplots.</a:t>
            </a:r>
            <a:endParaRPr lang="en-US" sz="2000" dirty="0">
              <a:solidFill>
                <a:schemeClr val="tx1"/>
              </a:solidFill>
              <a:latin typeface="Book Antiqua"/>
            </a:endParaRPr>
          </a:p>
        </p:txBody>
      </p:sp>
      <p:pic>
        <p:nvPicPr>
          <p:cNvPr id="22" name="Picture Placeholder 21" descr="Close-up of people working on laptops at a shared table.">
            <a:extLst>
              <a:ext uri="{FF2B5EF4-FFF2-40B4-BE49-F238E27FC236}">
                <a16:creationId xmlns:a16="http://schemas.microsoft.com/office/drawing/2014/main" id="{08A5F688-AAE4-8F1E-0364-2ED6166E8AE4}"/>
              </a:ext>
            </a:extLst>
          </p:cNvPr>
          <p:cNvPicPr>
            <a:picLocks noGrp="1" noChangeAspect="1"/>
          </p:cNvPicPr>
          <p:nvPr>
            <p:ph type="pic" sz="quarter" idx="23"/>
          </p:nvPr>
        </p:nvPicPr>
        <p:blipFill>
          <a:blip r:embed="rId3" cstate="screen">
            <a:extLst>
              <a:ext uri="{28A0092B-C50C-407E-A947-70E740481C1C}">
                <a14:useLocalDpi xmlns:a14="http://schemas.microsoft.com/office/drawing/2010/main"/>
              </a:ext>
            </a:extLst>
          </a:blip>
          <a:srcRect t="38" b="38"/>
          <a:stretch/>
        </p:blipFill>
        <p:spPr>
          <a:xfrm>
            <a:off x="1462070" y="4573872"/>
            <a:ext cx="1122363" cy="1930099"/>
          </a:xfrm>
        </p:spPr>
      </p:pic>
      <p:sp>
        <p:nvSpPr>
          <p:cNvPr id="13" name="Text Placeholder 12">
            <a:extLst>
              <a:ext uri="{FF2B5EF4-FFF2-40B4-BE49-F238E27FC236}">
                <a16:creationId xmlns:a16="http://schemas.microsoft.com/office/drawing/2014/main" id="{2796E9FE-E17D-36E6-7C88-CB8D0F5BB9AA}"/>
              </a:ext>
            </a:extLst>
          </p:cNvPr>
          <p:cNvSpPr>
            <a:spLocks noGrp="1"/>
          </p:cNvSpPr>
          <p:nvPr>
            <p:ph type="body" sz="quarter" idx="31"/>
          </p:nvPr>
        </p:nvSpPr>
        <p:spPr>
          <a:xfrm>
            <a:off x="2857442" y="4268230"/>
            <a:ext cx="2683398" cy="609600"/>
          </a:xfrm>
        </p:spPr>
        <p:txBody>
          <a:bodyPr/>
          <a:lstStyle/>
          <a:p>
            <a:r>
              <a:rPr lang="en-US" sz="2400" u="sng" dirty="0">
                <a:latin typeface="Book Antiqua"/>
                <a:ea typeface="+mj-lt"/>
                <a:cs typeface="+mj-lt"/>
              </a:rPr>
              <a:t>Modelling</a:t>
            </a:r>
            <a:endParaRPr lang="en-US" sz="2400" u="sng">
              <a:latin typeface="Book Antiqua"/>
            </a:endParaRPr>
          </a:p>
        </p:txBody>
      </p:sp>
      <p:sp>
        <p:nvSpPr>
          <p:cNvPr id="14" name="Text Placeholder 13">
            <a:extLst>
              <a:ext uri="{FF2B5EF4-FFF2-40B4-BE49-F238E27FC236}">
                <a16:creationId xmlns:a16="http://schemas.microsoft.com/office/drawing/2014/main" id="{7D2D6BE2-1068-2A87-2884-76EC3F71F2A5}"/>
              </a:ext>
            </a:extLst>
          </p:cNvPr>
          <p:cNvSpPr>
            <a:spLocks noGrp="1"/>
          </p:cNvSpPr>
          <p:nvPr>
            <p:ph type="body" sz="quarter" idx="32"/>
          </p:nvPr>
        </p:nvSpPr>
        <p:spPr>
          <a:xfrm>
            <a:off x="2857442" y="4988166"/>
            <a:ext cx="9323682" cy="2156419"/>
          </a:xfrm>
        </p:spPr>
        <p:txBody>
          <a:bodyPr vert="horz" lIns="0" tIns="0" rIns="0" bIns="0" rtlCol="0" anchor="t">
            <a:noAutofit/>
          </a:bodyPr>
          <a:lstStyle/>
          <a:p>
            <a:r>
              <a:rPr lang="en-US" sz="2000" b="1" dirty="0">
                <a:solidFill>
                  <a:schemeClr val="tx1"/>
                </a:solidFill>
                <a:latin typeface="Book Antiqua"/>
                <a:ea typeface="+mn-lt"/>
                <a:cs typeface="+mn-lt"/>
              </a:rPr>
              <a:t>Classification Models:</a:t>
            </a:r>
            <a:endParaRPr lang="en-US" sz="2000" b="1">
              <a:solidFill>
                <a:schemeClr val="tx1"/>
              </a:solidFill>
              <a:latin typeface="Book Antiqua"/>
            </a:endParaRPr>
          </a:p>
          <a:p>
            <a:r>
              <a:rPr lang="en-US" dirty="0">
                <a:ea typeface="+mn-lt"/>
                <a:cs typeface="+mn-lt"/>
              </a:rPr>
              <a:t>.</a:t>
            </a:r>
            <a:r>
              <a:rPr lang="en-US" sz="2000" b="1" dirty="0">
                <a:solidFill>
                  <a:schemeClr val="tx1"/>
                </a:solidFill>
                <a:latin typeface="Book Antiqua"/>
                <a:ea typeface="+mn-lt"/>
                <a:cs typeface="+mn-lt"/>
              </a:rPr>
              <a:t>Model Choice:</a:t>
            </a:r>
            <a:r>
              <a:rPr lang="en-US" dirty="0">
                <a:solidFill>
                  <a:schemeClr val="tx1"/>
                </a:solidFill>
                <a:ea typeface="+mn-lt"/>
                <a:cs typeface="+mn-lt"/>
              </a:rPr>
              <a:t> </a:t>
            </a:r>
            <a:r>
              <a:rPr lang="en-US" sz="2000" dirty="0">
                <a:solidFill>
                  <a:schemeClr val="tx1"/>
                </a:solidFill>
                <a:latin typeface="Book Antiqua"/>
                <a:ea typeface="+mn-lt"/>
                <a:cs typeface="+mn-lt"/>
              </a:rPr>
              <a:t>Implemented models include KNN, SVM, Logistic Regression, SVM, Naïve Bayes, Decision Trees, Random Forest and Ensemble model Classifiers.</a:t>
            </a:r>
            <a:endParaRPr lang="en-US" sz="2000" dirty="0">
              <a:solidFill>
                <a:schemeClr val="tx1"/>
              </a:solidFill>
              <a:latin typeface="Book Antiqua"/>
            </a:endParaRPr>
          </a:p>
          <a:p>
            <a:r>
              <a:rPr lang="en-US" sz="2000" b="1" dirty="0">
                <a:solidFill>
                  <a:schemeClr val="tx1"/>
                </a:solidFill>
                <a:latin typeface="Book Antiqua"/>
                <a:ea typeface="+mn-lt"/>
                <a:cs typeface="+mn-lt"/>
              </a:rPr>
              <a:t>Training and Testing:</a:t>
            </a:r>
            <a:r>
              <a:rPr lang="en-US" dirty="0">
                <a:solidFill>
                  <a:schemeClr val="tx1"/>
                </a:solidFill>
                <a:ea typeface="+mn-lt"/>
                <a:cs typeface="+mn-lt"/>
              </a:rPr>
              <a:t> </a:t>
            </a:r>
            <a:r>
              <a:rPr lang="en-US" sz="2000" dirty="0">
                <a:solidFill>
                  <a:schemeClr val="tx1"/>
                </a:solidFill>
                <a:latin typeface="Book Antiqua"/>
                <a:ea typeface="+mn-lt"/>
                <a:cs typeface="+mn-lt"/>
              </a:rPr>
              <a:t>Data split into training and test sets for model validation.</a:t>
            </a:r>
          </a:p>
          <a:p>
            <a:endParaRPr lang="en-US" dirty="0">
              <a:solidFill>
                <a:schemeClr val="tx1"/>
              </a:solidFill>
              <a:cs typeface="Arial"/>
            </a:endParaRPr>
          </a:p>
        </p:txBody>
      </p:sp>
    </p:spTree>
    <p:extLst>
      <p:ext uri="{BB962C8B-B14F-4D97-AF65-F5344CB8AC3E}">
        <p14:creationId xmlns:p14="http://schemas.microsoft.com/office/powerpoint/2010/main" val="25579895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D6094F-4883-575A-31A0-A3144044AC57}"/>
              </a:ext>
            </a:extLst>
          </p:cNvPr>
          <p:cNvSpPr>
            <a:spLocks noGrp="1"/>
          </p:cNvSpPr>
          <p:nvPr>
            <p:ph type="title"/>
          </p:nvPr>
        </p:nvSpPr>
        <p:spPr>
          <a:xfrm>
            <a:off x="958157" y="230231"/>
            <a:ext cx="8588644" cy="806608"/>
          </a:xfrm>
        </p:spPr>
        <p:txBody>
          <a:bodyPr anchor="b">
            <a:normAutofit/>
          </a:bodyPr>
          <a:lstStyle/>
          <a:p>
            <a:pPr algn="ctr"/>
            <a:r>
              <a:rPr lang="en-US" sz="4000" dirty="0">
                <a:latin typeface="Book Antiqua"/>
                <a:ea typeface="Segoe UI Black"/>
              </a:rPr>
              <a:t>MODEL EVALUATION</a:t>
            </a:r>
          </a:p>
        </p:txBody>
      </p:sp>
      <p:sp>
        <p:nvSpPr>
          <p:cNvPr id="10" name="Content Placeholder 9">
            <a:extLst>
              <a:ext uri="{FF2B5EF4-FFF2-40B4-BE49-F238E27FC236}">
                <a16:creationId xmlns:a16="http://schemas.microsoft.com/office/drawing/2014/main" id="{FE35A518-6E0D-52B5-F684-3061EF028BC3}"/>
              </a:ext>
            </a:extLst>
          </p:cNvPr>
          <p:cNvSpPr>
            <a:spLocks noGrp="1"/>
          </p:cNvSpPr>
          <p:nvPr>
            <p:ph idx="1"/>
          </p:nvPr>
        </p:nvSpPr>
        <p:spPr>
          <a:xfrm>
            <a:off x="413872" y="1038926"/>
            <a:ext cx="11404544" cy="5354164"/>
          </a:xfrm>
        </p:spPr>
        <p:txBody>
          <a:bodyPr vert="horz" lIns="0" tIns="0" rIns="0" bIns="0" rtlCol="0" anchor="t">
            <a:normAutofit lnSpcReduction="10000"/>
          </a:bodyPr>
          <a:lstStyle/>
          <a:p>
            <a:pPr marL="342900" indent="-342900">
              <a:buFont typeface="Wingdings" panose="020B0604020202020204" pitchFamily="34" charset="0"/>
              <a:buChar char="§"/>
            </a:pPr>
            <a:r>
              <a:rPr lang="en-US" sz="2400" u="sng" dirty="0">
                <a:latin typeface="Book Antiqua"/>
                <a:cs typeface="Arial"/>
              </a:rPr>
              <a:t>HYPERPARAMETER TUNING</a:t>
            </a:r>
            <a:endParaRPr lang="en-US">
              <a:cs typeface="Arial"/>
            </a:endParaRPr>
          </a:p>
          <a:p>
            <a:r>
              <a:rPr lang="en-US" sz="2000" dirty="0">
                <a:solidFill>
                  <a:schemeClr val="bg2">
                    <a:lumMod val="10000"/>
                  </a:schemeClr>
                </a:solidFill>
                <a:latin typeface="Book Antiqua"/>
                <a:cs typeface="Times New Roman"/>
              </a:rPr>
              <a:t>Hyperparameter tuning is the process of selecting the optimal hyperparameters for a machine learning model to improve its performance and generalization ability. Hyperparameters are configuration settings that are set before the training process begins and control various aspects of the model and its training</a:t>
            </a:r>
            <a:r>
              <a:rPr lang="en-US" sz="2400" dirty="0">
                <a:solidFill>
                  <a:schemeClr val="bg2">
                    <a:lumMod val="10000"/>
                  </a:schemeClr>
                </a:solidFill>
                <a:latin typeface="Times New Roman"/>
                <a:cs typeface="Times New Roman"/>
              </a:rPr>
              <a:t>.</a:t>
            </a:r>
          </a:p>
          <a:p>
            <a:pPr marL="342900" indent="-342900">
              <a:buFont typeface="Wingdings" panose="020B0604020202020204" pitchFamily="34" charset="0"/>
              <a:buChar char="§"/>
            </a:pPr>
            <a:r>
              <a:rPr lang="en-US" sz="2400" u="sng" err="1">
                <a:solidFill>
                  <a:schemeClr val="bg2">
                    <a:lumMod val="10000"/>
                  </a:schemeClr>
                </a:solidFill>
                <a:latin typeface="Book Antiqua"/>
                <a:cs typeface="Times New Roman"/>
              </a:rPr>
              <a:t>GridSearchCV</a:t>
            </a:r>
            <a:endParaRPr lang="en-US" sz="2400" u="sng">
              <a:solidFill>
                <a:schemeClr val="bg2">
                  <a:lumMod val="10000"/>
                </a:schemeClr>
              </a:solidFill>
              <a:latin typeface="Book Antiqua"/>
            </a:endParaRPr>
          </a:p>
          <a:p>
            <a:r>
              <a:rPr lang="en-US" sz="2400" dirty="0">
                <a:solidFill>
                  <a:schemeClr val="bg2">
                    <a:lumMod val="10000"/>
                  </a:schemeClr>
                </a:solidFill>
                <a:latin typeface="Times New Roman"/>
                <a:cs typeface="Times New Roman"/>
              </a:rPr>
              <a:t>  </a:t>
            </a:r>
            <a:r>
              <a:rPr lang="en-US" sz="2000" dirty="0">
                <a:solidFill>
                  <a:schemeClr val="bg2">
                    <a:lumMod val="10000"/>
                  </a:schemeClr>
                </a:solidFill>
                <a:latin typeface="Book Antiqua"/>
                <a:cs typeface="Times New Roman"/>
              </a:rPr>
              <a:t>It is a hyperparameter tuning technique used to find the best combination of hyperparameters </a:t>
            </a:r>
          </a:p>
          <a:p>
            <a:r>
              <a:rPr lang="en-US" sz="2000" dirty="0">
                <a:solidFill>
                  <a:schemeClr val="bg2">
                    <a:lumMod val="10000"/>
                  </a:schemeClr>
                </a:solidFill>
                <a:latin typeface="Book Antiqua"/>
                <a:cs typeface="Times New Roman"/>
              </a:rPr>
              <a:t>  for a machine learning model. .</a:t>
            </a:r>
            <a:endParaRPr lang="en-US" sz="2000">
              <a:solidFill>
                <a:schemeClr val="bg2">
                  <a:lumMod val="10000"/>
                </a:schemeClr>
              </a:solidFill>
              <a:latin typeface="Book Antiqua"/>
            </a:endParaRPr>
          </a:p>
          <a:p>
            <a:pPr marL="342900" indent="-342900">
              <a:buFont typeface="Wingdings" panose="020B0604020202020204" pitchFamily="34" charset="0"/>
              <a:buChar char="§"/>
            </a:pPr>
            <a:r>
              <a:rPr lang="en-US" sz="2400">
                <a:solidFill>
                  <a:schemeClr val="bg2">
                    <a:lumMod val="10000"/>
                  </a:schemeClr>
                </a:solidFill>
                <a:latin typeface="Book Antiqua"/>
                <a:cs typeface="Times New Roman"/>
              </a:rPr>
              <a:t>Evaluate the Results:</a:t>
            </a:r>
            <a:endParaRPr lang="en-US" sz="2400">
              <a:solidFill>
                <a:schemeClr val="bg2">
                  <a:lumMod val="10000"/>
                </a:schemeClr>
              </a:solidFill>
              <a:latin typeface="Book Antiqua"/>
              <a:cs typeface="Arial"/>
            </a:endParaRPr>
          </a:p>
          <a:p>
            <a:r>
              <a:rPr lang="en-US" sz="2100" dirty="0">
                <a:solidFill>
                  <a:schemeClr val="bg2">
                    <a:lumMod val="10000"/>
                  </a:schemeClr>
                </a:solidFill>
                <a:latin typeface="Book Antiqua"/>
                <a:cs typeface="Times New Roman"/>
              </a:rPr>
              <a:t>   </a:t>
            </a:r>
            <a:r>
              <a:rPr lang="en-US" sz="2100" dirty="0" err="1">
                <a:solidFill>
                  <a:schemeClr val="bg2">
                    <a:lumMod val="10000"/>
                  </a:schemeClr>
                </a:solidFill>
                <a:latin typeface="Book Antiqua"/>
                <a:cs typeface="Times New Roman"/>
              </a:rPr>
              <a:t>XGBoost</a:t>
            </a:r>
            <a:r>
              <a:rPr lang="en-US" sz="2100" dirty="0">
                <a:solidFill>
                  <a:schemeClr val="bg2">
                    <a:lumMod val="10000"/>
                  </a:schemeClr>
                </a:solidFill>
                <a:latin typeface="Book Antiqua"/>
                <a:cs typeface="Times New Roman"/>
              </a:rPr>
              <a:t>  model was </a:t>
            </a:r>
            <a:r>
              <a:rPr lang="en-US" sz="2100" dirty="0" err="1">
                <a:solidFill>
                  <a:schemeClr val="bg2">
                    <a:lumMod val="10000"/>
                  </a:schemeClr>
                </a:solidFill>
                <a:latin typeface="Book Antiqua"/>
                <a:cs typeface="Times New Roman"/>
              </a:rPr>
              <a:t>selcted</a:t>
            </a:r>
            <a:r>
              <a:rPr lang="en-US" sz="2100" dirty="0">
                <a:solidFill>
                  <a:schemeClr val="bg2">
                    <a:lumMod val="10000"/>
                  </a:schemeClr>
                </a:solidFill>
                <a:latin typeface="Book Antiqua"/>
                <a:cs typeface="Times New Roman"/>
              </a:rPr>
              <a:t> for best hyperparameter tunning model</a:t>
            </a:r>
            <a:endParaRPr lang="en-US">
              <a:solidFill>
                <a:schemeClr val="bg2">
                  <a:lumMod val="10000"/>
                </a:schemeClr>
              </a:solidFill>
              <a:cs typeface="Arial"/>
            </a:endParaRPr>
          </a:p>
          <a:p>
            <a:pPr marL="342900" indent="-342900">
              <a:buFont typeface="Wingdings" panose="020B0604020202020204" pitchFamily="34" charset="0"/>
              <a:buChar char="§"/>
            </a:pPr>
            <a:r>
              <a:rPr lang="en-US" sz="2400">
                <a:solidFill>
                  <a:srgbClr val="000000"/>
                </a:solidFill>
                <a:latin typeface="Times New Roman"/>
                <a:cs typeface="Times New Roman"/>
              </a:rPr>
              <a:t>Best Parameters: {</a:t>
            </a:r>
            <a:r>
              <a:rPr lang="en-US" sz="2000" dirty="0">
                <a:solidFill>
                  <a:srgbClr val="000000"/>
                </a:solidFill>
                <a:highlight>
                  <a:srgbClr val="FFFFFF"/>
                </a:highlight>
                <a:latin typeface="Book Antiqua"/>
                <a:cs typeface="Times New Roman"/>
              </a:rPr>
              <a:t>'</a:t>
            </a:r>
            <a:r>
              <a:rPr lang="en-US" sz="2000" err="1">
                <a:solidFill>
                  <a:srgbClr val="000000"/>
                </a:solidFill>
                <a:highlight>
                  <a:srgbClr val="FFFFFF"/>
                </a:highlight>
                <a:latin typeface="Book Antiqua"/>
                <a:cs typeface="Times New Roman"/>
              </a:rPr>
              <a:t>learning_rate</a:t>
            </a:r>
            <a:r>
              <a:rPr lang="en-US" sz="2000" dirty="0">
                <a:solidFill>
                  <a:srgbClr val="000000"/>
                </a:solidFill>
                <a:highlight>
                  <a:srgbClr val="FFFFFF"/>
                </a:highlight>
                <a:latin typeface="Book Antiqua"/>
                <a:cs typeface="Times New Roman"/>
              </a:rPr>
              <a:t>': 0.2 , '</a:t>
            </a:r>
            <a:r>
              <a:rPr lang="en-US" sz="2000" err="1">
                <a:solidFill>
                  <a:srgbClr val="000000"/>
                </a:solidFill>
                <a:highlight>
                  <a:srgbClr val="FFFFFF"/>
                </a:highlight>
                <a:latin typeface="Book Antiqua"/>
                <a:cs typeface="Times New Roman"/>
              </a:rPr>
              <a:t>n_estimators</a:t>
            </a:r>
            <a:r>
              <a:rPr lang="en-US" sz="2000" dirty="0">
                <a:solidFill>
                  <a:srgbClr val="000000"/>
                </a:solidFill>
                <a:highlight>
                  <a:srgbClr val="FFFFFF"/>
                </a:highlight>
                <a:latin typeface="Book Antiqua"/>
                <a:cs typeface="Times New Roman"/>
              </a:rPr>
              <a:t>': 200</a:t>
            </a:r>
            <a:r>
              <a:rPr lang="en-US" sz="2400" dirty="0">
                <a:solidFill>
                  <a:srgbClr val="000000"/>
                </a:solidFill>
                <a:latin typeface="Times New Roman"/>
                <a:cs typeface="Times New Roman"/>
              </a:rPr>
              <a:t>}</a:t>
            </a:r>
            <a:endParaRPr lang="en-US" dirty="0">
              <a:cs typeface="Arial"/>
            </a:endParaRPr>
          </a:p>
          <a:p>
            <a:pPr marL="342900" indent="-342900">
              <a:buFont typeface="Wingdings" panose="020B0604020202020204" pitchFamily="34" charset="0"/>
              <a:buChar char="§"/>
            </a:pPr>
            <a:endParaRPr lang="en-US" sz="2400" dirty="0">
              <a:solidFill>
                <a:srgbClr val="000000"/>
              </a:solidFill>
              <a:latin typeface="Arial"/>
              <a:cs typeface="Arial"/>
            </a:endParaRPr>
          </a:p>
          <a:p>
            <a:endParaRPr lang="en-US" sz="2400" dirty="0">
              <a:solidFill>
                <a:srgbClr val="000000"/>
              </a:solidFill>
              <a:latin typeface="Times New Roman"/>
              <a:cs typeface="Times New Roman"/>
            </a:endParaRPr>
          </a:p>
        </p:txBody>
      </p:sp>
    </p:spTree>
    <p:extLst>
      <p:ext uri="{BB962C8B-B14F-4D97-AF65-F5344CB8AC3E}">
        <p14:creationId xmlns:p14="http://schemas.microsoft.com/office/powerpoint/2010/main" val="9446112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 name="Table 10">
            <a:extLst>
              <a:ext uri="{FF2B5EF4-FFF2-40B4-BE49-F238E27FC236}">
                <a16:creationId xmlns:a16="http://schemas.microsoft.com/office/drawing/2014/main" id="{B2718855-D568-F8F1-DD45-328BEB3AD877}"/>
              </a:ext>
            </a:extLst>
          </p:cNvPr>
          <p:cNvGraphicFramePr>
            <a:graphicFrameLocks noGrp="1"/>
          </p:cNvGraphicFramePr>
          <p:nvPr>
            <p:extLst>
              <p:ext uri="{D42A27DB-BD31-4B8C-83A1-F6EECF244321}">
                <p14:modId xmlns:p14="http://schemas.microsoft.com/office/powerpoint/2010/main" val="3676758886"/>
              </p:ext>
            </p:extLst>
          </p:nvPr>
        </p:nvGraphicFramePr>
        <p:xfrm>
          <a:off x="2012830" y="517584"/>
          <a:ext cx="8852464" cy="6080959"/>
        </p:xfrm>
        <a:graphic>
          <a:graphicData uri="http://schemas.openxmlformats.org/drawingml/2006/table">
            <a:tbl>
              <a:tblPr firstRow="1" bandRow="1">
                <a:tableStyleId>{5C22544A-7EE6-4342-B048-85BDC9FD1C3A}</a:tableStyleId>
              </a:tblPr>
              <a:tblGrid>
                <a:gridCol w="2930925">
                  <a:extLst>
                    <a:ext uri="{9D8B030D-6E8A-4147-A177-3AD203B41FA5}">
                      <a16:colId xmlns:a16="http://schemas.microsoft.com/office/drawing/2014/main" val="3079592610"/>
                    </a:ext>
                  </a:extLst>
                </a:gridCol>
                <a:gridCol w="2912375">
                  <a:extLst>
                    <a:ext uri="{9D8B030D-6E8A-4147-A177-3AD203B41FA5}">
                      <a16:colId xmlns:a16="http://schemas.microsoft.com/office/drawing/2014/main" val="4287041606"/>
                    </a:ext>
                  </a:extLst>
                </a:gridCol>
                <a:gridCol w="3009164">
                  <a:extLst>
                    <a:ext uri="{9D8B030D-6E8A-4147-A177-3AD203B41FA5}">
                      <a16:colId xmlns:a16="http://schemas.microsoft.com/office/drawing/2014/main" val="3600324227"/>
                    </a:ext>
                  </a:extLst>
                </a:gridCol>
              </a:tblGrid>
              <a:tr h="684611">
                <a:tc>
                  <a:txBody>
                    <a:bodyPr/>
                    <a:lstStyle/>
                    <a:p>
                      <a:pPr algn="ctr"/>
                      <a:r>
                        <a:rPr lang="en-US" sz="2000" dirty="0">
                          <a:latin typeface="Book Antiqua"/>
                          <a:ea typeface="Calibri"/>
                          <a:cs typeface="Calibri"/>
                        </a:rPr>
                        <a:t>MODEL</a:t>
                      </a:r>
                    </a:p>
                  </a:txBody>
                  <a:tcPr/>
                </a:tc>
                <a:tc>
                  <a:txBody>
                    <a:bodyPr/>
                    <a:lstStyle/>
                    <a:p>
                      <a:pPr algn="ctr"/>
                      <a:r>
                        <a:rPr lang="en-US" sz="2000" b="0" dirty="0">
                          <a:latin typeface="Book Antiqua"/>
                        </a:rPr>
                        <a:t>TRAIN SCORE</a:t>
                      </a:r>
                    </a:p>
                  </a:txBody>
                  <a:tcPr/>
                </a:tc>
                <a:tc>
                  <a:txBody>
                    <a:bodyPr/>
                    <a:lstStyle/>
                    <a:p>
                      <a:r>
                        <a:rPr lang="en-US" dirty="0"/>
                        <a:t> </a:t>
                      </a:r>
                      <a:r>
                        <a:rPr lang="en-US" sz="2000" dirty="0">
                          <a:latin typeface="Book Antiqua"/>
                        </a:rPr>
                        <a:t>TEST SCORE</a:t>
                      </a:r>
                    </a:p>
                  </a:txBody>
                  <a:tcPr/>
                </a:tc>
                <a:extLst>
                  <a:ext uri="{0D108BD9-81ED-4DB2-BD59-A6C34878D82A}">
                    <a16:rowId xmlns:a16="http://schemas.microsoft.com/office/drawing/2014/main" val="2208539041"/>
                  </a:ext>
                </a:extLst>
              </a:tr>
              <a:tr h="684611">
                <a:tc>
                  <a:txBody>
                    <a:bodyPr/>
                    <a:lstStyle/>
                    <a:p>
                      <a:pPr algn="ctr"/>
                      <a:r>
                        <a:rPr lang="en-US" sz="1800" err="1">
                          <a:latin typeface="Book Antiqua"/>
                        </a:rPr>
                        <a:t>KNeighborsClassifier</a:t>
                      </a:r>
                      <a:endParaRPr lang="en-US" sz="1800" dirty="0">
                        <a:latin typeface="Book Antiqua"/>
                      </a:endParaRPr>
                    </a:p>
                  </a:txBody>
                  <a:tcPr/>
                </a:tc>
                <a:tc>
                  <a:txBody>
                    <a:bodyPr/>
                    <a:lstStyle/>
                    <a:p>
                      <a:pPr lvl="0" algn="ctr">
                        <a:buNone/>
                      </a:pPr>
                      <a:r>
                        <a:rPr lang="en-US" sz="1800" dirty="0">
                          <a:latin typeface="Book Antiqua"/>
                        </a:rPr>
                        <a:t>1.0</a:t>
                      </a:r>
                    </a:p>
                  </a:txBody>
                  <a:tcPr/>
                </a:tc>
                <a:tc>
                  <a:txBody>
                    <a:bodyPr/>
                    <a:lstStyle/>
                    <a:p>
                      <a:pPr lvl="0" algn="ctr">
                        <a:buNone/>
                      </a:pPr>
                      <a:r>
                        <a:rPr lang="en-US" sz="1800" b="0" i="0" u="none" strike="noStrike" noProof="0" dirty="0">
                          <a:solidFill>
                            <a:srgbClr val="2F2F2F"/>
                          </a:solidFill>
                          <a:latin typeface="Book Antiqua"/>
                        </a:rPr>
                        <a:t>0.886070110701107</a:t>
                      </a:r>
                      <a:endParaRPr lang="en-US" sz="1800" dirty="0">
                        <a:latin typeface="Book Antiqua"/>
                      </a:endParaRPr>
                    </a:p>
                  </a:txBody>
                  <a:tcPr/>
                </a:tc>
                <a:extLst>
                  <a:ext uri="{0D108BD9-81ED-4DB2-BD59-A6C34878D82A}">
                    <a16:rowId xmlns:a16="http://schemas.microsoft.com/office/drawing/2014/main" val="2690684176"/>
                  </a:ext>
                </a:extLst>
              </a:tr>
              <a:tr h="684611">
                <a:tc>
                  <a:txBody>
                    <a:bodyPr/>
                    <a:lstStyle/>
                    <a:p>
                      <a:pPr algn="ctr"/>
                      <a:r>
                        <a:rPr lang="en-US" sz="1800" err="1">
                          <a:latin typeface="Book Antiqua"/>
                        </a:rPr>
                        <a:t>LogisticRegression</a:t>
                      </a:r>
                      <a:endParaRPr lang="en-US" sz="1800" dirty="0">
                        <a:latin typeface="Book Antiqua"/>
                      </a:endParaRPr>
                    </a:p>
                  </a:txBody>
                  <a:tcPr/>
                </a:tc>
                <a:tc>
                  <a:txBody>
                    <a:bodyPr/>
                    <a:lstStyle/>
                    <a:p>
                      <a:pPr algn="ctr"/>
                      <a:r>
                        <a:rPr lang="en-US" sz="1800" dirty="0">
                          <a:latin typeface="Book Antiqua"/>
                        </a:rPr>
                        <a:t>0.7239354762187167</a:t>
                      </a:r>
                    </a:p>
                  </a:txBody>
                  <a:tcPr/>
                </a:tc>
                <a:tc>
                  <a:txBody>
                    <a:bodyPr/>
                    <a:lstStyle/>
                    <a:p>
                      <a:pPr algn="ctr"/>
                      <a:r>
                        <a:rPr lang="en-US" sz="1800" dirty="0">
                          <a:latin typeface="Book Antiqua"/>
                        </a:rPr>
                        <a:t>0.7208487084870848</a:t>
                      </a:r>
                    </a:p>
                  </a:txBody>
                  <a:tcPr/>
                </a:tc>
                <a:extLst>
                  <a:ext uri="{0D108BD9-81ED-4DB2-BD59-A6C34878D82A}">
                    <a16:rowId xmlns:a16="http://schemas.microsoft.com/office/drawing/2014/main" val="1173890482"/>
                  </a:ext>
                </a:extLst>
              </a:tr>
              <a:tr h="684611">
                <a:tc>
                  <a:txBody>
                    <a:bodyPr/>
                    <a:lstStyle/>
                    <a:p>
                      <a:pPr lvl="0" algn="ctr">
                        <a:buNone/>
                      </a:pPr>
                      <a:r>
                        <a:rPr lang="en-US" sz="1800" err="1">
                          <a:latin typeface="Book Antiqua"/>
                        </a:rPr>
                        <a:t>NaïveBayes</a:t>
                      </a:r>
                      <a:endParaRPr lang="en-US" sz="1800" dirty="0">
                        <a:latin typeface="Book Antiqua"/>
                      </a:endParaRPr>
                    </a:p>
                    <a:p>
                      <a:pPr lvl="0" algn="ctr">
                        <a:buNone/>
                      </a:pPr>
                      <a:r>
                        <a:rPr lang="en-US" sz="1800" dirty="0">
                          <a:latin typeface="Book Antiqua"/>
                        </a:rPr>
                        <a:t>(</a:t>
                      </a:r>
                      <a:r>
                        <a:rPr lang="en-US" sz="1800" err="1">
                          <a:latin typeface="Book Antiqua"/>
                        </a:rPr>
                        <a:t>GuassianNB</a:t>
                      </a:r>
                      <a:r>
                        <a:rPr lang="en-US" sz="1800" dirty="0">
                          <a:latin typeface="Book Antiqua"/>
                        </a:rPr>
                        <a:t>)</a:t>
                      </a:r>
                    </a:p>
                  </a:txBody>
                  <a:tcPr/>
                </a:tc>
                <a:tc>
                  <a:txBody>
                    <a:bodyPr/>
                    <a:lstStyle/>
                    <a:p>
                      <a:pPr lvl="0" algn="ctr">
                        <a:buNone/>
                      </a:pPr>
                      <a:r>
                        <a:rPr lang="en-US" sz="1800" dirty="0">
                          <a:latin typeface="Book Antiqua"/>
                        </a:rPr>
                        <a:t>0.7021507927094452</a:t>
                      </a:r>
                    </a:p>
                  </a:txBody>
                  <a:tcPr/>
                </a:tc>
                <a:tc>
                  <a:txBody>
                    <a:bodyPr/>
                    <a:lstStyle/>
                    <a:p>
                      <a:pPr lvl="0" algn="ctr">
                        <a:buNone/>
                      </a:pPr>
                      <a:r>
                        <a:rPr lang="en-US" sz="1800" dirty="0">
                          <a:latin typeface="Book Antiqua"/>
                        </a:rPr>
                        <a:t>0.6962177121771218</a:t>
                      </a:r>
                    </a:p>
                  </a:txBody>
                  <a:tcPr/>
                </a:tc>
                <a:extLst>
                  <a:ext uri="{0D108BD9-81ED-4DB2-BD59-A6C34878D82A}">
                    <a16:rowId xmlns:a16="http://schemas.microsoft.com/office/drawing/2014/main" val="1836749173"/>
                  </a:ext>
                </a:extLst>
              </a:tr>
              <a:tr h="684611">
                <a:tc>
                  <a:txBody>
                    <a:bodyPr/>
                    <a:lstStyle/>
                    <a:p>
                      <a:pPr algn="ctr"/>
                      <a:r>
                        <a:rPr lang="en-US" sz="1800" err="1">
                          <a:latin typeface="Book Antiqua"/>
                        </a:rPr>
                        <a:t>DecisionTreeClassifier</a:t>
                      </a:r>
                      <a:endParaRPr lang="en-US" sz="1800" dirty="0">
                        <a:latin typeface="Book Antiqua"/>
                      </a:endParaRPr>
                    </a:p>
                  </a:txBody>
                  <a:tcPr/>
                </a:tc>
                <a:tc>
                  <a:txBody>
                    <a:bodyPr/>
                    <a:lstStyle/>
                    <a:p>
                      <a:pPr algn="ctr"/>
                      <a:r>
                        <a:rPr lang="en-US" sz="1800" dirty="0">
                          <a:latin typeface="Book Antiqua"/>
                        </a:rPr>
                        <a:t>1.0</a:t>
                      </a:r>
                    </a:p>
                  </a:txBody>
                  <a:tcPr/>
                </a:tc>
                <a:tc>
                  <a:txBody>
                    <a:bodyPr/>
                    <a:lstStyle/>
                    <a:p>
                      <a:pPr algn="ctr"/>
                      <a:r>
                        <a:rPr lang="en-US" sz="1800" dirty="0">
                          <a:latin typeface="Book Antiqua"/>
                        </a:rPr>
                        <a:t>0.9871309963099631</a:t>
                      </a:r>
                    </a:p>
                  </a:txBody>
                  <a:tcPr/>
                </a:tc>
                <a:extLst>
                  <a:ext uri="{0D108BD9-81ED-4DB2-BD59-A6C34878D82A}">
                    <a16:rowId xmlns:a16="http://schemas.microsoft.com/office/drawing/2014/main" val="3282719882"/>
                  </a:ext>
                </a:extLst>
              </a:tr>
              <a:tr h="684611">
                <a:tc>
                  <a:txBody>
                    <a:bodyPr/>
                    <a:lstStyle/>
                    <a:p>
                      <a:pPr algn="ctr"/>
                      <a:r>
                        <a:rPr lang="en-US" sz="1800" err="1">
                          <a:latin typeface="Book Antiqua"/>
                        </a:rPr>
                        <a:t>RandomForestClassifier</a:t>
                      </a:r>
                      <a:endParaRPr lang="en-US" sz="1800" dirty="0">
                        <a:latin typeface="Book Antiqua"/>
                      </a:endParaRPr>
                    </a:p>
                  </a:txBody>
                  <a:tcPr/>
                </a:tc>
                <a:tc>
                  <a:txBody>
                    <a:bodyPr/>
                    <a:lstStyle/>
                    <a:p>
                      <a:pPr algn="ctr"/>
                      <a:r>
                        <a:rPr lang="en-US" sz="1800" dirty="0">
                          <a:latin typeface="Book Antiqua"/>
                        </a:rPr>
                        <a:t>1.0</a:t>
                      </a:r>
                    </a:p>
                  </a:txBody>
                  <a:tcPr/>
                </a:tc>
                <a:tc>
                  <a:txBody>
                    <a:bodyPr/>
                    <a:lstStyle/>
                    <a:p>
                      <a:pPr algn="ctr"/>
                      <a:r>
                        <a:rPr lang="en-US" sz="1800" dirty="0">
                          <a:latin typeface="Book Antiqua"/>
                        </a:rPr>
                        <a:t>0.985239852398524</a:t>
                      </a:r>
                    </a:p>
                  </a:txBody>
                  <a:tcPr/>
                </a:tc>
                <a:extLst>
                  <a:ext uri="{0D108BD9-81ED-4DB2-BD59-A6C34878D82A}">
                    <a16:rowId xmlns:a16="http://schemas.microsoft.com/office/drawing/2014/main" val="2564721033"/>
                  </a:ext>
                </a:extLst>
              </a:tr>
              <a:tr h="604071">
                <a:tc>
                  <a:txBody>
                    <a:bodyPr/>
                    <a:lstStyle/>
                    <a:p>
                      <a:pPr algn="ctr"/>
                      <a:r>
                        <a:rPr lang="en-US" sz="1800" err="1">
                          <a:latin typeface="Book Antiqua"/>
                        </a:rPr>
                        <a:t>AdaBoostClassifier</a:t>
                      </a:r>
                      <a:endParaRPr lang="en-US" sz="1800" dirty="0">
                        <a:latin typeface="Book Antiqua"/>
                      </a:endParaRPr>
                    </a:p>
                  </a:txBody>
                  <a:tcPr/>
                </a:tc>
                <a:tc>
                  <a:txBody>
                    <a:bodyPr/>
                    <a:lstStyle/>
                    <a:p>
                      <a:pPr algn="ctr"/>
                      <a:r>
                        <a:rPr lang="en-US" sz="1800" dirty="0">
                          <a:latin typeface="Book Antiqua"/>
                        </a:rPr>
                        <a:t>0.7561973668603962</a:t>
                      </a:r>
                    </a:p>
                  </a:txBody>
                  <a:tcPr/>
                </a:tc>
                <a:tc>
                  <a:txBody>
                    <a:bodyPr/>
                    <a:lstStyle/>
                    <a:p>
                      <a:pPr algn="ctr"/>
                      <a:r>
                        <a:rPr lang="en-US" sz="1800" dirty="0">
                          <a:latin typeface="Book Antiqua"/>
                        </a:rPr>
                        <a:t>0.7589944649446494</a:t>
                      </a:r>
                    </a:p>
                  </a:txBody>
                  <a:tcPr/>
                </a:tc>
                <a:extLst>
                  <a:ext uri="{0D108BD9-81ED-4DB2-BD59-A6C34878D82A}">
                    <a16:rowId xmlns:a16="http://schemas.microsoft.com/office/drawing/2014/main" val="1146609698"/>
                  </a:ext>
                </a:extLst>
              </a:tr>
              <a:tr h="684611">
                <a:tc>
                  <a:txBody>
                    <a:bodyPr/>
                    <a:lstStyle/>
                    <a:p>
                      <a:pPr algn="ctr"/>
                      <a:r>
                        <a:rPr lang="en-US" sz="1600" err="1">
                          <a:latin typeface="Book Antiqua"/>
                        </a:rPr>
                        <a:t>GradientBoostingClassifier</a:t>
                      </a:r>
                      <a:endParaRPr lang="en-US" sz="1600">
                        <a:latin typeface="Book Antiqua"/>
                      </a:endParaRPr>
                    </a:p>
                  </a:txBody>
                  <a:tcPr/>
                </a:tc>
                <a:tc>
                  <a:txBody>
                    <a:bodyPr/>
                    <a:lstStyle/>
                    <a:p>
                      <a:pPr lvl="0" algn="ctr">
                        <a:lnSpc>
                          <a:spcPct val="100000"/>
                        </a:lnSpc>
                        <a:spcBef>
                          <a:spcPts val="0"/>
                        </a:spcBef>
                        <a:spcAft>
                          <a:spcPts val="0"/>
                        </a:spcAft>
                        <a:buNone/>
                      </a:pPr>
                      <a:r>
                        <a:rPr lang="en-US" sz="1800" b="0" i="0" u="none" strike="noStrike" noProof="0" dirty="0">
                          <a:solidFill>
                            <a:srgbClr val="2F2F2F"/>
                          </a:solidFill>
                          <a:latin typeface="Book Antiqua"/>
                        </a:rPr>
                        <a:t>0.9588028308227573</a:t>
                      </a:r>
                    </a:p>
                    <a:p>
                      <a:pPr lvl="0" algn="ctr">
                        <a:buNone/>
                      </a:pPr>
                      <a:endParaRPr lang="en-US" sz="1800" dirty="0">
                        <a:latin typeface="Book Antiqua"/>
                      </a:endParaRPr>
                    </a:p>
                  </a:txBody>
                  <a:tcPr/>
                </a:tc>
                <a:tc>
                  <a:txBody>
                    <a:bodyPr/>
                    <a:lstStyle/>
                    <a:p>
                      <a:pPr algn="ctr"/>
                      <a:r>
                        <a:rPr lang="en-US" sz="1800" dirty="0">
                          <a:latin typeface="Book Antiqua"/>
                        </a:rPr>
                        <a:t>0.957610701170111</a:t>
                      </a:r>
                    </a:p>
                  </a:txBody>
                  <a:tcPr/>
                </a:tc>
                <a:extLst>
                  <a:ext uri="{0D108BD9-81ED-4DB2-BD59-A6C34878D82A}">
                    <a16:rowId xmlns:a16="http://schemas.microsoft.com/office/drawing/2014/main" val="3268737195"/>
                  </a:ext>
                </a:extLst>
              </a:tr>
              <a:tr h="684611">
                <a:tc>
                  <a:txBody>
                    <a:bodyPr/>
                    <a:lstStyle/>
                    <a:p>
                      <a:pPr algn="ctr"/>
                      <a:r>
                        <a:rPr lang="en-US" sz="1800" err="1">
                          <a:latin typeface="Book Antiqua"/>
                        </a:rPr>
                        <a:t>XGBClassifier</a:t>
                      </a:r>
                      <a:endParaRPr lang="en-US" sz="1800" dirty="0">
                        <a:latin typeface="Book Antiqua"/>
                      </a:endParaRPr>
                    </a:p>
                  </a:txBody>
                  <a:tcPr/>
                </a:tc>
                <a:tc>
                  <a:txBody>
                    <a:bodyPr/>
                    <a:lstStyle/>
                    <a:p>
                      <a:pPr algn="ctr"/>
                      <a:r>
                        <a:rPr lang="en-US" sz="1800" dirty="0">
                          <a:latin typeface="Book Antiqua"/>
                        </a:rPr>
                        <a:t>0.9952753726327442</a:t>
                      </a:r>
                    </a:p>
                  </a:txBody>
                  <a:tcPr/>
                </a:tc>
                <a:tc>
                  <a:txBody>
                    <a:bodyPr/>
                    <a:lstStyle/>
                    <a:p>
                      <a:pPr algn="ctr"/>
                      <a:r>
                        <a:rPr lang="en-US" sz="1800" dirty="0">
                          <a:latin typeface="Book Antiqua"/>
                        </a:rPr>
                        <a:t>0.9924815498154982</a:t>
                      </a:r>
                    </a:p>
                  </a:txBody>
                  <a:tcPr/>
                </a:tc>
                <a:extLst>
                  <a:ext uri="{0D108BD9-81ED-4DB2-BD59-A6C34878D82A}">
                    <a16:rowId xmlns:a16="http://schemas.microsoft.com/office/drawing/2014/main" val="2862507396"/>
                  </a:ext>
                </a:extLst>
              </a:tr>
            </a:tbl>
          </a:graphicData>
        </a:graphic>
      </p:graphicFrame>
    </p:spTree>
    <p:extLst>
      <p:ext uri="{BB962C8B-B14F-4D97-AF65-F5344CB8AC3E}">
        <p14:creationId xmlns:p14="http://schemas.microsoft.com/office/powerpoint/2010/main" val="301414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id="{2098F746-4D00-3DF5-2836-FBC6DE693CDB}"/>
              </a:ext>
            </a:extLst>
          </p:cNvPr>
          <p:cNvSpPr txBox="1"/>
          <p:nvPr/>
        </p:nvSpPr>
        <p:spPr>
          <a:xfrm>
            <a:off x="810381" y="1106714"/>
            <a:ext cx="8345714" cy="35394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IN" sz="2400" u="sng" dirty="0">
                <a:latin typeface="Book Antiqua"/>
                <a:cs typeface="Times New Roman"/>
              </a:rPr>
              <a:t>Selected metrices</a:t>
            </a:r>
            <a:r>
              <a:rPr lang="en-IN" sz="2400" u="sng" kern="1200" dirty="0">
                <a:latin typeface="Book Antiqua"/>
                <a:cs typeface="Times New Roman"/>
              </a:rPr>
              <a:t> result:</a:t>
            </a:r>
            <a:r>
              <a:rPr lang="en-IN" sz="2800" u="sng" kern="1200" dirty="0">
                <a:latin typeface="Times New Roman"/>
                <a:ea typeface="+mn-ea"/>
                <a:cs typeface="Times New Roman"/>
              </a:rPr>
              <a:t> </a:t>
            </a:r>
          </a:p>
          <a:p>
            <a:pPr marL="0" indent="0" algn="l" rtl="0"/>
            <a:endParaRPr lang="en-IN"/>
          </a:p>
          <a:p>
            <a:pPr marL="342900" indent="-342900" algn="l" rtl="0">
              <a:buFont typeface="Wingdings"/>
              <a:buChar char="§"/>
            </a:pPr>
            <a:r>
              <a:rPr lang="en-US" sz="2000" dirty="0">
                <a:latin typeface="Book Antiqua"/>
                <a:cs typeface="Times New Roman"/>
              </a:rPr>
              <a:t>Accuracy score: Overall proportion of correctly classified instances.</a:t>
            </a:r>
          </a:p>
          <a:p>
            <a:pPr marL="342900" indent="-342900" algn="l" rtl="0">
              <a:buFont typeface="Wingdings"/>
              <a:buChar char="§"/>
            </a:pPr>
            <a:r>
              <a:rPr lang="en-US" sz="2000" dirty="0">
                <a:latin typeface="Book Antiqua"/>
                <a:cs typeface="Times New Roman"/>
              </a:rPr>
              <a:t>    Accuracy score: 99.24815498154982</a:t>
            </a:r>
          </a:p>
          <a:p>
            <a:pPr marL="342900" indent="-342900" algn="l" rtl="0">
              <a:buFont typeface="Wingdings"/>
              <a:buChar char="§"/>
            </a:pPr>
            <a:endParaRPr lang="en-IN" sz="2000" dirty="0">
              <a:latin typeface="Book Antiqua"/>
            </a:endParaRPr>
          </a:p>
          <a:p>
            <a:pPr marL="342900" indent="-342900" algn="l" rtl="0">
              <a:buFont typeface="Wingdings"/>
              <a:buChar char="§"/>
            </a:pPr>
            <a:r>
              <a:rPr lang="en-US" sz="2000" dirty="0">
                <a:latin typeface="Book Antiqua"/>
                <a:cs typeface="Times New Roman"/>
              </a:rPr>
              <a:t>Weighted Average: Average of precision, recall, and F1 score, weighted by the number of true instances for each class.</a:t>
            </a:r>
          </a:p>
          <a:p>
            <a:pPr marL="342900" indent="-342900">
              <a:buFont typeface="Wingdings"/>
              <a:buChar char="§"/>
            </a:pPr>
            <a:r>
              <a:rPr lang="en-IN" sz="2000" dirty="0">
                <a:latin typeface="Book Antiqua"/>
                <a:cs typeface="Times New Roman"/>
              </a:rPr>
              <a:t>   </a:t>
            </a:r>
            <a:r>
              <a:rPr lang="en-US" sz="2000" dirty="0">
                <a:latin typeface="Book Antiqua"/>
                <a:cs typeface="Times New Roman"/>
              </a:rPr>
              <a:t>Precision: 0.99 </a:t>
            </a:r>
          </a:p>
          <a:p>
            <a:pPr marL="342900" indent="-342900" algn="l" rtl="0">
              <a:buFont typeface="Wingdings"/>
              <a:buChar char="§"/>
            </a:pPr>
            <a:r>
              <a:rPr lang="en-US" sz="2000" dirty="0">
                <a:latin typeface="Book Antiqua"/>
                <a:cs typeface="Times New Roman"/>
              </a:rPr>
              <a:t>   Recall: 0.99</a:t>
            </a:r>
          </a:p>
          <a:p>
            <a:pPr marL="342900" indent="-342900" algn="l" rtl="0">
              <a:buFont typeface="Wingdings"/>
              <a:buChar char="§"/>
            </a:pPr>
            <a:r>
              <a:rPr lang="en-US" sz="2000" dirty="0">
                <a:latin typeface="Book Antiqua"/>
                <a:cs typeface="Times New Roman"/>
              </a:rPr>
              <a:t>   F1 Score: 0.99</a:t>
            </a:r>
          </a:p>
          <a:p>
            <a:pPr algn="ctr"/>
            <a:endParaRPr lang="en-US"/>
          </a:p>
        </p:txBody>
      </p:sp>
    </p:spTree>
    <p:extLst>
      <p:ext uri="{BB962C8B-B14F-4D97-AF65-F5344CB8AC3E}">
        <p14:creationId xmlns:p14="http://schemas.microsoft.com/office/powerpoint/2010/main" val="33047234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8B5E49-1830-7F44-FE5E-D9B670A0DC24}"/>
              </a:ext>
            </a:extLst>
          </p:cNvPr>
          <p:cNvSpPr>
            <a:spLocks noGrp="1"/>
          </p:cNvSpPr>
          <p:nvPr>
            <p:ph type="title"/>
          </p:nvPr>
        </p:nvSpPr>
        <p:spPr>
          <a:xfrm>
            <a:off x="1313395" y="209450"/>
            <a:ext cx="9386350" cy="854068"/>
          </a:xfrm>
        </p:spPr>
        <p:txBody>
          <a:bodyPr/>
          <a:lstStyle/>
          <a:p>
            <a:r>
              <a:rPr lang="en-US" sz="4000" b="0" dirty="0">
                <a:solidFill>
                  <a:srgbClr val="000000"/>
                </a:solidFill>
                <a:latin typeface="Book Antiqua"/>
                <a:ea typeface="Segoe UI Black"/>
                <a:cs typeface="Times New Roman"/>
              </a:rPr>
              <a:t>INSIGHTS AND RECOMMENDATION</a:t>
            </a:r>
            <a:endParaRPr lang="en-US" sz="4000">
              <a:latin typeface="Book Antiqua"/>
            </a:endParaRPr>
          </a:p>
        </p:txBody>
      </p:sp>
      <p:sp>
        <p:nvSpPr>
          <p:cNvPr id="10" name="Content Placeholder 9">
            <a:extLst>
              <a:ext uri="{FF2B5EF4-FFF2-40B4-BE49-F238E27FC236}">
                <a16:creationId xmlns:a16="http://schemas.microsoft.com/office/drawing/2014/main" id="{36597CFF-9729-39FC-D6B2-365D6A645387}"/>
              </a:ext>
            </a:extLst>
          </p:cNvPr>
          <p:cNvSpPr>
            <a:spLocks noGrp="1"/>
          </p:cNvSpPr>
          <p:nvPr>
            <p:ph idx="1"/>
          </p:nvPr>
        </p:nvSpPr>
        <p:spPr>
          <a:xfrm>
            <a:off x="906416" y="1065177"/>
            <a:ext cx="10797233" cy="5388570"/>
          </a:xfrm>
        </p:spPr>
        <p:txBody>
          <a:bodyPr vert="horz" lIns="0" tIns="0" rIns="0" bIns="0" rtlCol="0" anchor="t">
            <a:noAutofit/>
          </a:bodyPr>
          <a:lstStyle/>
          <a:p>
            <a:r>
              <a:rPr lang="en-US" sz="2400" b="1" u="sng" dirty="0">
                <a:latin typeface="Book Antiqua"/>
              </a:rPr>
              <a:t>KEY INSIGHTS</a:t>
            </a:r>
          </a:p>
          <a:p>
            <a:pPr marL="342900" indent="-342900">
              <a:buFont typeface="Wingdings" panose="020B0604020202020204" pitchFamily="34" charset="0"/>
              <a:buChar char="§"/>
            </a:pPr>
            <a:r>
              <a:rPr lang="en-US" sz="2400">
                <a:latin typeface="Book Antiqua"/>
              </a:rPr>
              <a:t>Overtime Influence</a:t>
            </a:r>
            <a:endParaRPr lang="en-US" sz="2400">
              <a:latin typeface="Book Antiqua"/>
              <a:cs typeface="Arial"/>
            </a:endParaRPr>
          </a:p>
          <a:p>
            <a:r>
              <a:rPr lang="en-US" sz="2000" dirty="0">
                <a:latin typeface="Book Antiqua"/>
                <a:ea typeface="+mn-lt"/>
                <a:cs typeface="+mn-lt"/>
              </a:rPr>
              <a:t>Employees who frequently work overtime show a higher attrition rate compared to others.</a:t>
            </a:r>
            <a:endParaRPr lang="en-US" sz="2000" dirty="0">
              <a:latin typeface="Book Antiqua"/>
              <a:cs typeface="Arial"/>
            </a:endParaRPr>
          </a:p>
          <a:p>
            <a:pPr marL="342900" indent="-342900">
              <a:buFont typeface="Wingdings" panose="020B0604020202020204" pitchFamily="34" charset="0"/>
              <a:buChar char="§"/>
            </a:pPr>
            <a:r>
              <a:rPr lang="en-US" sz="2400">
                <a:latin typeface="Book Antiqua"/>
              </a:rPr>
              <a:t>Job Satisfaction &amp; Work-Life Balance</a:t>
            </a:r>
            <a:endParaRPr lang="en-US" sz="2400">
              <a:latin typeface="Book Antiqua"/>
              <a:cs typeface="Arial"/>
            </a:endParaRPr>
          </a:p>
          <a:p>
            <a:r>
              <a:rPr lang="en-US" sz="2000" dirty="0">
                <a:latin typeface="Book Antiqua"/>
                <a:ea typeface="+mn-lt"/>
                <a:cs typeface="+mn-lt"/>
              </a:rPr>
              <a:t>Low job satisfaction and poor work-life balance significantly increase the risk of employee resignation.</a:t>
            </a:r>
            <a:endParaRPr lang="en-US" sz="2000" dirty="0">
              <a:latin typeface="Book Antiqua"/>
            </a:endParaRPr>
          </a:p>
          <a:p>
            <a:pPr marL="342900" indent="-342900">
              <a:buFont typeface="Wingdings" panose="020B0604020202020204" pitchFamily="34" charset="0"/>
              <a:buChar char="§"/>
            </a:pPr>
            <a:r>
              <a:rPr lang="en-US" sz="2400" dirty="0">
                <a:latin typeface="Book Antiqua"/>
              </a:rPr>
              <a:t>Salary &amp; Tenure Impact</a:t>
            </a:r>
            <a:endParaRPr lang="en-US" sz="2400" dirty="0">
              <a:latin typeface="Book Antiqua"/>
              <a:cs typeface="Arial"/>
            </a:endParaRPr>
          </a:p>
          <a:p>
            <a:r>
              <a:rPr lang="en-US" sz="2000" dirty="0">
                <a:latin typeface="Book Antiqua"/>
                <a:ea typeface="+mn-lt"/>
                <a:cs typeface="+mn-lt"/>
              </a:rPr>
              <a:t>Employees with lower monthly income and fewer years at the company are more likely to leave.</a:t>
            </a:r>
            <a:endParaRPr lang="en-US" sz="2000" dirty="0">
              <a:latin typeface="Book Antiqua"/>
            </a:endParaRPr>
          </a:p>
          <a:p>
            <a:pPr marL="342900" indent="-342900">
              <a:buFont typeface="Wingdings" panose="020B0604020202020204" pitchFamily="34" charset="0"/>
              <a:buChar char="§"/>
            </a:pPr>
            <a:r>
              <a:rPr lang="en-US" sz="2400">
                <a:latin typeface="Book Antiqua"/>
              </a:rPr>
              <a:t>Model Performance</a:t>
            </a:r>
            <a:endParaRPr lang="en-US" sz="2400">
              <a:latin typeface="Book Antiqua"/>
              <a:cs typeface="Arial"/>
            </a:endParaRPr>
          </a:p>
          <a:p>
            <a:r>
              <a:rPr lang="en-US" sz="2000" dirty="0">
                <a:latin typeface="Book Antiqua"/>
                <a:ea typeface="+mn-lt"/>
                <a:cs typeface="+mn-lt"/>
              </a:rPr>
              <a:t>After applying SMOTE and hyperparameter tuning, the model achieved high accuracy and demonstrated reliable and stable performance.</a:t>
            </a:r>
            <a:endParaRPr lang="en-US" sz="2000" dirty="0">
              <a:latin typeface="Book Antiqua"/>
            </a:endParaRPr>
          </a:p>
          <a:p>
            <a:endParaRPr lang="en-US" sz="2000" dirty="0">
              <a:latin typeface="Book Antiqua"/>
              <a:cs typeface="Arial"/>
            </a:endParaRPr>
          </a:p>
        </p:txBody>
      </p:sp>
    </p:spTree>
    <p:extLst>
      <p:ext uri="{BB962C8B-B14F-4D97-AF65-F5344CB8AC3E}">
        <p14:creationId xmlns:p14="http://schemas.microsoft.com/office/powerpoint/2010/main" val="5176632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Content Placeholder 9">
            <a:extLst>
              <a:ext uri="{FF2B5EF4-FFF2-40B4-BE49-F238E27FC236}">
                <a16:creationId xmlns:a16="http://schemas.microsoft.com/office/drawing/2014/main" id="{5BECFD8F-B067-2132-8635-EF907A335CCD}"/>
              </a:ext>
            </a:extLst>
          </p:cNvPr>
          <p:cNvSpPr>
            <a:spLocks noGrp="1"/>
          </p:cNvSpPr>
          <p:nvPr>
            <p:ph idx="1"/>
          </p:nvPr>
        </p:nvSpPr>
        <p:spPr>
          <a:xfrm>
            <a:off x="1302023" y="1549346"/>
            <a:ext cx="9582065" cy="3958265"/>
          </a:xfrm>
        </p:spPr>
        <p:txBody>
          <a:bodyPr vert="horz" lIns="0" tIns="0" rIns="0" bIns="0" rtlCol="0" anchor="t">
            <a:normAutofit/>
          </a:bodyPr>
          <a:lstStyle/>
          <a:p>
            <a:r>
              <a:rPr lang="en-US" sz="2400" b="1" u="sng" dirty="0">
                <a:latin typeface="Book Antiqua"/>
              </a:rPr>
              <a:t>Recommendations</a:t>
            </a:r>
          </a:p>
          <a:p>
            <a:pPr marL="342900" indent="-342900">
              <a:buFont typeface="Wingdings"/>
              <a:buChar char="§"/>
            </a:pPr>
            <a:r>
              <a:rPr lang="en-US" sz="2000" dirty="0">
                <a:latin typeface="Book Antiqua"/>
                <a:ea typeface="+mn-lt"/>
                <a:cs typeface="+mn-lt"/>
              </a:rPr>
              <a:t>Reduce excessive overtime and improve work-life balance.</a:t>
            </a:r>
            <a:endParaRPr lang="en-US" sz="2000">
              <a:latin typeface="Book Antiqua"/>
            </a:endParaRPr>
          </a:p>
          <a:p>
            <a:pPr marL="342900" indent="-342900">
              <a:buFont typeface="Wingdings"/>
              <a:buChar char="§"/>
            </a:pPr>
            <a:r>
              <a:rPr lang="en-US" sz="2000" dirty="0">
                <a:latin typeface="Book Antiqua"/>
                <a:ea typeface="+mn-lt"/>
                <a:cs typeface="+mn-lt"/>
              </a:rPr>
              <a:t>Enhance employee engagement and satisfaction programs.</a:t>
            </a:r>
            <a:endParaRPr lang="en-US" sz="2000">
              <a:latin typeface="Book Antiqua"/>
            </a:endParaRPr>
          </a:p>
          <a:p>
            <a:pPr marL="342900" indent="-342900">
              <a:buFont typeface="Wingdings"/>
              <a:buChar char="§"/>
            </a:pPr>
            <a:r>
              <a:rPr lang="en-US" sz="2000" dirty="0">
                <a:latin typeface="Book Antiqua"/>
                <a:ea typeface="+mn-lt"/>
                <a:cs typeface="+mn-lt"/>
              </a:rPr>
              <a:t>Review salary and promotion policies.</a:t>
            </a:r>
            <a:endParaRPr lang="en-US" sz="2000">
              <a:latin typeface="Book Antiqua"/>
            </a:endParaRPr>
          </a:p>
          <a:p>
            <a:pPr marL="342900" indent="-342900">
              <a:buFont typeface="Wingdings"/>
              <a:buChar char="§"/>
            </a:pPr>
            <a:r>
              <a:rPr lang="en-US" sz="2000" dirty="0">
                <a:latin typeface="Book Antiqua"/>
                <a:ea typeface="+mn-lt"/>
                <a:cs typeface="+mn-lt"/>
              </a:rPr>
              <a:t>Use predictive model for </a:t>
            </a:r>
            <a:r>
              <a:rPr lang="en-US" sz="2000" b="1" dirty="0">
                <a:latin typeface="Book Antiqua"/>
                <a:ea typeface="+mn-lt"/>
                <a:cs typeface="+mn-lt"/>
              </a:rPr>
              <a:t>early identification of high-risk employees</a:t>
            </a:r>
            <a:r>
              <a:rPr lang="en-US" sz="2000" dirty="0">
                <a:latin typeface="Book Antiqua"/>
                <a:ea typeface="+mn-lt"/>
                <a:cs typeface="+mn-lt"/>
              </a:rPr>
              <a:t>.</a:t>
            </a:r>
            <a:endParaRPr lang="en-US" sz="2000">
              <a:latin typeface="Book Antiqua"/>
            </a:endParaRPr>
          </a:p>
          <a:p>
            <a:pPr marL="342900" indent="-342900">
              <a:buFont typeface="Wingdings"/>
              <a:buChar char="§"/>
            </a:pPr>
            <a:r>
              <a:rPr lang="en-US" sz="2000" dirty="0">
                <a:latin typeface="Book Antiqua"/>
                <a:ea typeface="+mn-lt"/>
                <a:cs typeface="+mn-lt"/>
              </a:rPr>
              <a:t>Continuously monitor and update the model with new data.</a:t>
            </a:r>
            <a:endParaRPr lang="en-US" sz="2000">
              <a:latin typeface="Book Antiqua"/>
            </a:endParaRPr>
          </a:p>
          <a:p>
            <a:endParaRPr lang="en-US" sz="2000" dirty="0">
              <a:latin typeface="Book Antiqua"/>
              <a:cs typeface="Arial"/>
            </a:endParaRPr>
          </a:p>
        </p:txBody>
      </p:sp>
    </p:spTree>
    <p:extLst>
      <p:ext uri="{BB962C8B-B14F-4D97-AF65-F5344CB8AC3E}">
        <p14:creationId xmlns:p14="http://schemas.microsoft.com/office/powerpoint/2010/main" val="203695859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Text Placeholder 28">
            <a:extLst>
              <a:ext uri="{FF2B5EF4-FFF2-40B4-BE49-F238E27FC236}">
                <a16:creationId xmlns:a16="http://schemas.microsoft.com/office/drawing/2014/main" id="{2BB5A2A3-BCE7-B397-C331-72305FB27FB8}"/>
              </a:ext>
            </a:extLst>
          </p:cNvPr>
          <p:cNvSpPr>
            <a:spLocks noGrp="1"/>
          </p:cNvSpPr>
          <p:nvPr>
            <p:ph type="body" sz="quarter" idx="22"/>
          </p:nvPr>
        </p:nvSpPr>
        <p:spPr>
          <a:xfrm>
            <a:off x="1120546" y="1343682"/>
            <a:ext cx="9960629" cy="4149445"/>
          </a:xfrm>
        </p:spPr>
        <p:txBody>
          <a:bodyPr vert="horz" lIns="0" tIns="0" rIns="0" bIns="0" rtlCol="0" anchor="t">
            <a:noAutofit/>
          </a:bodyPr>
          <a:lstStyle/>
          <a:p>
            <a:r>
              <a:rPr lang="en-US" sz="2800" b="1" u="sng" dirty="0">
                <a:solidFill>
                  <a:schemeClr val="tx1"/>
                </a:solidFill>
                <a:latin typeface="Book Antiqua"/>
              </a:rPr>
              <a:t>Implementation Steps</a:t>
            </a:r>
          </a:p>
          <a:p>
            <a:pPr marL="342900" indent="-342900">
              <a:buFont typeface="Wingdings" panose="020B0604020202020204" pitchFamily="34" charset="0"/>
              <a:buChar char="§"/>
            </a:pPr>
            <a:r>
              <a:rPr lang="en-US" sz="2400" dirty="0">
                <a:solidFill>
                  <a:schemeClr val="tx1"/>
                </a:solidFill>
                <a:latin typeface="Book Antiqua"/>
                <a:ea typeface="+mn-lt"/>
                <a:cs typeface="+mn-lt"/>
              </a:rPr>
              <a:t>Deploy Model </a:t>
            </a:r>
            <a:endParaRPr lang="en-US" sz="2000" dirty="0">
              <a:solidFill>
                <a:schemeClr val="tx1"/>
              </a:solidFill>
              <a:latin typeface="Book Antiqua"/>
              <a:ea typeface="+mn-lt"/>
              <a:cs typeface="+mn-lt"/>
            </a:endParaRPr>
          </a:p>
          <a:p>
            <a:r>
              <a:rPr lang="en-US" sz="2000" dirty="0">
                <a:solidFill>
                  <a:schemeClr val="tx1"/>
                </a:solidFill>
                <a:latin typeface="Book Antiqua"/>
                <a:ea typeface="+mn-lt"/>
                <a:cs typeface="+mn-lt"/>
              </a:rPr>
              <a:t> Integrate the trained attrition prediction model into the HR management system to identify high-risk employees.</a:t>
            </a:r>
            <a:endParaRPr lang="en-US" sz="2000">
              <a:solidFill>
                <a:schemeClr val="tx1"/>
              </a:solidFill>
              <a:latin typeface="Book Antiqua"/>
            </a:endParaRPr>
          </a:p>
          <a:p>
            <a:pPr marL="342900" indent="-342900">
              <a:buFont typeface="Wingdings" panose="020B0604020202020204" pitchFamily="34" charset="0"/>
              <a:buChar char="§"/>
            </a:pPr>
            <a:r>
              <a:rPr lang="en-US" sz="2400" dirty="0">
                <a:solidFill>
                  <a:schemeClr val="tx1"/>
                </a:solidFill>
                <a:latin typeface="Book Antiqua"/>
                <a:ea typeface="+mn-lt"/>
                <a:cs typeface="+mn-lt"/>
              </a:rPr>
              <a:t>Set Up Monitoring </a:t>
            </a:r>
            <a:endParaRPr lang="en-US" sz="2000" dirty="0">
              <a:solidFill>
                <a:schemeClr val="tx1"/>
              </a:solidFill>
              <a:latin typeface="Book Antiqua"/>
              <a:ea typeface="+mn-lt"/>
              <a:cs typeface="+mn-lt"/>
            </a:endParaRPr>
          </a:p>
          <a:p>
            <a:r>
              <a:rPr lang="en-US" sz="2000" dirty="0">
                <a:solidFill>
                  <a:schemeClr val="tx1"/>
                </a:solidFill>
                <a:latin typeface="Book Antiqua"/>
                <a:ea typeface="+mn-lt"/>
                <a:cs typeface="+mn-lt"/>
              </a:rPr>
              <a:t>Track employee satisfaction, overtime, and performance metrics regularly.</a:t>
            </a:r>
            <a:endParaRPr lang="en-US" sz="2000">
              <a:solidFill>
                <a:schemeClr val="tx1"/>
              </a:solidFill>
              <a:latin typeface="Book Antiqua"/>
            </a:endParaRPr>
          </a:p>
          <a:p>
            <a:pPr marL="342900" indent="-342900">
              <a:buFont typeface="Wingdings" panose="020B0604020202020204" pitchFamily="34" charset="0"/>
              <a:buChar char="§"/>
            </a:pPr>
            <a:r>
              <a:rPr lang="en-US" sz="2400" dirty="0">
                <a:solidFill>
                  <a:schemeClr val="tx1"/>
                </a:solidFill>
                <a:latin typeface="Book Antiqua"/>
                <a:ea typeface="+mn-lt"/>
                <a:cs typeface="+mn-lt"/>
              </a:rPr>
              <a:t>HR Intervention Strategy :</a:t>
            </a:r>
            <a:r>
              <a:rPr lang="en-US" sz="2000" dirty="0">
                <a:solidFill>
                  <a:schemeClr val="tx1"/>
                </a:solidFill>
                <a:latin typeface="Book Antiqua"/>
                <a:ea typeface="+mn-lt"/>
                <a:cs typeface="+mn-lt"/>
              </a:rPr>
              <a:t>HR team should take proactive actions such as counseling, role change, or salary review for high-risk employees.</a:t>
            </a:r>
            <a:endParaRPr lang="en-US" sz="2000" dirty="0">
              <a:solidFill>
                <a:schemeClr val="tx1"/>
              </a:solidFill>
              <a:latin typeface="Book Antiqua"/>
            </a:endParaRPr>
          </a:p>
          <a:p>
            <a:pPr marL="342900" indent="-342900">
              <a:buFont typeface="Wingdings" panose="020B0604020202020204" pitchFamily="34" charset="0"/>
              <a:buChar char="§"/>
            </a:pPr>
            <a:r>
              <a:rPr lang="en-US" sz="2400" dirty="0">
                <a:solidFill>
                  <a:schemeClr val="tx1"/>
                </a:solidFill>
                <a:latin typeface="Book Antiqua"/>
                <a:ea typeface="+mn-lt"/>
                <a:cs typeface="+mn-lt"/>
              </a:rPr>
              <a:t>Periodic Model Updates </a:t>
            </a:r>
            <a:r>
              <a:rPr lang="en-US" sz="2000" dirty="0">
                <a:solidFill>
                  <a:schemeClr val="tx1"/>
                </a:solidFill>
                <a:latin typeface="Book Antiqua"/>
                <a:ea typeface="+mn-lt"/>
                <a:cs typeface="+mn-lt"/>
              </a:rPr>
              <a:t>:</a:t>
            </a:r>
            <a:br>
              <a:rPr lang="en-US" sz="2000" dirty="0">
                <a:solidFill>
                  <a:schemeClr val="tx1"/>
                </a:solidFill>
                <a:latin typeface="Book Antiqua"/>
                <a:ea typeface="+mn-lt"/>
                <a:cs typeface="+mn-lt"/>
              </a:rPr>
            </a:br>
            <a:r>
              <a:rPr lang="en-US" sz="2000" dirty="0">
                <a:solidFill>
                  <a:schemeClr val="tx1"/>
                </a:solidFill>
                <a:latin typeface="Book Antiqua"/>
                <a:ea typeface="+mn-lt"/>
                <a:cs typeface="+mn-lt"/>
              </a:rPr>
              <a:t> Retrain the model with updated employee data to maintain prediction accuracy.</a:t>
            </a:r>
            <a:endParaRPr lang="en-US" sz="2000" dirty="0">
              <a:solidFill>
                <a:schemeClr val="tx1"/>
              </a:solidFill>
              <a:latin typeface="Book Antiqua"/>
            </a:endParaRPr>
          </a:p>
          <a:p>
            <a:pPr marL="342900" indent="-342900">
              <a:buFont typeface="Wingdings" panose="020B0604020202020204" pitchFamily="34" charset="0"/>
              <a:buChar char="§"/>
            </a:pPr>
            <a:r>
              <a:rPr lang="en-US" sz="2400" dirty="0">
                <a:solidFill>
                  <a:schemeClr val="tx1"/>
                </a:solidFill>
                <a:latin typeface="Book Antiqua"/>
                <a:ea typeface="+mn-lt"/>
                <a:cs typeface="+mn-lt"/>
              </a:rPr>
              <a:t>Employee Feedback Loop </a:t>
            </a:r>
            <a:r>
              <a:rPr lang="en-US" sz="2000" dirty="0">
                <a:solidFill>
                  <a:schemeClr val="tx1"/>
                </a:solidFill>
                <a:latin typeface="Book Antiqua"/>
                <a:ea typeface="+mn-lt"/>
                <a:cs typeface="+mn-lt"/>
              </a:rPr>
              <a:t>:</a:t>
            </a:r>
            <a:br>
              <a:rPr lang="en-US" sz="2000" dirty="0">
                <a:solidFill>
                  <a:schemeClr val="tx1"/>
                </a:solidFill>
                <a:latin typeface="Book Antiqua"/>
                <a:ea typeface="+mn-lt"/>
                <a:cs typeface="+mn-lt"/>
              </a:rPr>
            </a:br>
            <a:r>
              <a:rPr lang="en-US" sz="2000" dirty="0">
                <a:solidFill>
                  <a:schemeClr val="tx1"/>
                </a:solidFill>
                <a:latin typeface="Book Antiqua"/>
                <a:ea typeface="+mn-lt"/>
                <a:cs typeface="+mn-lt"/>
              </a:rPr>
              <a:t> Collect continuous feedback to improve workplace policies and retention strategies.</a:t>
            </a:r>
            <a:endParaRPr lang="en-US" sz="2000" dirty="0">
              <a:solidFill>
                <a:schemeClr val="tx1"/>
              </a:solidFill>
              <a:latin typeface="Book Antiqua"/>
            </a:endParaRPr>
          </a:p>
          <a:p>
            <a:endParaRPr lang="en-US" sz="2000" dirty="0">
              <a:solidFill>
                <a:schemeClr val="tx1"/>
              </a:solidFill>
              <a:latin typeface="Book Antiqua"/>
              <a:cs typeface="Arial"/>
            </a:endParaRPr>
          </a:p>
        </p:txBody>
      </p:sp>
      <p:sp>
        <p:nvSpPr>
          <p:cNvPr id="31" name="Title 30">
            <a:extLst>
              <a:ext uri="{FF2B5EF4-FFF2-40B4-BE49-F238E27FC236}">
                <a16:creationId xmlns:a16="http://schemas.microsoft.com/office/drawing/2014/main" id="{CCD8619A-95E7-0329-F5CE-B50ACC06DDB7}"/>
              </a:ext>
            </a:extLst>
          </p:cNvPr>
          <p:cNvSpPr>
            <a:spLocks noGrp="1"/>
          </p:cNvSpPr>
          <p:nvPr>
            <p:ph type="title"/>
          </p:nvPr>
        </p:nvSpPr>
        <p:spPr>
          <a:xfrm>
            <a:off x="571045" y="204395"/>
            <a:ext cx="10504000" cy="1132258"/>
          </a:xfrm>
        </p:spPr>
        <p:txBody>
          <a:bodyPr/>
          <a:lstStyle/>
          <a:p>
            <a:pPr algn="ctr"/>
            <a:r>
              <a:rPr lang="en-US" sz="4000" b="0" dirty="0">
                <a:latin typeface="Book Antiqua"/>
                <a:ea typeface="+mj-lt"/>
                <a:cs typeface="+mj-lt"/>
              </a:rPr>
              <a:t>SOLUTION IMPLEMENTATION</a:t>
            </a:r>
            <a:endParaRPr lang="en-US" sz="4000">
              <a:latin typeface="Book Antiqua"/>
            </a:endParaRPr>
          </a:p>
        </p:txBody>
      </p:sp>
    </p:spTree>
    <p:extLst>
      <p:ext uri="{BB962C8B-B14F-4D97-AF65-F5344CB8AC3E}">
        <p14:creationId xmlns:p14="http://schemas.microsoft.com/office/powerpoint/2010/main" val="16414026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Text Placeholder 33">
            <a:extLst>
              <a:ext uri="{FF2B5EF4-FFF2-40B4-BE49-F238E27FC236}">
                <a16:creationId xmlns:a16="http://schemas.microsoft.com/office/drawing/2014/main" id="{2B38FB86-1F57-6094-2A75-36B338207C4E}"/>
              </a:ext>
            </a:extLst>
          </p:cNvPr>
          <p:cNvSpPr>
            <a:spLocks noGrp="1"/>
          </p:cNvSpPr>
          <p:nvPr>
            <p:ph type="body" sz="quarter" idx="26"/>
          </p:nvPr>
        </p:nvSpPr>
        <p:spPr>
          <a:xfrm>
            <a:off x="837243" y="1407271"/>
            <a:ext cx="10275101" cy="4696133"/>
          </a:xfrm>
        </p:spPr>
        <p:txBody>
          <a:bodyPr vert="horz" lIns="0" tIns="0" rIns="0" bIns="0" rtlCol="0" anchor="t">
            <a:noAutofit/>
          </a:bodyPr>
          <a:lstStyle/>
          <a:p>
            <a:pPr marL="342900" indent="-342900">
              <a:buFont typeface="Wingdings" panose="020B0604020202020204" pitchFamily="34" charset="0"/>
              <a:buChar char="§"/>
            </a:pPr>
            <a:r>
              <a:rPr lang="en-US" sz="2400" dirty="0">
                <a:solidFill>
                  <a:schemeClr val="tx1"/>
                </a:solidFill>
                <a:latin typeface="Book Antiqua"/>
                <a:ea typeface="+mn-lt"/>
                <a:cs typeface="+mn-lt"/>
              </a:rPr>
              <a:t>Reduced Attrition Rate :</a:t>
            </a:r>
            <a:br>
              <a:rPr lang="en-US" sz="2400" dirty="0">
                <a:latin typeface="Book Antiqua"/>
                <a:ea typeface="+mn-lt"/>
                <a:cs typeface="+mn-lt"/>
              </a:rPr>
            </a:br>
            <a:r>
              <a:rPr lang="en-US" sz="2000" dirty="0">
                <a:solidFill>
                  <a:schemeClr val="tx1"/>
                </a:solidFill>
                <a:latin typeface="Book Antiqua"/>
                <a:ea typeface="+mn-lt"/>
                <a:cs typeface="+mn-lt"/>
              </a:rPr>
              <a:t> Early identification of employees likely to leave helps reduce turnover.</a:t>
            </a:r>
            <a:endParaRPr lang="en-US" sz="2000">
              <a:solidFill>
                <a:schemeClr val="tx1"/>
              </a:solidFill>
              <a:latin typeface="Book Antiqua"/>
            </a:endParaRPr>
          </a:p>
          <a:p>
            <a:pPr marL="342900" indent="-342900">
              <a:buFont typeface="Wingdings" panose="020B0604020202020204" pitchFamily="34" charset="0"/>
              <a:buChar char="§"/>
            </a:pPr>
            <a:r>
              <a:rPr lang="en-US" sz="2400" dirty="0">
                <a:solidFill>
                  <a:schemeClr val="tx1"/>
                </a:solidFill>
                <a:latin typeface="Book Antiqua"/>
                <a:ea typeface="+mn-lt"/>
                <a:cs typeface="+mn-lt"/>
              </a:rPr>
              <a:t>Cost Savings </a:t>
            </a:r>
            <a:r>
              <a:rPr lang="en-US" sz="2000" dirty="0">
                <a:solidFill>
                  <a:schemeClr val="tx1"/>
                </a:solidFill>
                <a:latin typeface="Book Antiqua"/>
                <a:ea typeface="+mn-lt"/>
                <a:cs typeface="+mn-lt"/>
              </a:rPr>
              <a:t>:</a:t>
            </a:r>
            <a:br>
              <a:rPr lang="en-US" sz="2000" dirty="0">
                <a:solidFill>
                  <a:schemeClr val="tx1"/>
                </a:solidFill>
                <a:latin typeface="Book Antiqua"/>
                <a:ea typeface="+mn-lt"/>
                <a:cs typeface="+mn-lt"/>
              </a:rPr>
            </a:br>
            <a:r>
              <a:rPr lang="en-US" sz="2000" dirty="0">
                <a:solidFill>
                  <a:schemeClr val="tx1"/>
                </a:solidFill>
                <a:latin typeface="Book Antiqua"/>
                <a:ea typeface="+mn-lt"/>
                <a:cs typeface="+mn-lt"/>
              </a:rPr>
              <a:t> Lower hiring and training costs due to improved employee retention.</a:t>
            </a:r>
            <a:endParaRPr lang="en-US" sz="2000">
              <a:solidFill>
                <a:schemeClr val="tx1"/>
              </a:solidFill>
              <a:latin typeface="Book Antiqua"/>
            </a:endParaRPr>
          </a:p>
          <a:p>
            <a:pPr marL="342900" indent="-342900">
              <a:buFont typeface="Wingdings" panose="020B0604020202020204" pitchFamily="34" charset="0"/>
              <a:buChar char="§"/>
            </a:pPr>
            <a:r>
              <a:rPr lang="en-US" sz="2400" dirty="0">
                <a:solidFill>
                  <a:schemeClr val="tx1"/>
                </a:solidFill>
                <a:latin typeface="Book Antiqua"/>
                <a:ea typeface="+mn-lt"/>
                <a:cs typeface="+mn-lt"/>
              </a:rPr>
              <a:t>Improved Employee Satisfaction :</a:t>
            </a:r>
            <a:br>
              <a:rPr lang="en-US" sz="2400" dirty="0">
                <a:latin typeface="Book Antiqua"/>
                <a:ea typeface="+mn-lt"/>
                <a:cs typeface="+mn-lt"/>
              </a:rPr>
            </a:br>
            <a:r>
              <a:rPr lang="en-US" sz="2000" dirty="0">
                <a:solidFill>
                  <a:schemeClr val="tx1"/>
                </a:solidFill>
                <a:latin typeface="Book Antiqua"/>
                <a:ea typeface="+mn-lt"/>
                <a:cs typeface="+mn-lt"/>
              </a:rPr>
              <a:t> Addressing key issues like overtime and job satisfaction increases morale.</a:t>
            </a:r>
            <a:endParaRPr lang="en-US" sz="2000">
              <a:solidFill>
                <a:schemeClr val="tx1"/>
              </a:solidFill>
              <a:latin typeface="Book Antiqua"/>
            </a:endParaRPr>
          </a:p>
          <a:p>
            <a:pPr marL="342900" indent="-342900">
              <a:buFont typeface="Wingdings" panose="020B0604020202020204" pitchFamily="34" charset="0"/>
              <a:buChar char="§"/>
            </a:pPr>
            <a:r>
              <a:rPr lang="en-US" sz="2400" dirty="0">
                <a:solidFill>
                  <a:schemeClr val="tx1"/>
                </a:solidFill>
                <a:latin typeface="Book Antiqua"/>
                <a:ea typeface="+mn-lt"/>
                <a:cs typeface="+mn-lt"/>
              </a:rPr>
              <a:t>Data-Driven Decision Making :</a:t>
            </a:r>
            <a:br>
              <a:rPr lang="en-US" sz="2400" dirty="0">
                <a:latin typeface="Book Antiqua"/>
                <a:ea typeface="+mn-lt"/>
                <a:cs typeface="+mn-lt"/>
              </a:rPr>
            </a:br>
            <a:r>
              <a:rPr lang="en-US" sz="2000" dirty="0">
                <a:solidFill>
                  <a:schemeClr val="tx1"/>
                </a:solidFill>
                <a:latin typeface="Book Antiqua"/>
                <a:ea typeface="+mn-lt"/>
                <a:cs typeface="+mn-lt"/>
              </a:rPr>
              <a:t> HR decisions become more strategic and evidence-based.</a:t>
            </a:r>
            <a:endParaRPr lang="en-US" sz="2000">
              <a:solidFill>
                <a:schemeClr val="tx1"/>
              </a:solidFill>
              <a:latin typeface="Book Antiqua"/>
            </a:endParaRPr>
          </a:p>
          <a:p>
            <a:pPr marL="342900" indent="-342900">
              <a:buFont typeface="Wingdings" panose="020B0604020202020204" pitchFamily="34" charset="0"/>
              <a:buChar char="§"/>
            </a:pPr>
            <a:r>
              <a:rPr lang="en-US" sz="2400" dirty="0">
                <a:solidFill>
                  <a:schemeClr val="tx1"/>
                </a:solidFill>
                <a:latin typeface="Book Antiqua"/>
                <a:ea typeface="+mn-lt"/>
                <a:cs typeface="+mn-lt"/>
              </a:rPr>
              <a:t>Scalability :</a:t>
            </a:r>
            <a:br>
              <a:rPr lang="en-US" sz="2400" dirty="0">
                <a:latin typeface="Book Antiqua"/>
                <a:ea typeface="+mn-lt"/>
                <a:cs typeface="+mn-lt"/>
              </a:rPr>
            </a:br>
            <a:r>
              <a:rPr lang="en-US" sz="2000" dirty="0">
                <a:solidFill>
                  <a:schemeClr val="tx1"/>
                </a:solidFill>
                <a:latin typeface="Book Antiqua"/>
                <a:ea typeface="+mn-lt"/>
                <a:cs typeface="+mn-lt"/>
              </a:rPr>
              <a:t> Model can be applied to larger datasets and different departments.</a:t>
            </a:r>
            <a:endParaRPr lang="en-US" sz="2000">
              <a:solidFill>
                <a:schemeClr val="tx1"/>
              </a:solidFill>
              <a:latin typeface="Book Antiqua"/>
            </a:endParaRPr>
          </a:p>
          <a:p>
            <a:pPr marL="342900" indent="-342900">
              <a:buFont typeface="Wingdings" panose="020B0604020202020204" pitchFamily="34" charset="0"/>
              <a:buChar char="§"/>
            </a:pPr>
            <a:endParaRPr lang="en-US" sz="2000" dirty="0">
              <a:solidFill>
                <a:schemeClr val="tx1"/>
              </a:solidFill>
              <a:latin typeface="Book Antiqua"/>
              <a:cs typeface="Arial"/>
            </a:endParaRPr>
          </a:p>
        </p:txBody>
      </p:sp>
      <p:sp>
        <p:nvSpPr>
          <p:cNvPr id="40" name="Title 39">
            <a:extLst>
              <a:ext uri="{FF2B5EF4-FFF2-40B4-BE49-F238E27FC236}">
                <a16:creationId xmlns:a16="http://schemas.microsoft.com/office/drawing/2014/main" id="{C77EDBAA-F153-65E2-8AF3-F390572AC902}"/>
              </a:ext>
            </a:extLst>
          </p:cNvPr>
          <p:cNvSpPr>
            <a:spLocks noGrp="1"/>
          </p:cNvSpPr>
          <p:nvPr>
            <p:ph type="title"/>
          </p:nvPr>
        </p:nvSpPr>
        <p:spPr>
          <a:xfrm>
            <a:off x="844000" y="284008"/>
            <a:ext cx="10504000" cy="1155004"/>
          </a:xfrm>
        </p:spPr>
        <p:txBody>
          <a:bodyPr/>
          <a:lstStyle/>
          <a:p>
            <a:r>
              <a:rPr lang="en-US" sz="2400" u="sng" dirty="0">
                <a:latin typeface="Book Antiqua"/>
                <a:cs typeface="Arial"/>
              </a:rPr>
              <a:t>IMPACT</a:t>
            </a:r>
          </a:p>
          <a:p>
            <a:endParaRPr lang="en-US" dirty="0">
              <a:ea typeface="Segoe UI Black"/>
            </a:endParaRPr>
          </a:p>
        </p:txBody>
      </p:sp>
    </p:spTree>
    <p:extLst>
      <p:ext uri="{BB962C8B-B14F-4D97-AF65-F5344CB8AC3E}">
        <p14:creationId xmlns:p14="http://schemas.microsoft.com/office/powerpoint/2010/main" val="294227398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23F7EED9-B596-5694-A467-8E09E25D8DE9}"/>
              </a:ext>
            </a:extLst>
          </p:cNvPr>
          <p:cNvSpPr>
            <a:spLocks noGrp="1"/>
          </p:cNvSpPr>
          <p:nvPr>
            <p:ph type="title"/>
          </p:nvPr>
        </p:nvSpPr>
        <p:spPr>
          <a:xfrm>
            <a:off x="2786176" y="454807"/>
            <a:ext cx="9180819" cy="711718"/>
          </a:xfrm>
        </p:spPr>
        <p:txBody>
          <a:bodyPr/>
          <a:lstStyle/>
          <a:p>
            <a:pPr algn="ctr">
              <a:lnSpc>
                <a:spcPct val="120000"/>
              </a:lnSpc>
              <a:spcBef>
                <a:spcPts val="1000"/>
              </a:spcBef>
            </a:pPr>
            <a:r>
              <a:rPr lang="en-US" sz="4000" b="0" dirty="0">
                <a:latin typeface="Book Antiqua"/>
                <a:ea typeface="Segoe UI Black"/>
              </a:rPr>
              <a:t>CONCLUSION</a:t>
            </a:r>
            <a:endParaRPr lang="en-US">
              <a:ea typeface="Segoe UI Black"/>
            </a:endParaRPr>
          </a:p>
          <a:p>
            <a:endParaRPr lang="en-US" dirty="0">
              <a:ea typeface="Segoe UI Black"/>
            </a:endParaRPr>
          </a:p>
        </p:txBody>
      </p:sp>
      <p:sp>
        <p:nvSpPr>
          <p:cNvPr id="10" name="Text Placeholder 9">
            <a:extLst>
              <a:ext uri="{FF2B5EF4-FFF2-40B4-BE49-F238E27FC236}">
                <a16:creationId xmlns:a16="http://schemas.microsoft.com/office/drawing/2014/main" id="{DFB9B67C-CAE4-887D-14B3-2C5D2EC9C7BB}"/>
              </a:ext>
            </a:extLst>
          </p:cNvPr>
          <p:cNvSpPr>
            <a:spLocks noGrp="1"/>
          </p:cNvSpPr>
          <p:nvPr>
            <p:ph type="body" idx="1"/>
          </p:nvPr>
        </p:nvSpPr>
        <p:spPr>
          <a:xfrm>
            <a:off x="2411888" y="2013898"/>
            <a:ext cx="9555109" cy="5317659"/>
          </a:xfrm>
        </p:spPr>
        <p:txBody>
          <a:bodyPr/>
          <a:lstStyle/>
          <a:p>
            <a:pPr marL="342900" indent="-342900" algn="l">
              <a:buFont typeface="Wingdings" panose="020B0604020202020204" pitchFamily="34" charset="0"/>
              <a:buChar char="§"/>
            </a:pPr>
            <a:r>
              <a:rPr lang="en-US" sz="2000" dirty="0">
                <a:latin typeface="Book Antiqua"/>
                <a:ea typeface="+mj-lt"/>
                <a:cs typeface="+mj-lt"/>
              </a:rPr>
              <a:t>The HR Attrition Prediction project successfully developed a machine learning model to identify employees at risk of leaving the organization.</a:t>
            </a:r>
            <a:endParaRPr lang="en-US" sz="2000">
              <a:latin typeface="Book Antiqua"/>
            </a:endParaRPr>
          </a:p>
          <a:p>
            <a:pPr marL="342900" indent="-342900" algn="l">
              <a:buFont typeface="Wingdings" panose="020B0604020202020204" pitchFamily="34" charset="0"/>
              <a:buChar char="§"/>
            </a:pPr>
            <a:r>
              <a:rPr lang="en-US" sz="2000" dirty="0">
                <a:latin typeface="Book Antiqua"/>
                <a:ea typeface="+mj-lt"/>
                <a:cs typeface="+mj-lt"/>
              </a:rPr>
              <a:t>The dataset was thoroughly cleaned and preprocessed, and class imbalance was handled using SMOTE to enhance model performance.</a:t>
            </a:r>
            <a:endParaRPr lang="en-US" sz="2000">
              <a:latin typeface="Book Antiqua"/>
            </a:endParaRPr>
          </a:p>
          <a:p>
            <a:pPr marL="342900" indent="-342900" algn="l">
              <a:buFont typeface="Wingdings" panose="020B0604020202020204" pitchFamily="34" charset="0"/>
              <a:buChar char="§"/>
            </a:pPr>
            <a:r>
              <a:rPr lang="en-US" sz="2000" dirty="0">
                <a:latin typeface="Book Antiqua"/>
                <a:ea typeface="+mj-lt"/>
                <a:cs typeface="+mj-lt"/>
              </a:rPr>
              <a:t>The analysis identified key factors influencing attrition, including overtime, job satisfaction, monthly income, work-life balance, and years at the company.</a:t>
            </a:r>
            <a:endParaRPr lang="en-US" sz="2000">
              <a:latin typeface="Book Antiqua"/>
            </a:endParaRPr>
          </a:p>
          <a:p>
            <a:pPr marL="342900" indent="-342900" algn="l">
              <a:buFont typeface="Wingdings" panose="020B0604020202020204" pitchFamily="34" charset="0"/>
              <a:buChar char="§"/>
            </a:pPr>
            <a:r>
              <a:rPr lang="en-US" sz="2000" dirty="0">
                <a:latin typeface="Book Antiqua"/>
                <a:ea typeface="+mj-lt"/>
                <a:cs typeface="+mj-lt"/>
              </a:rPr>
              <a:t>The model achieved strong accuracy through proper training and hyperparameter tuning.</a:t>
            </a:r>
            <a:endParaRPr lang="en-US" sz="2000">
              <a:latin typeface="Book Antiqua"/>
            </a:endParaRPr>
          </a:p>
          <a:p>
            <a:pPr marL="342900" indent="-342900" algn="l">
              <a:buFont typeface="Wingdings" panose="020B0604020202020204" pitchFamily="34" charset="0"/>
              <a:buChar char="§"/>
            </a:pPr>
            <a:r>
              <a:rPr lang="en-US" sz="2000" dirty="0">
                <a:latin typeface="Book Antiqua"/>
                <a:ea typeface="+mj-lt"/>
                <a:cs typeface="+mj-lt"/>
              </a:rPr>
              <a:t>This project demonstrates the importance of data-driven HR strategies in reducing employee turnover and improving organizational stability.</a:t>
            </a:r>
            <a:endParaRPr lang="en-US" sz="2000">
              <a:latin typeface="Book Antiqua"/>
            </a:endParaRPr>
          </a:p>
          <a:p>
            <a:pPr marL="342900" indent="-342900" algn="l">
              <a:buFont typeface="Wingdings" panose="020B0604020202020204" pitchFamily="34" charset="0"/>
              <a:buChar char="§"/>
            </a:pPr>
            <a:r>
              <a:rPr lang="en-US" sz="2000" dirty="0">
                <a:latin typeface="Book Antiqua"/>
                <a:ea typeface="+mj-lt"/>
                <a:cs typeface="+mj-lt"/>
              </a:rPr>
              <a:t>For future enhancement, additional behavioral features and real-time monitoring systems can be integrated to further improve prediction capability and decision-making efficiency.</a:t>
            </a:r>
            <a:endParaRPr lang="en-US" sz="2000">
              <a:latin typeface="Book Antiqua"/>
            </a:endParaRPr>
          </a:p>
          <a:p>
            <a:endParaRPr lang="en-US" dirty="0">
              <a:ea typeface="Segoe UI Black"/>
            </a:endParaRPr>
          </a:p>
        </p:txBody>
      </p:sp>
    </p:spTree>
    <p:extLst>
      <p:ext uri="{BB962C8B-B14F-4D97-AF65-F5344CB8AC3E}">
        <p14:creationId xmlns:p14="http://schemas.microsoft.com/office/powerpoint/2010/main" val="30621264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C0FB4AB-7EBB-ED7D-2267-A21053E48040}"/>
              </a:ext>
            </a:extLst>
          </p:cNvPr>
          <p:cNvSpPr>
            <a:spLocks noGrp="1"/>
          </p:cNvSpPr>
          <p:nvPr>
            <p:ph type="title"/>
          </p:nvPr>
        </p:nvSpPr>
        <p:spPr>
          <a:xfrm>
            <a:off x="1085864" y="1532081"/>
            <a:ext cx="5273221" cy="3793838"/>
          </a:xfrm>
        </p:spPr>
        <p:txBody>
          <a:bodyPr/>
          <a:lstStyle/>
          <a:p>
            <a:r>
              <a:rPr lang="en-US" altLang="zh-CN"/>
              <a:t>Thank You</a:t>
            </a:r>
            <a:endParaRPr lang="en-GB"/>
          </a:p>
        </p:txBody>
      </p:sp>
      <p:pic>
        <p:nvPicPr>
          <p:cNvPr id="5" name="Picture Placeholder 4" descr="A girl in yellow clothes is writing a report">
            <a:extLst>
              <a:ext uri="{FF2B5EF4-FFF2-40B4-BE49-F238E27FC236}">
                <a16:creationId xmlns:a16="http://schemas.microsoft.com/office/drawing/2014/main" id="{4EA95DD8-B657-C933-39F5-E72964936E4A}"/>
              </a:ext>
            </a:extLst>
          </p:cNvPr>
          <p:cNvPicPr>
            <a:picLocks noGrp="1" noChangeAspect="1"/>
          </p:cNvPicPr>
          <p:nvPr>
            <p:ph type="pic" sz="quarter" idx="20"/>
          </p:nvPr>
        </p:nvPicPr>
        <p:blipFill>
          <a:blip r:embed="rId2" cstate="screen">
            <a:extLst>
              <a:ext uri="{28A0092B-C50C-407E-A947-70E740481C1C}">
                <a14:useLocalDpi xmlns:a14="http://schemas.microsoft.com/office/drawing/2010/main"/>
              </a:ext>
            </a:extLst>
          </a:blip>
          <a:srcRect t="16" b="16"/>
          <a:stretch/>
        </p:blipFill>
        <p:spPr>
          <a:xfrm>
            <a:off x="7063457" y="1326812"/>
            <a:ext cx="3778434" cy="4924193"/>
          </a:xfrm>
        </p:spPr>
      </p:pic>
    </p:spTree>
    <p:extLst>
      <p:ext uri="{BB962C8B-B14F-4D97-AF65-F5344CB8AC3E}">
        <p14:creationId xmlns:p14="http://schemas.microsoft.com/office/powerpoint/2010/main" val="66089848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OFFICEPLUS.THEME" val="template.pptx"/>
</p:tagLst>
</file>

<file path=ppt/theme/theme1.xml><?xml version="1.0" encoding="utf-8"?>
<a:theme xmlns:a="http://schemas.openxmlformats.org/drawingml/2006/main" name="Custom">
  <a:themeElements>
    <a:clrScheme name="OP_001_Biz Presentation_Personal Budgeting_250210_">
      <a:dk1>
        <a:srgbClr val="2F2F2F"/>
      </a:dk1>
      <a:lt1>
        <a:srgbClr val="FFFFFF"/>
      </a:lt1>
      <a:dk2>
        <a:srgbClr val="778495"/>
      </a:dk2>
      <a:lt2>
        <a:srgbClr val="F0F0F0"/>
      </a:lt2>
      <a:accent1>
        <a:srgbClr val="1871CA"/>
      </a:accent1>
      <a:accent2>
        <a:srgbClr val="F6C94C"/>
      </a:accent2>
      <a:accent3>
        <a:srgbClr val="02C9CE"/>
      </a:accent3>
      <a:accent4>
        <a:srgbClr val="92D050"/>
      </a:accent4>
      <a:accent5>
        <a:srgbClr val="8E7EF0"/>
      </a:accent5>
      <a:accent6>
        <a:srgbClr val="D90909"/>
      </a:accent6>
      <a:hlink>
        <a:srgbClr val="ED861F"/>
      </a:hlink>
      <a:folHlink>
        <a:srgbClr val="979797"/>
      </a:folHlink>
    </a:clrScheme>
    <a:fontScheme name="Custom">
      <a:majorFont>
        <a:latin typeface="Segoe UI Black"/>
        <a:ea typeface=""/>
        <a:cs typeface=""/>
      </a:majorFont>
      <a:minorFont>
        <a:latin typeface="Arial"/>
        <a:ea typeface=""/>
        <a:cs typeface=""/>
      </a:minorFont>
    </a:fontScheme>
    <a:fmtScheme name="OfficePLUS">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PLUS"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TaxCatchAll xmlns="38de0ec0-4312-429b-9ba4-a6f7899b86f2" xsi:nil="true"/>
    <_ip_UnifiedCompliancePolicyProperties xmlns="http://schemas.microsoft.com/sharepoint/v3" xsi:nil="true"/>
    <lcf76f155ced4ddcb4097134ff3c332f xmlns="21705155-b4ce-4c69-95dc-4fd6cb8c5571">
      <Terms xmlns="http://schemas.microsoft.com/office/infopath/2007/PartnerControls"/>
    </lcf76f155ced4ddcb4097134ff3c332f>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1867FBBEFD40724CA20725D6B3094130" ma:contentTypeVersion="14" ma:contentTypeDescription="Create a new document." ma:contentTypeScope="" ma:versionID="b563ecc397a77cd5d82b22a852f9d63c">
  <xsd:schema xmlns:xsd="http://www.w3.org/2001/XMLSchema" xmlns:xs="http://www.w3.org/2001/XMLSchema" xmlns:p="http://schemas.microsoft.com/office/2006/metadata/properties" xmlns:ns1="http://schemas.microsoft.com/sharepoint/v3" xmlns:ns2="21705155-b4ce-4c69-95dc-4fd6cb8c5571" xmlns:ns3="38de0ec0-4312-429b-9ba4-a6f7899b86f2" targetNamespace="http://schemas.microsoft.com/office/2006/metadata/properties" ma:root="true" ma:fieldsID="514fef1a96c1431b584933149cb0dc9f" ns1:_="" ns2:_="" ns3:_="">
    <xsd:import namespace="http://schemas.microsoft.com/sharepoint/v3"/>
    <xsd:import namespace="21705155-b4ce-4c69-95dc-4fd6cb8c5571"/>
    <xsd:import namespace="38de0ec0-4312-429b-9ba4-a6f7899b86f2"/>
    <xsd:element name="properties">
      <xsd:complexType>
        <xsd:sequence>
          <xsd:element name="documentManagement">
            <xsd:complexType>
              <xsd:all>
                <xsd:element ref="ns2:lcf76f155ced4ddcb4097134ff3c332f" minOccurs="0"/>
                <xsd:element ref="ns3:TaxCatchAll" minOccurs="0"/>
                <xsd:element ref="ns2:MediaServiceMetadata" minOccurs="0"/>
                <xsd:element ref="ns2:MediaServiceFastMetadata" minOccurs="0"/>
                <xsd:element ref="ns2:MediaServiceSearchProperties" minOccurs="0"/>
                <xsd:element ref="ns2:MediaServiceDateTaken" minOccurs="0"/>
                <xsd:element ref="ns2:MediaServiceObjectDetectorVersions" minOccurs="0"/>
                <xsd:element ref="ns2:MediaServiceOCR" minOccurs="0"/>
                <xsd:element ref="ns2:MediaServiceGenerationTime" minOccurs="0"/>
                <xsd:element ref="ns2:MediaServiceEventHashCode" minOccurs="0"/>
                <xsd:element ref="ns2:MediaServiceBillingMetadata" minOccurs="0"/>
                <xsd:element ref="ns1:_ip_UnifiedCompliancePolicyProperties" minOccurs="0"/>
                <xsd:element ref="ns1:_ip_UnifiedCompliancePolicyUIAc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xsd:simpleType>
        <xsd:restriction base="dms:Note"/>
      </xsd:simpleType>
    </xsd:element>
    <xsd:element name="_ip_UnifiedCompliancePolicyUIAction" ma:index="21"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21705155-b4ce-4c69-95dc-4fd6cb8c5571" elementFormDefault="qualified">
    <xsd:import namespace="http://schemas.microsoft.com/office/2006/documentManagement/types"/>
    <xsd:import namespace="http://schemas.microsoft.com/office/infopath/2007/PartnerControls"/>
    <xsd:element name="lcf76f155ced4ddcb4097134ff3c332f" ma:index="9" nillable="true" ma:taxonomy="true" ma:internalName="lcf76f155ced4ddcb4097134ff3c332f"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SearchProperties" ma:index="13" nillable="true" ma:displayName="MediaServiceSearchProperties" ma:hidden="true" ma:internalName="MediaServiceSearchProperties" ma:readOnly="true">
      <xsd:simpleType>
        <xsd:restriction base="dms:Note"/>
      </xsd:simple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ObjectDetectorVersions" ma:index="15" nillable="true" ma:displayName="MediaServiceObjectDetectorVersions" ma:hidden="true" ma:indexed="true" ma:internalName="MediaServiceObjectDetectorVersions"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BillingMetadata" ma:index="19"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38de0ec0-4312-429b-9ba4-a6f7899b86f2" elementFormDefault="qualified">
    <xsd:import namespace="http://schemas.microsoft.com/office/2006/documentManagement/types"/>
    <xsd:import namespace="http://schemas.microsoft.com/office/infopath/2007/PartnerControls"/>
    <xsd:element name="TaxCatchAll" ma:index="10" nillable="true" ma:displayName="Taxonomy Catch All Column" ma:hidden="true" ma:list="{61ef2866-7176-4fd6-ae15-58358271bbbc}" ma:internalName="TaxCatchAll" ma:showField="CatchAllData" ma:web="38de0ec0-4312-429b-9ba4-a6f7899b86f2">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1333B44-FF7C-4DD4-AB3A-1FC68C05FF35}">
  <ds:schemaRefs>
    <ds:schemaRef ds:uri="http://schemas.microsoft.com/office/2006/metadata/properties"/>
    <ds:schemaRef ds:uri="http://schemas.microsoft.com/office/infopath/2007/PartnerControls"/>
    <ds:schemaRef ds:uri="http://schemas.microsoft.com/sharepoint/v3"/>
    <ds:schemaRef ds:uri="38de0ec0-4312-429b-9ba4-a6f7899b86f2"/>
    <ds:schemaRef ds:uri="21705155-b4ce-4c69-95dc-4fd6cb8c5571"/>
  </ds:schemaRefs>
</ds:datastoreItem>
</file>

<file path=customXml/itemProps2.xml><?xml version="1.0" encoding="utf-8"?>
<ds:datastoreItem xmlns:ds="http://schemas.openxmlformats.org/officeDocument/2006/customXml" ds:itemID="{31DED828-D6B6-42DA-8DEE-DE8638CBB0B2}">
  <ds:schemaRefs>
    <ds:schemaRef ds:uri="http://schemas.microsoft.com/sharepoint/v3/contenttype/forms"/>
  </ds:schemaRefs>
</ds:datastoreItem>
</file>

<file path=customXml/itemProps3.xml><?xml version="1.0" encoding="utf-8"?>
<ds:datastoreItem xmlns:ds="http://schemas.openxmlformats.org/officeDocument/2006/customXml" ds:itemID="{4AE86BAD-86C6-47EA-A0F9-642802C2FE2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21705155-b4ce-4c69-95dc-4fd6cb8c5571"/>
    <ds:schemaRef ds:uri="38de0ec0-4312-429b-9ba4-a6f7899b86f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
  <TotalTime>0</TotalTime>
  <Words>1109</Words>
  <Application>Microsoft Office PowerPoint</Application>
  <PresentationFormat>Widescreen</PresentationFormat>
  <Paragraphs>108</Paragraphs>
  <Slides>17</Slides>
  <Notes>0</Notes>
  <HiddenSlides>0</HiddenSlides>
  <MMClips>0</MMClips>
  <ScaleCrop>false</ScaleCrop>
  <HeadingPairs>
    <vt:vector size="4" baseType="variant">
      <vt:variant>
        <vt:lpstr>Theme</vt:lpstr>
      </vt:variant>
      <vt:variant>
        <vt:i4>1</vt:i4>
      </vt:variant>
      <vt:variant>
        <vt:lpstr>Slide Titles</vt:lpstr>
      </vt:variant>
      <vt:variant>
        <vt:i4>17</vt:i4>
      </vt:variant>
    </vt:vector>
  </HeadingPairs>
  <TitlesOfParts>
    <vt:vector size="18" baseType="lpstr">
      <vt:lpstr>Custom</vt:lpstr>
      <vt:lpstr>HR ATTRITION</vt:lpstr>
      <vt:lpstr>OBJECTIVE</vt:lpstr>
      <vt:lpstr>Dataset Overview</vt:lpstr>
      <vt:lpstr>PowerPoint Presentation</vt:lpstr>
      <vt:lpstr>UNDERSTANDING THE PROBLEM </vt:lpstr>
      <vt:lpstr>EXPLORATORY DATA ANALYSIS (EDA)  Used a Heatmap to understand the correlation between different features.  Used a Pair Plot to analyze relationships between numerical variables.  Used Histograms to observe the distribution of numerical variables.   Used Boxplots to identify outliers and understand the spread of numerical data. </vt:lpstr>
      <vt:lpstr>DATA PREPROCESSING</vt:lpstr>
      <vt:lpstr>DATA ANALYSIS TECHNIQUES</vt:lpstr>
      <vt:lpstr>MODEL EVALUATION</vt:lpstr>
      <vt:lpstr>PowerPoint Presentation</vt:lpstr>
      <vt:lpstr>PowerPoint Presentation</vt:lpstr>
      <vt:lpstr>INSIGHTS AND RECOMMENDATION</vt:lpstr>
      <vt:lpstr>PowerPoint Presentation</vt:lpstr>
      <vt:lpstr>SOLUTION IMPLEMENTATION</vt:lpstr>
      <vt:lpstr>IMPACT </vt:lpstr>
      <vt:lpstr>CONCLUSION </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1279</cp:revision>
  <dcterms:created xsi:type="dcterms:W3CDTF">2026-02-20T06:40:20Z</dcterms:created>
  <dcterms:modified xsi:type="dcterms:W3CDTF">2026-03-05T10:45:04Z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0x0101001867FBBEFD40724CA20725D6B3094130</vt:lpwstr>
  </property>
  <property fmtid="{D5CDD505-2E9C-101B-9397-08002B2CF9AE}" pid="3" name="MediaServiceImageTags">
    <vt:lpwstr/>
  </property>
</Properties>
</file>